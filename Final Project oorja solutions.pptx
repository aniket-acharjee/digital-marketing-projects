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1"/>
  </p:notesMasterIdLst>
  <p:sldIdLst>
    <p:sldId id="334"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Lst>
  <p:sldSz cx="12192000" cy="6858000"/>
  <p:notesSz cx="6858000" cy="12192000"/>
  <p:embeddedFontLst>
    <p:embeddedFont>
      <p:font typeface="Fredoka Bold" panose="020B0604020202020204" charset="-79"/>
      <p:regular r:id="rId82"/>
    </p:embeddedFont>
    <p:embeddedFont>
      <p:font typeface="Space Grotesk" panose="020B0604020202020204" charset="0"/>
      <p:regular r:id="rId83"/>
    </p:embeddedFont>
    <p:embeddedFont>
      <p:font typeface="Space Grotesk Bold" panose="020B0604020202020204" charset="0"/>
      <p:regular r:id="rId84"/>
    </p:embeddedFont>
    <p:embeddedFont>
      <p:font typeface="Space Grotesk Medium" panose="020B0604020202020204" charset="0"/>
      <p:regular r:id="rId85"/>
    </p:embeddedFont>
    <p:embeddedFont>
      <p:font typeface="Space Grotesk SemiBold" panose="020B0604020202020204" charset="0"/>
      <p:regular r:id="rId8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7FE8"/>
    <a:srgbClr val="F2ECF4"/>
    <a:srgbClr val="FFF3FE"/>
    <a:srgbClr val="FBF7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FEBB3D-053F-4C69-AF96-923D4470F706}" v="86" dt="2026-10-14T07:26:00.0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2" d="100"/>
          <a:sy n="102" d="100"/>
        </p:scale>
        <p:origin x="11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3.fntdata"/><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2.fntdata"/><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microsoft.com/office/2015/10/relationships/revisionInfo" Target="revisionInfo.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font" Target="fonts/font1.fntdata"/><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ket Acharjee" userId="8b4d1488d205fbc6" providerId="LiveId" clId="{97F1610E-42EB-404C-B8A3-46EC56E68F80}"/>
    <pc:docChg chg="undo custSel addSld modSld sldOrd modMainMaster">
      <pc:chgData name="Aniket Acharjee" userId="8b4d1488d205fbc6" providerId="LiveId" clId="{97F1610E-42EB-404C-B8A3-46EC56E68F80}" dt="2026-10-14T09:21:50.045" v="1542" actId="20577"/>
      <pc:docMkLst>
        <pc:docMk/>
      </pc:docMkLst>
      <pc:sldChg chg="modSp mod setBg">
        <pc:chgData name="Aniket Acharjee" userId="8b4d1488d205fbc6" providerId="LiveId" clId="{97F1610E-42EB-404C-B8A3-46EC56E68F80}" dt="2026-10-14T07:15:20.202" v="1383" actId="207"/>
        <pc:sldMkLst>
          <pc:docMk/>
          <pc:sldMk cId="0" sldId="256"/>
        </pc:sldMkLst>
        <pc:spChg chg="mod">
          <ac:chgData name="Aniket Acharjee" userId="8b4d1488d205fbc6" providerId="LiveId" clId="{97F1610E-42EB-404C-B8A3-46EC56E68F80}" dt="2026-10-14T07:15:20.202" v="1383" actId="207"/>
          <ac:spMkLst>
            <pc:docMk/>
            <pc:sldMk cId="0" sldId="256"/>
            <ac:spMk id="2" creationId="{00000000-0000-0000-0000-000000000000}"/>
          </ac:spMkLst>
        </pc:spChg>
      </pc:sldChg>
      <pc:sldChg chg="modSp mod setBg">
        <pc:chgData name="Aniket Acharjee" userId="8b4d1488d205fbc6" providerId="LiveId" clId="{97F1610E-42EB-404C-B8A3-46EC56E68F80}" dt="2026-10-14T09:21:50.045" v="1542" actId="20577"/>
        <pc:sldMkLst>
          <pc:docMk/>
          <pc:sldMk cId="0" sldId="257"/>
        </pc:sldMkLst>
        <pc:spChg chg="mod">
          <ac:chgData name="Aniket Acharjee" userId="8b4d1488d205fbc6" providerId="LiveId" clId="{97F1610E-42EB-404C-B8A3-46EC56E68F80}" dt="2026-10-14T07:31:49.511" v="1503" actId="207"/>
          <ac:spMkLst>
            <pc:docMk/>
            <pc:sldMk cId="0" sldId="257"/>
            <ac:spMk id="3" creationId="{00000000-0000-0000-0000-000000000000}"/>
          </ac:spMkLst>
        </pc:spChg>
        <pc:spChg chg="mod">
          <ac:chgData name="Aniket Acharjee" userId="8b4d1488d205fbc6" providerId="LiveId" clId="{97F1610E-42EB-404C-B8A3-46EC56E68F80}" dt="2026-10-14T09:21:50.045" v="1542" actId="20577"/>
          <ac:spMkLst>
            <pc:docMk/>
            <pc:sldMk cId="0" sldId="257"/>
            <ac:spMk id="8" creationId="{00000000-0000-0000-0000-000000000000}"/>
          </ac:spMkLst>
        </pc:spChg>
        <pc:spChg chg="mod">
          <ac:chgData name="Aniket Acharjee" userId="8b4d1488d205fbc6" providerId="LiveId" clId="{97F1610E-42EB-404C-B8A3-46EC56E68F80}" dt="2026-10-14T07:32:25.960" v="1505" actId="207"/>
          <ac:spMkLst>
            <pc:docMk/>
            <pc:sldMk cId="0" sldId="257"/>
            <ac:spMk id="9" creationId="{00000000-0000-0000-0000-000000000000}"/>
          </ac:spMkLst>
        </pc:spChg>
      </pc:sldChg>
      <pc:sldChg chg="addSp modSp mod setBg">
        <pc:chgData name="Aniket Acharjee" userId="8b4d1488d205fbc6" providerId="LiveId" clId="{97F1610E-42EB-404C-B8A3-46EC56E68F80}" dt="2026-10-14T07:20:17.685" v="1442"/>
        <pc:sldMkLst>
          <pc:docMk/>
          <pc:sldMk cId="0" sldId="258"/>
        </pc:sldMkLst>
        <pc:spChg chg="mod">
          <ac:chgData name="Aniket Acharjee" userId="8b4d1488d205fbc6" providerId="LiveId" clId="{97F1610E-42EB-404C-B8A3-46EC56E68F80}" dt="2026-10-14T05:45:30.520" v="35" actId="27636"/>
          <ac:spMkLst>
            <pc:docMk/>
            <pc:sldMk cId="0" sldId="258"/>
            <ac:spMk id="6" creationId="{00000000-0000-0000-0000-000000000000}"/>
          </ac:spMkLst>
        </pc:spChg>
        <pc:spChg chg="mod">
          <ac:chgData name="Aniket Acharjee" userId="8b4d1488d205fbc6" providerId="LiveId" clId="{97F1610E-42EB-404C-B8A3-46EC56E68F80}" dt="2026-10-14T05:45:30.534" v="36" actId="27636"/>
          <ac:spMkLst>
            <pc:docMk/>
            <pc:sldMk cId="0" sldId="258"/>
            <ac:spMk id="11" creationId="{00000000-0000-0000-0000-000000000000}"/>
          </ac:spMkLst>
        </pc:spChg>
        <pc:spChg chg="mod">
          <ac:chgData name="Aniket Acharjee" userId="8b4d1488d205fbc6" providerId="LiveId" clId="{97F1610E-42EB-404C-B8A3-46EC56E68F80}" dt="2026-10-14T05:45:30.537" v="37" actId="27636"/>
          <ac:spMkLst>
            <pc:docMk/>
            <pc:sldMk cId="0" sldId="258"/>
            <ac:spMk id="16" creationId="{00000000-0000-0000-0000-000000000000}"/>
          </ac:spMkLst>
        </pc:spChg>
        <pc:spChg chg="mod">
          <ac:chgData name="Aniket Acharjee" userId="8b4d1488d205fbc6" providerId="LiveId" clId="{97F1610E-42EB-404C-B8A3-46EC56E68F80}" dt="2026-10-14T05:45:30.537" v="38" actId="27636"/>
          <ac:spMkLst>
            <pc:docMk/>
            <pc:sldMk cId="0" sldId="258"/>
            <ac:spMk id="21" creationId="{00000000-0000-0000-0000-000000000000}"/>
          </ac:spMkLst>
        </pc:spChg>
        <pc:picChg chg="add mod">
          <ac:chgData name="Aniket Acharjee" userId="8b4d1488d205fbc6" providerId="LiveId" clId="{97F1610E-42EB-404C-B8A3-46EC56E68F80}" dt="2026-10-14T06:30:56.722" v="1278" actId="1038"/>
          <ac:picMkLst>
            <pc:docMk/>
            <pc:sldMk cId="0" sldId="258"/>
            <ac:picMk id="27" creationId="{E017804E-6F01-139B-A934-68941527DD1A}"/>
          </ac:picMkLst>
        </pc:picChg>
      </pc:sldChg>
      <pc:sldChg chg="addSp mod setBg">
        <pc:chgData name="Aniket Acharjee" userId="8b4d1488d205fbc6" providerId="LiveId" clId="{97F1610E-42EB-404C-B8A3-46EC56E68F80}" dt="2026-10-14T07:20:17.685" v="1442"/>
        <pc:sldMkLst>
          <pc:docMk/>
          <pc:sldMk cId="0" sldId="259"/>
        </pc:sldMkLst>
        <pc:picChg chg="add">
          <ac:chgData name="Aniket Acharjee" userId="8b4d1488d205fbc6" providerId="LiveId" clId="{97F1610E-42EB-404C-B8A3-46EC56E68F80}" dt="2026-10-14T06:31:13.805" v="1279" actId="22"/>
          <ac:picMkLst>
            <pc:docMk/>
            <pc:sldMk cId="0" sldId="259"/>
            <ac:picMk id="22" creationId="{0D22507F-9200-B396-BAF3-5DD62E427739}"/>
          </ac:picMkLst>
        </pc:picChg>
      </pc:sldChg>
      <pc:sldChg chg="addSp mod setBg">
        <pc:chgData name="Aniket Acharjee" userId="8b4d1488d205fbc6" providerId="LiveId" clId="{97F1610E-42EB-404C-B8A3-46EC56E68F80}" dt="2026-10-14T07:20:17.685" v="1442"/>
        <pc:sldMkLst>
          <pc:docMk/>
          <pc:sldMk cId="0" sldId="260"/>
        </pc:sldMkLst>
        <pc:picChg chg="add">
          <ac:chgData name="Aniket Acharjee" userId="8b4d1488d205fbc6" providerId="LiveId" clId="{97F1610E-42EB-404C-B8A3-46EC56E68F80}" dt="2026-10-14T06:31:19.978" v="1280" actId="22"/>
          <ac:picMkLst>
            <pc:docMk/>
            <pc:sldMk cId="0" sldId="260"/>
            <ac:picMk id="13" creationId="{3C05915E-7B61-7F3F-977C-CD00F609F3E8}"/>
          </ac:picMkLst>
        </pc:picChg>
      </pc:sldChg>
      <pc:sldChg chg="addSp modSp mod setBg">
        <pc:chgData name="Aniket Acharjee" userId="8b4d1488d205fbc6" providerId="LiveId" clId="{97F1610E-42EB-404C-B8A3-46EC56E68F80}" dt="2026-10-14T07:20:17.685" v="1442"/>
        <pc:sldMkLst>
          <pc:docMk/>
          <pc:sldMk cId="0" sldId="261"/>
        </pc:sldMkLst>
        <pc:spChg chg="mod">
          <ac:chgData name="Aniket Acharjee" userId="8b4d1488d205fbc6" providerId="LiveId" clId="{97F1610E-42EB-404C-B8A3-46EC56E68F80}" dt="2026-10-14T05:45:30.581" v="42" actId="27636"/>
          <ac:spMkLst>
            <pc:docMk/>
            <pc:sldMk cId="0" sldId="261"/>
            <ac:spMk id="5" creationId="{00000000-0000-0000-0000-000000000000}"/>
          </ac:spMkLst>
        </pc:spChg>
        <pc:spChg chg="mod">
          <ac:chgData name="Aniket Acharjee" userId="8b4d1488d205fbc6" providerId="LiveId" clId="{97F1610E-42EB-404C-B8A3-46EC56E68F80}" dt="2026-10-14T05:45:30.581" v="41" actId="27636"/>
          <ac:spMkLst>
            <pc:docMk/>
            <pc:sldMk cId="0" sldId="261"/>
            <ac:spMk id="9" creationId="{00000000-0000-0000-0000-000000000000}"/>
          </ac:spMkLst>
        </pc:spChg>
        <pc:spChg chg="mod">
          <ac:chgData name="Aniket Acharjee" userId="8b4d1488d205fbc6" providerId="LiveId" clId="{97F1610E-42EB-404C-B8A3-46EC56E68F80}" dt="2026-10-14T05:45:30.565" v="40" actId="27636"/>
          <ac:spMkLst>
            <pc:docMk/>
            <pc:sldMk cId="0" sldId="261"/>
            <ac:spMk id="13" creationId="{00000000-0000-0000-0000-000000000000}"/>
          </ac:spMkLst>
        </pc:spChg>
        <pc:spChg chg="mod">
          <ac:chgData name="Aniket Acharjee" userId="8b4d1488d205fbc6" providerId="LiveId" clId="{97F1610E-42EB-404C-B8A3-46EC56E68F80}" dt="2026-10-14T05:45:30.554" v="39" actId="27636"/>
          <ac:spMkLst>
            <pc:docMk/>
            <pc:sldMk cId="0" sldId="261"/>
            <ac:spMk id="17" creationId="{00000000-0000-0000-0000-000000000000}"/>
          </ac:spMkLst>
        </pc:spChg>
        <pc:picChg chg="add">
          <ac:chgData name="Aniket Acharjee" userId="8b4d1488d205fbc6" providerId="LiveId" clId="{97F1610E-42EB-404C-B8A3-46EC56E68F80}" dt="2026-10-14T06:31:24.818" v="1281" actId="22"/>
          <ac:picMkLst>
            <pc:docMk/>
            <pc:sldMk cId="0" sldId="261"/>
            <ac:picMk id="26" creationId="{C7C0C1CC-1744-0808-D551-6E51F4E28064}"/>
          </ac:picMkLst>
        </pc:picChg>
      </pc:sldChg>
      <pc:sldChg chg="addSp modSp mod setBg">
        <pc:chgData name="Aniket Acharjee" userId="8b4d1488d205fbc6" providerId="LiveId" clId="{97F1610E-42EB-404C-B8A3-46EC56E68F80}" dt="2026-10-14T07:20:17.685" v="1442"/>
        <pc:sldMkLst>
          <pc:docMk/>
          <pc:sldMk cId="0" sldId="262"/>
        </pc:sldMkLst>
        <pc:picChg chg="add mod">
          <ac:chgData name="Aniket Acharjee" userId="8b4d1488d205fbc6" providerId="LiveId" clId="{97F1610E-42EB-404C-B8A3-46EC56E68F80}" dt="2026-10-14T06:31:41.099" v="1289" actId="1035"/>
          <ac:picMkLst>
            <pc:docMk/>
            <pc:sldMk cId="0" sldId="262"/>
            <ac:picMk id="29" creationId="{7F167476-8F0E-4CC5-FEA8-13D3BCE120F9}"/>
          </ac:picMkLst>
        </pc:picChg>
      </pc:sldChg>
      <pc:sldChg chg="addSp modSp mod setBg">
        <pc:chgData name="Aniket Acharjee" userId="8b4d1488d205fbc6" providerId="LiveId" clId="{97F1610E-42EB-404C-B8A3-46EC56E68F80}" dt="2026-10-14T07:20:17.685" v="1442"/>
        <pc:sldMkLst>
          <pc:docMk/>
          <pc:sldMk cId="0" sldId="263"/>
        </pc:sldMkLst>
        <pc:spChg chg="mod">
          <ac:chgData name="Aniket Acharjee" userId="8b4d1488d205fbc6" providerId="LiveId" clId="{97F1610E-42EB-404C-B8A3-46EC56E68F80}" dt="2026-10-14T06:19:55.550" v="663" actId="1036"/>
          <ac:spMkLst>
            <pc:docMk/>
            <pc:sldMk cId="0" sldId="263"/>
            <ac:spMk id="4" creationId="{00000000-0000-0000-0000-000000000000}"/>
          </ac:spMkLst>
        </pc:spChg>
        <pc:picChg chg="mod">
          <ac:chgData name="Aniket Acharjee" userId="8b4d1488d205fbc6" providerId="LiveId" clId="{97F1610E-42EB-404C-B8A3-46EC56E68F80}" dt="2026-10-14T06:19:31.818" v="606" actId="1035"/>
          <ac:picMkLst>
            <pc:docMk/>
            <pc:sldMk cId="0" sldId="263"/>
            <ac:picMk id="3" creationId="{00000000-0000-0000-0000-000000000000}"/>
          </ac:picMkLst>
        </pc:picChg>
        <pc:picChg chg="add">
          <ac:chgData name="Aniket Acharjee" userId="8b4d1488d205fbc6" providerId="LiveId" clId="{97F1610E-42EB-404C-B8A3-46EC56E68F80}" dt="2026-10-14T06:31:47.353" v="1290" actId="22"/>
          <ac:picMkLst>
            <pc:docMk/>
            <pc:sldMk cId="0" sldId="263"/>
            <ac:picMk id="8" creationId="{9BB113AE-E765-F3A3-0D20-68F368381338}"/>
          </ac:picMkLst>
        </pc:picChg>
      </pc:sldChg>
      <pc:sldChg chg="addSp mod setBg">
        <pc:chgData name="Aniket Acharjee" userId="8b4d1488d205fbc6" providerId="LiveId" clId="{97F1610E-42EB-404C-B8A3-46EC56E68F80}" dt="2026-10-14T07:20:17.685" v="1442"/>
        <pc:sldMkLst>
          <pc:docMk/>
          <pc:sldMk cId="0" sldId="264"/>
        </pc:sldMkLst>
        <pc:picChg chg="add">
          <ac:chgData name="Aniket Acharjee" userId="8b4d1488d205fbc6" providerId="LiveId" clId="{97F1610E-42EB-404C-B8A3-46EC56E68F80}" dt="2026-10-14T06:31:55.631" v="1291" actId="22"/>
          <ac:picMkLst>
            <pc:docMk/>
            <pc:sldMk cId="0" sldId="264"/>
            <ac:picMk id="22" creationId="{FB6E90BC-3F00-5F45-CD6B-3AB540B6D423}"/>
          </ac:picMkLst>
        </pc:picChg>
      </pc:sldChg>
      <pc:sldChg chg="addSp modSp mod setBg">
        <pc:chgData name="Aniket Acharjee" userId="8b4d1488d205fbc6" providerId="LiveId" clId="{97F1610E-42EB-404C-B8A3-46EC56E68F80}" dt="2026-10-14T07:20:17.685" v="1442"/>
        <pc:sldMkLst>
          <pc:docMk/>
          <pc:sldMk cId="0" sldId="265"/>
        </pc:sldMkLst>
        <pc:spChg chg="add mod">
          <ac:chgData name="Aniket Acharjee" userId="8b4d1488d205fbc6" providerId="LiveId" clId="{97F1610E-42EB-404C-B8A3-46EC56E68F80}" dt="2026-10-14T06:23:21.729" v="853" actId="207"/>
          <ac:spMkLst>
            <pc:docMk/>
            <pc:sldMk cId="0" sldId="265"/>
            <ac:spMk id="16" creationId="{AA0A2234-5712-93E8-9735-3F359519D3FA}"/>
          </ac:spMkLst>
        </pc:spChg>
        <pc:picChg chg="add">
          <ac:chgData name="Aniket Acharjee" userId="8b4d1488d205fbc6" providerId="LiveId" clId="{97F1610E-42EB-404C-B8A3-46EC56E68F80}" dt="2026-10-14T06:31:59.085" v="1292" actId="22"/>
          <ac:picMkLst>
            <pc:docMk/>
            <pc:sldMk cId="0" sldId="265"/>
            <ac:picMk id="17" creationId="{F274E86E-DEA1-3800-E848-184F15791FC2}"/>
          </ac:picMkLst>
        </pc:picChg>
      </pc:sldChg>
      <pc:sldChg chg="addSp delSp mod setBg">
        <pc:chgData name="Aniket Acharjee" userId="8b4d1488d205fbc6" providerId="LiveId" clId="{97F1610E-42EB-404C-B8A3-46EC56E68F80}" dt="2026-10-14T07:07:50.952" v="1367"/>
        <pc:sldMkLst>
          <pc:docMk/>
          <pc:sldMk cId="0" sldId="266"/>
        </pc:sldMkLst>
        <pc:picChg chg="add del">
          <ac:chgData name="Aniket Acharjee" userId="8b4d1488d205fbc6" providerId="LiveId" clId="{97F1610E-42EB-404C-B8A3-46EC56E68F80}" dt="2026-10-14T06:32:17.020" v="1294" actId="478"/>
          <ac:picMkLst>
            <pc:docMk/>
            <pc:sldMk cId="0" sldId="266"/>
            <ac:picMk id="21" creationId="{D20E954F-2A1D-120F-E812-7E86A5742E43}"/>
          </ac:picMkLst>
        </pc:picChg>
      </pc:sldChg>
      <pc:sldChg chg="addSp mod setBg">
        <pc:chgData name="Aniket Acharjee" userId="8b4d1488d205fbc6" providerId="LiveId" clId="{97F1610E-42EB-404C-B8A3-46EC56E68F80}" dt="2026-10-14T07:07:50.952" v="1367"/>
        <pc:sldMkLst>
          <pc:docMk/>
          <pc:sldMk cId="0" sldId="267"/>
        </pc:sldMkLst>
        <pc:picChg chg="add">
          <ac:chgData name="Aniket Acharjee" userId="8b4d1488d205fbc6" providerId="LiveId" clId="{97F1610E-42EB-404C-B8A3-46EC56E68F80}" dt="2026-10-14T06:32:20.184" v="1295" actId="22"/>
          <ac:picMkLst>
            <pc:docMk/>
            <pc:sldMk cId="0" sldId="267"/>
            <ac:picMk id="22" creationId="{AF773A6E-83E1-9711-1537-64FB367D6F7F}"/>
          </ac:picMkLst>
        </pc:picChg>
      </pc:sldChg>
      <pc:sldChg chg="addSp mod setBg">
        <pc:chgData name="Aniket Acharjee" userId="8b4d1488d205fbc6" providerId="LiveId" clId="{97F1610E-42EB-404C-B8A3-46EC56E68F80}" dt="2026-10-14T07:07:50.952" v="1367"/>
        <pc:sldMkLst>
          <pc:docMk/>
          <pc:sldMk cId="0" sldId="268"/>
        </pc:sldMkLst>
        <pc:picChg chg="add">
          <ac:chgData name="Aniket Acharjee" userId="8b4d1488d205fbc6" providerId="LiveId" clId="{97F1610E-42EB-404C-B8A3-46EC56E68F80}" dt="2026-10-14T06:32:24.503" v="1296" actId="22"/>
          <ac:picMkLst>
            <pc:docMk/>
            <pc:sldMk cId="0" sldId="268"/>
            <ac:picMk id="22" creationId="{8DC626D6-1906-1C43-6EC7-B011A89C6781}"/>
          </ac:picMkLst>
        </pc:picChg>
      </pc:sldChg>
      <pc:sldChg chg="addSp mod setBg">
        <pc:chgData name="Aniket Acharjee" userId="8b4d1488d205fbc6" providerId="LiveId" clId="{97F1610E-42EB-404C-B8A3-46EC56E68F80}" dt="2026-10-14T07:07:50.952" v="1367"/>
        <pc:sldMkLst>
          <pc:docMk/>
          <pc:sldMk cId="0" sldId="269"/>
        </pc:sldMkLst>
        <pc:picChg chg="add">
          <ac:chgData name="Aniket Acharjee" userId="8b4d1488d205fbc6" providerId="LiveId" clId="{97F1610E-42EB-404C-B8A3-46EC56E68F80}" dt="2026-10-14T06:32:27.287" v="1297" actId="22"/>
          <ac:picMkLst>
            <pc:docMk/>
            <pc:sldMk cId="0" sldId="269"/>
            <ac:picMk id="19" creationId="{70958B7C-E1BC-F585-8B54-B300CDED0125}"/>
          </ac:picMkLst>
        </pc:picChg>
      </pc:sldChg>
      <pc:sldChg chg="addSp mod setBg">
        <pc:chgData name="Aniket Acharjee" userId="8b4d1488d205fbc6" providerId="LiveId" clId="{97F1610E-42EB-404C-B8A3-46EC56E68F80}" dt="2026-10-14T07:07:50.952" v="1367"/>
        <pc:sldMkLst>
          <pc:docMk/>
          <pc:sldMk cId="0" sldId="270"/>
        </pc:sldMkLst>
        <pc:picChg chg="add">
          <ac:chgData name="Aniket Acharjee" userId="8b4d1488d205fbc6" providerId="LiveId" clId="{97F1610E-42EB-404C-B8A3-46EC56E68F80}" dt="2026-10-14T06:32:29.983" v="1298" actId="22"/>
          <ac:picMkLst>
            <pc:docMk/>
            <pc:sldMk cId="0" sldId="270"/>
            <ac:picMk id="13" creationId="{28EB32BB-2118-D202-5E15-8A1DFD7DA22A}"/>
          </ac:picMkLst>
        </pc:picChg>
      </pc:sldChg>
      <pc:sldChg chg="addSp delSp modSp mod setBg">
        <pc:chgData name="Aniket Acharjee" userId="8b4d1488d205fbc6" providerId="LiveId" clId="{97F1610E-42EB-404C-B8A3-46EC56E68F80}" dt="2026-10-14T07:07:50.952" v="1367"/>
        <pc:sldMkLst>
          <pc:docMk/>
          <pc:sldMk cId="0" sldId="271"/>
        </pc:sldMkLst>
        <pc:spChg chg="mod">
          <ac:chgData name="Aniket Acharjee" userId="8b4d1488d205fbc6" providerId="LiveId" clId="{97F1610E-42EB-404C-B8A3-46EC56E68F80}" dt="2026-10-14T05:45:30.647" v="44" actId="27636"/>
          <ac:spMkLst>
            <pc:docMk/>
            <pc:sldMk cId="0" sldId="271"/>
            <ac:spMk id="4" creationId="{00000000-0000-0000-0000-000000000000}"/>
          </ac:spMkLst>
        </pc:spChg>
        <pc:spChg chg="mod">
          <ac:chgData name="Aniket Acharjee" userId="8b4d1488d205fbc6" providerId="LiveId" clId="{97F1610E-42EB-404C-B8A3-46EC56E68F80}" dt="2026-10-14T05:45:30.641" v="43" actId="27636"/>
          <ac:spMkLst>
            <pc:docMk/>
            <pc:sldMk cId="0" sldId="271"/>
            <ac:spMk id="17" creationId="{00000000-0000-0000-0000-000000000000}"/>
          </ac:spMkLst>
        </pc:spChg>
        <pc:picChg chg="add del">
          <ac:chgData name="Aniket Acharjee" userId="8b4d1488d205fbc6" providerId="LiveId" clId="{97F1610E-42EB-404C-B8A3-46EC56E68F80}" dt="2026-10-14T06:32:46.806" v="1300" actId="478"/>
          <ac:picMkLst>
            <pc:docMk/>
            <pc:sldMk cId="0" sldId="271"/>
            <ac:picMk id="19" creationId="{1C07FF26-4246-515C-BB29-C9CC07359462}"/>
          </ac:picMkLst>
        </pc:picChg>
      </pc:sldChg>
      <pc:sldChg chg="setBg">
        <pc:chgData name="Aniket Acharjee" userId="8b4d1488d205fbc6" providerId="LiveId" clId="{97F1610E-42EB-404C-B8A3-46EC56E68F80}" dt="2026-10-14T07:07:50.952" v="1367"/>
        <pc:sldMkLst>
          <pc:docMk/>
          <pc:sldMk cId="0" sldId="272"/>
        </pc:sldMkLst>
      </pc:sldChg>
      <pc:sldChg chg="modSp mod setBg">
        <pc:chgData name="Aniket Acharjee" userId="8b4d1488d205fbc6" providerId="LiveId" clId="{97F1610E-42EB-404C-B8A3-46EC56E68F80}" dt="2026-10-14T07:07:50.952" v="1367"/>
        <pc:sldMkLst>
          <pc:docMk/>
          <pc:sldMk cId="0" sldId="273"/>
        </pc:sldMkLst>
        <pc:spChg chg="mod">
          <ac:chgData name="Aniket Acharjee" userId="8b4d1488d205fbc6" providerId="LiveId" clId="{97F1610E-42EB-404C-B8A3-46EC56E68F80}" dt="2026-10-14T05:45:30.676" v="45" actId="27636"/>
          <ac:spMkLst>
            <pc:docMk/>
            <pc:sldMk cId="0" sldId="273"/>
            <ac:spMk id="18" creationId="{00000000-0000-0000-0000-000000000000}"/>
          </ac:spMkLst>
        </pc:spChg>
      </pc:sldChg>
      <pc:sldChg chg="modSp mod setBg">
        <pc:chgData name="Aniket Acharjee" userId="8b4d1488d205fbc6" providerId="LiveId" clId="{97F1610E-42EB-404C-B8A3-46EC56E68F80}" dt="2026-10-14T07:07:50.952" v="1367"/>
        <pc:sldMkLst>
          <pc:docMk/>
          <pc:sldMk cId="0" sldId="274"/>
        </pc:sldMkLst>
        <pc:spChg chg="mod">
          <ac:chgData name="Aniket Acharjee" userId="8b4d1488d205fbc6" providerId="LiveId" clId="{97F1610E-42EB-404C-B8A3-46EC56E68F80}" dt="2026-10-14T05:45:30.694" v="46" actId="27636"/>
          <ac:spMkLst>
            <pc:docMk/>
            <pc:sldMk cId="0" sldId="274"/>
            <ac:spMk id="12" creationId="{00000000-0000-0000-0000-000000000000}"/>
          </ac:spMkLst>
        </pc:spChg>
      </pc:sldChg>
      <pc:sldChg chg="setBg">
        <pc:chgData name="Aniket Acharjee" userId="8b4d1488d205fbc6" providerId="LiveId" clId="{97F1610E-42EB-404C-B8A3-46EC56E68F80}" dt="2026-10-14T07:07:50.952" v="1367"/>
        <pc:sldMkLst>
          <pc:docMk/>
          <pc:sldMk cId="0" sldId="275"/>
        </pc:sldMkLst>
      </pc:sldChg>
      <pc:sldChg chg="addSp modSp mod setBg">
        <pc:chgData name="Aniket Acharjee" userId="8b4d1488d205fbc6" providerId="LiveId" clId="{97F1610E-42EB-404C-B8A3-46EC56E68F80}" dt="2026-10-14T07:07:50.952" v="1367"/>
        <pc:sldMkLst>
          <pc:docMk/>
          <pc:sldMk cId="0" sldId="276"/>
        </pc:sldMkLst>
        <pc:spChg chg="mod">
          <ac:chgData name="Aniket Acharjee" userId="8b4d1488d205fbc6" providerId="LiveId" clId="{97F1610E-42EB-404C-B8A3-46EC56E68F80}" dt="2026-10-14T05:45:30.740" v="47" actId="27636"/>
          <ac:spMkLst>
            <pc:docMk/>
            <pc:sldMk cId="0" sldId="276"/>
            <ac:spMk id="12" creationId="{00000000-0000-0000-0000-000000000000}"/>
          </ac:spMkLst>
        </pc:spChg>
        <pc:spChg chg="mod">
          <ac:chgData name="Aniket Acharjee" userId="8b4d1488d205fbc6" providerId="LiveId" clId="{97F1610E-42EB-404C-B8A3-46EC56E68F80}" dt="2026-10-14T05:45:30.756" v="48" actId="27636"/>
          <ac:spMkLst>
            <pc:docMk/>
            <pc:sldMk cId="0" sldId="276"/>
            <ac:spMk id="18" creationId="{00000000-0000-0000-0000-000000000000}"/>
          </ac:spMkLst>
        </pc:spChg>
        <pc:picChg chg="add">
          <ac:chgData name="Aniket Acharjee" userId="8b4d1488d205fbc6" providerId="LiveId" clId="{97F1610E-42EB-404C-B8A3-46EC56E68F80}" dt="2026-10-14T06:32:56.408" v="1301" actId="22"/>
          <ac:picMkLst>
            <pc:docMk/>
            <pc:sldMk cId="0" sldId="276"/>
            <ac:picMk id="26" creationId="{B77EE4CF-744D-7C48-00CE-78FCDF45E288}"/>
          </ac:picMkLst>
        </pc:picChg>
      </pc:sldChg>
      <pc:sldChg chg="addSp delSp mod setBg">
        <pc:chgData name="Aniket Acharjee" userId="8b4d1488d205fbc6" providerId="LiveId" clId="{97F1610E-42EB-404C-B8A3-46EC56E68F80}" dt="2026-10-14T07:07:50.952" v="1367"/>
        <pc:sldMkLst>
          <pc:docMk/>
          <pc:sldMk cId="0" sldId="277"/>
        </pc:sldMkLst>
        <pc:picChg chg="add del">
          <ac:chgData name="Aniket Acharjee" userId="8b4d1488d205fbc6" providerId="LiveId" clId="{97F1610E-42EB-404C-B8A3-46EC56E68F80}" dt="2026-10-14T06:33:07.588" v="1303" actId="478"/>
          <ac:picMkLst>
            <pc:docMk/>
            <pc:sldMk cId="0" sldId="277"/>
            <ac:picMk id="6" creationId="{05FB86A3-27E0-5FEA-04D4-56B053A0813B}"/>
          </ac:picMkLst>
        </pc:picChg>
      </pc:sldChg>
      <pc:sldChg chg="addSp mod setBg">
        <pc:chgData name="Aniket Acharjee" userId="8b4d1488d205fbc6" providerId="LiveId" clId="{97F1610E-42EB-404C-B8A3-46EC56E68F80}" dt="2026-10-14T07:07:50.952" v="1367"/>
        <pc:sldMkLst>
          <pc:docMk/>
          <pc:sldMk cId="0" sldId="278"/>
        </pc:sldMkLst>
        <pc:picChg chg="add">
          <ac:chgData name="Aniket Acharjee" userId="8b4d1488d205fbc6" providerId="LiveId" clId="{97F1610E-42EB-404C-B8A3-46EC56E68F80}" dt="2026-10-14T06:33:10.777" v="1304" actId="22"/>
          <ac:picMkLst>
            <pc:docMk/>
            <pc:sldMk cId="0" sldId="278"/>
            <ac:picMk id="15" creationId="{4D5054CA-D9B3-30C8-C8ED-85413D4B66FE}"/>
          </ac:picMkLst>
        </pc:picChg>
      </pc:sldChg>
      <pc:sldChg chg="setBg">
        <pc:chgData name="Aniket Acharjee" userId="8b4d1488d205fbc6" providerId="LiveId" clId="{97F1610E-42EB-404C-B8A3-46EC56E68F80}" dt="2026-10-14T07:07:50.952" v="1367"/>
        <pc:sldMkLst>
          <pc:docMk/>
          <pc:sldMk cId="0" sldId="279"/>
        </pc:sldMkLst>
      </pc:sldChg>
      <pc:sldChg chg="addSp mod setBg">
        <pc:chgData name="Aniket Acharjee" userId="8b4d1488d205fbc6" providerId="LiveId" clId="{97F1610E-42EB-404C-B8A3-46EC56E68F80}" dt="2026-10-14T07:07:50.952" v="1367"/>
        <pc:sldMkLst>
          <pc:docMk/>
          <pc:sldMk cId="0" sldId="280"/>
        </pc:sldMkLst>
        <pc:picChg chg="add">
          <ac:chgData name="Aniket Acharjee" userId="8b4d1488d205fbc6" providerId="LiveId" clId="{97F1610E-42EB-404C-B8A3-46EC56E68F80}" dt="2026-10-14T06:33:18.502" v="1305" actId="22"/>
          <ac:picMkLst>
            <pc:docMk/>
            <pc:sldMk cId="0" sldId="280"/>
            <ac:picMk id="16" creationId="{F42E603C-29A4-F38A-FF22-E28BC8E33BB1}"/>
          </ac:picMkLst>
        </pc:picChg>
      </pc:sldChg>
      <pc:sldChg chg="addSp modSp mod setBg">
        <pc:chgData name="Aniket Acharjee" userId="8b4d1488d205fbc6" providerId="LiveId" clId="{97F1610E-42EB-404C-B8A3-46EC56E68F80}" dt="2026-10-14T07:07:50.952" v="1367"/>
        <pc:sldMkLst>
          <pc:docMk/>
          <pc:sldMk cId="0" sldId="281"/>
        </pc:sldMkLst>
        <pc:spChg chg="mod">
          <ac:chgData name="Aniket Acharjee" userId="8b4d1488d205fbc6" providerId="LiveId" clId="{97F1610E-42EB-404C-B8A3-46EC56E68F80}" dt="2026-10-14T05:45:30.804" v="51" actId="27636"/>
          <ac:spMkLst>
            <pc:docMk/>
            <pc:sldMk cId="0" sldId="281"/>
            <ac:spMk id="5" creationId="{00000000-0000-0000-0000-000000000000}"/>
          </ac:spMkLst>
        </pc:spChg>
        <pc:spChg chg="mod">
          <ac:chgData name="Aniket Acharjee" userId="8b4d1488d205fbc6" providerId="LiveId" clId="{97F1610E-42EB-404C-B8A3-46EC56E68F80}" dt="2026-10-14T05:45:30.804" v="50" actId="27636"/>
          <ac:spMkLst>
            <pc:docMk/>
            <pc:sldMk cId="0" sldId="281"/>
            <ac:spMk id="9" creationId="{00000000-0000-0000-0000-000000000000}"/>
          </ac:spMkLst>
        </pc:spChg>
        <pc:spChg chg="mod">
          <ac:chgData name="Aniket Acharjee" userId="8b4d1488d205fbc6" providerId="LiveId" clId="{97F1610E-42EB-404C-B8A3-46EC56E68F80}" dt="2026-10-14T05:45:30.836" v="52" actId="27636"/>
          <ac:spMkLst>
            <pc:docMk/>
            <pc:sldMk cId="0" sldId="281"/>
            <ac:spMk id="17" creationId="{00000000-0000-0000-0000-000000000000}"/>
          </ac:spMkLst>
        </pc:spChg>
        <pc:spChg chg="mod">
          <ac:chgData name="Aniket Acharjee" userId="8b4d1488d205fbc6" providerId="LiveId" clId="{97F1610E-42EB-404C-B8A3-46EC56E68F80}" dt="2026-10-14T05:45:30.804" v="49" actId="27636"/>
          <ac:spMkLst>
            <pc:docMk/>
            <pc:sldMk cId="0" sldId="281"/>
            <ac:spMk id="18" creationId="{00000000-0000-0000-0000-000000000000}"/>
          </ac:spMkLst>
        </pc:spChg>
        <pc:picChg chg="add mod">
          <ac:chgData name="Aniket Acharjee" userId="8b4d1488d205fbc6" providerId="LiveId" clId="{97F1610E-42EB-404C-B8A3-46EC56E68F80}" dt="2026-10-14T06:33:29.099" v="1311" actId="1035"/>
          <ac:picMkLst>
            <pc:docMk/>
            <pc:sldMk cId="0" sldId="281"/>
            <ac:picMk id="22" creationId="{4C8DD7E2-2D00-5C5B-58B7-5CFEE9FA6AFA}"/>
          </ac:picMkLst>
        </pc:picChg>
      </pc:sldChg>
      <pc:sldChg chg="addSp modSp mod setBg">
        <pc:chgData name="Aniket Acharjee" userId="8b4d1488d205fbc6" providerId="LiveId" clId="{97F1610E-42EB-404C-B8A3-46EC56E68F80}" dt="2026-10-14T07:20:43.496" v="1443" actId="207"/>
        <pc:sldMkLst>
          <pc:docMk/>
          <pc:sldMk cId="0" sldId="282"/>
        </pc:sldMkLst>
        <pc:spChg chg="mod">
          <ac:chgData name="Aniket Acharjee" userId="8b4d1488d205fbc6" providerId="LiveId" clId="{97F1610E-42EB-404C-B8A3-46EC56E68F80}" dt="2026-10-14T07:20:43.496" v="1443" actId="207"/>
          <ac:spMkLst>
            <pc:docMk/>
            <pc:sldMk cId="0" sldId="282"/>
            <ac:spMk id="2" creationId="{00000000-0000-0000-0000-000000000000}"/>
          </ac:spMkLst>
        </pc:spChg>
        <pc:picChg chg="add">
          <ac:chgData name="Aniket Acharjee" userId="8b4d1488d205fbc6" providerId="LiveId" clId="{97F1610E-42EB-404C-B8A3-46EC56E68F80}" dt="2026-10-14T06:33:32.347" v="1312" actId="22"/>
          <ac:picMkLst>
            <pc:docMk/>
            <pc:sldMk cId="0" sldId="282"/>
            <ac:picMk id="10" creationId="{1CC86BD1-AB4D-2B52-3835-4154198CC9F8}"/>
          </ac:picMkLst>
        </pc:picChg>
      </pc:sldChg>
      <pc:sldChg chg="addSp modSp mod setBg">
        <pc:chgData name="Aniket Acharjee" userId="8b4d1488d205fbc6" providerId="LiveId" clId="{97F1610E-42EB-404C-B8A3-46EC56E68F80}" dt="2026-10-14T07:21:07.094" v="1446" actId="207"/>
        <pc:sldMkLst>
          <pc:docMk/>
          <pc:sldMk cId="0" sldId="283"/>
        </pc:sldMkLst>
        <pc:spChg chg="mod">
          <ac:chgData name="Aniket Acharjee" userId="8b4d1488d205fbc6" providerId="LiveId" clId="{97F1610E-42EB-404C-B8A3-46EC56E68F80}" dt="2026-10-14T07:21:07.094" v="1446" actId="207"/>
          <ac:spMkLst>
            <pc:docMk/>
            <pc:sldMk cId="0" sldId="283"/>
            <ac:spMk id="2" creationId="{00000000-0000-0000-0000-000000000000}"/>
          </ac:spMkLst>
        </pc:spChg>
        <pc:picChg chg="add mod">
          <ac:chgData name="Aniket Acharjee" userId="8b4d1488d205fbc6" providerId="LiveId" clId="{97F1610E-42EB-404C-B8A3-46EC56E68F80}" dt="2026-10-14T06:33:42.751" v="1316" actId="1035"/>
          <ac:picMkLst>
            <pc:docMk/>
            <pc:sldMk cId="0" sldId="283"/>
            <ac:picMk id="36" creationId="{41DA6798-412A-D325-CE52-C1154AFEB106}"/>
          </ac:picMkLst>
        </pc:picChg>
      </pc:sldChg>
      <pc:sldChg chg="addSp modSp mod setBg">
        <pc:chgData name="Aniket Acharjee" userId="8b4d1488d205fbc6" providerId="LiveId" clId="{97F1610E-42EB-404C-B8A3-46EC56E68F80}" dt="2026-10-14T07:21:37.570" v="1449" actId="207"/>
        <pc:sldMkLst>
          <pc:docMk/>
          <pc:sldMk cId="0" sldId="284"/>
        </pc:sldMkLst>
        <pc:spChg chg="mod">
          <ac:chgData name="Aniket Acharjee" userId="8b4d1488d205fbc6" providerId="LiveId" clId="{97F1610E-42EB-404C-B8A3-46EC56E68F80}" dt="2026-10-14T07:21:37.570" v="1449" actId="207"/>
          <ac:spMkLst>
            <pc:docMk/>
            <pc:sldMk cId="0" sldId="284"/>
            <ac:spMk id="2" creationId="{00000000-0000-0000-0000-000000000000}"/>
          </ac:spMkLst>
        </pc:spChg>
        <pc:picChg chg="add mod">
          <ac:chgData name="Aniket Acharjee" userId="8b4d1488d205fbc6" providerId="LiveId" clId="{97F1610E-42EB-404C-B8A3-46EC56E68F80}" dt="2026-10-14T06:33:52.132" v="1324" actId="1035"/>
          <ac:picMkLst>
            <pc:docMk/>
            <pc:sldMk cId="0" sldId="284"/>
            <ac:picMk id="17" creationId="{11B1A7C5-F9E0-0F98-0893-6A8262DD2343}"/>
          </ac:picMkLst>
        </pc:picChg>
      </pc:sldChg>
      <pc:sldChg chg="addSp modSp mod setBg">
        <pc:chgData name="Aniket Acharjee" userId="8b4d1488d205fbc6" providerId="LiveId" clId="{97F1610E-42EB-404C-B8A3-46EC56E68F80}" dt="2026-10-14T07:21:59.209" v="1450" actId="207"/>
        <pc:sldMkLst>
          <pc:docMk/>
          <pc:sldMk cId="0" sldId="285"/>
        </pc:sldMkLst>
        <pc:spChg chg="mod">
          <ac:chgData name="Aniket Acharjee" userId="8b4d1488d205fbc6" providerId="LiveId" clId="{97F1610E-42EB-404C-B8A3-46EC56E68F80}" dt="2026-10-14T07:21:59.209" v="1450" actId="207"/>
          <ac:spMkLst>
            <pc:docMk/>
            <pc:sldMk cId="0" sldId="285"/>
            <ac:spMk id="2" creationId="{00000000-0000-0000-0000-000000000000}"/>
          </ac:spMkLst>
        </pc:spChg>
        <pc:picChg chg="add">
          <ac:chgData name="Aniket Acharjee" userId="8b4d1488d205fbc6" providerId="LiveId" clId="{97F1610E-42EB-404C-B8A3-46EC56E68F80}" dt="2026-10-14T06:33:58.534" v="1325" actId="22"/>
          <ac:picMkLst>
            <pc:docMk/>
            <pc:sldMk cId="0" sldId="285"/>
            <ac:picMk id="14" creationId="{35FD8DB5-56FE-7E5F-4C33-204610AEABD0}"/>
          </ac:picMkLst>
        </pc:picChg>
      </pc:sldChg>
      <pc:sldChg chg="addSp modSp mod setBg">
        <pc:chgData name="Aniket Acharjee" userId="8b4d1488d205fbc6" providerId="LiveId" clId="{97F1610E-42EB-404C-B8A3-46EC56E68F80}" dt="2026-10-14T07:22:08.954" v="1451" actId="207"/>
        <pc:sldMkLst>
          <pc:docMk/>
          <pc:sldMk cId="0" sldId="286"/>
        </pc:sldMkLst>
        <pc:spChg chg="mod">
          <ac:chgData name="Aniket Acharjee" userId="8b4d1488d205fbc6" providerId="LiveId" clId="{97F1610E-42EB-404C-B8A3-46EC56E68F80}" dt="2026-10-14T07:22:08.954" v="1451" actId="207"/>
          <ac:spMkLst>
            <pc:docMk/>
            <pc:sldMk cId="0" sldId="286"/>
            <ac:spMk id="2" creationId="{00000000-0000-0000-0000-000000000000}"/>
          </ac:spMkLst>
        </pc:spChg>
        <pc:picChg chg="add">
          <ac:chgData name="Aniket Acharjee" userId="8b4d1488d205fbc6" providerId="LiveId" clId="{97F1610E-42EB-404C-B8A3-46EC56E68F80}" dt="2026-10-14T06:34:02.360" v="1326" actId="22"/>
          <ac:picMkLst>
            <pc:docMk/>
            <pc:sldMk cId="0" sldId="286"/>
            <ac:picMk id="16" creationId="{0DC536BE-4D31-1063-7CEE-441523EE9F66}"/>
          </ac:picMkLst>
        </pc:picChg>
      </pc:sldChg>
      <pc:sldChg chg="addSp modSp mod setBg">
        <pc:chgData name="Aniket Acharjee" userId="8b4d1488d205fbc6" providerId="LiveId" clId="{97F1610E-42EB-404C-B8A3-46EC56E68F80}" dt="2026-10-14T07:22:17.344" v="1452" actId="207"/>
        <pc:sldMkLst>
          <pc:docMk/>
          <pc:sldMk cId="0" sldId="287"/>
        </pc:sldMkLst>
        <pc:spChg chg="mod">
          <ac:chgData name="Aniket Acharjee" userId="8b4d1488d205fbc6" providerId="LiveId" clId="{97F1610E-42EB-404C-B8A3-46EC56E68F80}" dt="2026-10-14T07:22:17.344" v="1452" actId="207"/>
          <ac:spMkLst>
            <pc:docMk/>
            <pc:sldMk cId="0" sldId="287"/>
            <ac:spMk id="2" creationId="{00000000-0000-0000-0000-000000000000}"/>
          </ac:spMkLst>
        </pc:spChg>
        <pc:picChg chg="add">
          <ac:chgData name="Aniket Acharjee" userId="8b4d1488d205fbc6" providerId="LiveId" clId="{97F1610E-42EB-404C-B8A3-46EC56E68F80}" dt="2026-10-14T06:34:07.257" v="1327" actId="22"/>
          <ac:picMkLst>
            <pc:docMk/>
            <pc:sldMk cId="0" sldId="287"/>
            <ac:picMk id="16" creationId="{764DC113-EA2A-5796-F0FA-3EE8EF6B970F}"/>
          </ac:picMkLst>
        </pc:picChg>
      </pc:sldChg>
      <pc:sldChg chg="addSp modSp mod setBg">
        <pc:chgData name="Aniket Acharjee" userId="8b4d1488d205fbc6" providerId="LiveId" clId="{97F1610E-42EB-404C-B8A3-46EC56E68F80}" dt="2026-10-14T07:22:23.832" v="1453" actId="207"/>
        <pc:sldMkLst>
          <pc:docMk/>
          <pc:sldMk cId="0" sldId="288"/>
        </pc:sldMkLst>
        <pc:spChg chg="mod">
          <ac:chgData name="Aniket Acharjee" userId="8b4d1488d205fbc6" providerId="LiveId" clId="{97F1610E-42EB-404C-B8A3-46EC56E68F80}" dt="2026-10-14T07:22:23.832" v="1453" actId="207"/>
          <ac:spMkLst>
            <pc:docMk/>
            <pc:sldMk cId="0" sldId="288"/>
            <ac:spMk id="2" creationId="{00000000-0000-0000-0000-000000000000}"/>
          </ac:spMkLst>
        </pc:spChg>
        <pc:picChg chg="add mod">
          <ac:chgData name="Aniket Acharjee" userId="8b4d1488d205fbc6" providerId="LiveId" clId="{97F1610E-42EB-404C-B8A3-46EC56E68F80}" dt="2026-10-14T06:34:17.193" v="1335" actId="1035"/>
          <ac:picMkLst>
            <pc:docMk/>
            <pc:sldMk cId="0" sldId="288"/>
            <ac:picMk id="37" creationId="{6DABD08D-5A28-E7FF-EED7-8FA7620233F1}"/>
          </ac:picMkLst>
        </pc:picChg>
      </pc:sldChg>
      <pc:sldChg chg="addSp delSp modSp mod setBg">
        <pc:chgData name="Aniket Acharjee" userId="8b4d1488d205fbc6" providerId="LiveId" clId="{97F1610E-42EB-404C-B8A3-46EC56E68F80}" dt="2026-10-14T07:22:31.385" v="1454" actId="207"/>
        <pc:sldMkLst>
          <pc:docMk/>
          <pc:sldMk cId="0" sldId="289"/>
        </pc:sldMkLst>
        <pc:spChg chg="mod">
          <ac:chgData name="Aniket Acharjee" userId="8b4d1488d205fbc6" providerId="LiveId" clId="{97F1610E-42EB-404C-B8A3-46EC56E68F80}" dt="2026-10-14T07:22:31.385" v="1454" actId="207"/>
          <ac:spMkLst>
            <pc:docMk/>
            <pc:sldMk cId="0" sldId="289"/>
            <ac:spMk id="2" creationId="{00000000-0000-0000-0000-000000000000}"/>
          </ac:spMkLst>
        </pc:spChg>
        <pc:spChg chg="mod">
          <ac:chgData name="Aniket Acharjee" userId="8b4d1488d205fbc6" providerId="LiveId" clId="{97F1610E-42EB-404C-B8A3-46EC56E68F80}" dt="2026-10-14T05:45:30.931" v="53" actId="27636"/>
          <ac:spMkLst>
            <pc:docMk/>
            <pc:sldMk cId="0" sldId="289"/>
            <ac:spMk id="12" creationId="{00000000-0000-0000-0000-000000000000}"/>
          </ac:spMkLst>
        </pc:spChg>
        <pc:spChg chg="mod">
          <ac:chgData name="Aniket Acharjee" userId="8b4d1488d205fbc6" providerId="LiveId" clId="{97F1610E-42EB-404C-B8A3-46EC56E68F80}" dt="2026-10-14T05:45:30.953" v="54" actId="27636"/>
          <ac:spMkLst>
            <pc:docMk/>
            <pc:sldMk cId="0" sldId="289"/>
            <ac:spMk id="18" creationId="{00000000-0000-0000-0000-000000000000}"/>
          </ac:spMkLst>
        </pc:spChg>
        <pc:picChg chg="add del">
          <ac:chgData name="Aniket Acharjee" userId="8b4d1488d205fbc6" providerId="LiveId" clId="{97F1610E-42EB-404C-B8A3-46EC56E68F80}" dt="2026-10-14T06:34:26.132" v="1337" actId="478"/>
          <ac:picMkLst>
            <pc:docMk/>
            <pc:sldMk cId="0" sldId="289"/>
            <ac:picMk id="23" creationId="{7F7D10D1-E7E8-79F9-FD91-DA807F550A3C}"/>
          </ac:picMkLst>
        </pc:picChg>
        <pc:picChg chg="add mod">
          <ac:chgData name="Aniket Acharjee" userId="8b4d1488d205fbc6" providerId="LiveId" clId="{97F1610E-42EB-404C-B8A3-46EC56E68F80}" dt="2026-10-14T06:34:40.512" v="1339" actId="14100"/>
          <ac:picMkLst>
            <pc:docMk/>
            <pc:sldMk cId="0" sldId="289"/>
            <ac:picMk id="25" creationId="{634313AC-CB0E-C921-6A28-BAE5486C56F2}"/>
          </ac:picMkLst>
        </pc:picChg>
      </pc:sldChg>
      <pc:sldChg chg="addSp modSp mod setBg">
        <pc:chgData name="Aniket Acharjee" userId="8b4d1488d205fbc6" providerId="LiveId" clId="{97F1610E-42EB-404C-B8A3-46EC56E68F80}" dt="2026-10-14T07:22:48.012" v="1456" actId="207"/>
        <pc:sldMkLst>
          <pc:docMk/>
          <pc:sldMk cId="0" sldId="290"/>
        </pc:sldMkLst>
        <pc:spChg chg="mod">
          <ac:chgData name="Aniket Acharjee" userId="8b4d1488d205fbc6" providerId="LiveId" clId="{97F1610E-42EB-404C-B8A3-46EC56E68F80}" dt="2026-10-14T07:22:48.012" v="1456" actId="207"/>
          <ac:spMkLst>
            <pc:docMk/>
            <pc:sldMk cId="0" sldId="290"/>
            <ac:spMk id="2" creationId="{00000000-0000-0000-0000-000000000000}"/>
          </ac:spMkLst>
        </pc:spChg>
        <pc:picChg chg="add mod">
          <ac:chgData name="Aniket Acharjee" userId="8b4d1488d205fbc6" providerId="LiveId" clId="{97F1610E-42EB-404C-B8A3-46EC56E68F80}" dt="2026-10-14T06:29:45.769" v="1019" actId="207"/>
          <ac:picMkLst>
            <pc:docMk/>
            <pc:sldMk cId="0" sldId="290"/>
            <ac:picMk id="23" creationId="{B52794F6-4E39-F39A-0E2B-D558BE7C0F94}"/>
          </ac:picMkLst>
        </pc:picChg>
        <pc:picChg chg="add mod">
          <ac:chgData name="Aniket Acharjee" userId="8b4d1488d205fbc6" providerId="LiveId" clId="{97F1610E-42EB-404C-B8A3-46EC56E68F80}" dt="2026-10-14T06:34:52.017" v="1341" actId="14100"/>
          <ac:picMkLst>
            <pc:docMk/>
            <pc:sldMk cId="0" sldId="290"/>
            <ac:picMk id="25" creationId="{8A89FC59-2ACE-715F-1658-B7B85878E894}"/>
          </ac:picMkLst>
        </pc:picChg>
      </pc:sldChg>
      <pc:sldChg chg="addSp modSp mod setBg">
        <pc:chgData name="Aniket Acharjee" userId="8b4d1488d205fbc6" providerId="LiveId" clId="{97F1610E-42EB-404C-B8A3-46EC56E68F80}" dt="2026-10-14T07:22:56.401" v="1457" actId="207"/>
        <pc:sldMkLst>
          <pc:docMk/>
          <pc:sldMk cId="0" sldId="291"/>
        </pc:sldMkLst>
        <pc:spChg chg="mod">
          <ac:chgData name="Aniket Acharjee" userId="8b4d1488d205fbc6" providerId="LiveId" clId="{97F1610E-42EB-404C-B8A3-46EC56E68F80}" dt="2026-10-14T07:22:56.401" v="1457" actId="207"/>
          <ac:spMkLst>
            <pc:docMk/>
            <pc:sldMk cId="0" sldId="291"/>
            <ac:spMk id="2" creationId="{00000000-0000-0000-0000-000000000000}"/>
          </ac:spMkLst>
        </pc:spChg>
        <pc:picChg chg="add mod">
          <ac:chgData name="Aniket Acharjee" userId="8b4d1488d205fbc6" providerId="LiveId" clId="{97F1610E-42EB-404C-B8A3-46EC56E68F80}" dt="2026-10-14T06:35:01.358" v="1343" actId="14100"/>
          <ac:picMkLst>
            <pc:docMk/>
            <pc:sldMk cId="0" sldId="291"/>
            <ac:picMk id="23" creationId="{79EBC5B2-3976-07CE-5755-5639BFF60B6D}"/>
          </ac:picMkLst>
        </pc:picChg>
      </pc:sldChg>
      <pc:sldChg chg="addSp modSp mod setBg">
        <pc:chgData name="Aniket Acharjee" userId="8b4d1488d205fbc6" providerId="LiveId" clId="{97F1610E-42EB-404C-B8A3-46EC56E68F80}" dt="2026-10-14T07:23:04.101" v="1458" actId="207"/>
        <pc:sldMkLst>
          <pc:docMk/>
          <pc:sldMk cId="0" sldId="292"/>
        </pc:sldMkLst>
        <pc:spChg chg="mod">
          <ac:chgData name="Aniket Acharjee" userId="8b4d1488d205fbc6" providerId="LiveId" clId="{97F1610E-42EB-404C-B8A3-46EC56E68F80}" dt="2026-10-14T07:23:04.101" v="1458" actId="207"/>
          <ac:spMkLst>
            <pc:docMk/>
            <pc:sldMk cId="0" sldId="292"/>
            <ac:spMk id="2" creationId="{00000000-0000-0000-0000-000000000000}"/>
          </ac:spMkLst>
        </pc:spChg>
        <pc:picChg chg="add mod">
          <ac:chgData name="Aniket Acharjee" userId="8b4d1488d205fbc6" providerId="LiveId" clId="{97F1610E-42EB-404C-B8A3-46EC56E68F80}" dt="2026-10-14T06:35:10.936" v="1345" actId="14100"/>
          <ac:picMkLst>
            <pc:docMk/>
            <pc:sldMk cId="0" sldId="292"/>
            <ac:picMk id="23" creationId="{D2F72A0D-76D0-533B-0ACE-30B0B7F34E41}"/>
          </ac:picMkLst>
        </pc:picChg>
      </pc:sldChg>
      <pc:sldChg chg="addSp modSp mod setBg">
        <pc:chgData name="Aniket Acharjee" userId="8b4d1488d205fbc6" providerId="LiveId" clId="{97F1610E-42EB-404C-B8A3-46EC56E68F80}" dt="2026-10-14T07:23:13.852" v="1459" actId="207"/>
        <pc:sldMkLst>
          <pc:docMk/>
          <pc:sldMk cId="0" sldId="293"/>
        </pc:sldMkLst>
        <pc:spChg chg="mod">
          <ac:chgData name="Aniket Acharjee" userId="8b4d1488d205fbc6" providerId="LiveId" clId="{97F1610E-42EB-404C-B8A3-46EC56E68F80}" dt="2026-10-14T07:23:13.852" v="1459" actId="207"/>
          <ac:spMkLst>
            <pc:docMk/>
            <pc:sldMk cId="0" sldId="293"/>
            <ac:spMk id="2" creationId="{00000000-0000-0000-0000-000000000000}"/>
          </ac:spMkLst>
        </pc:spChg>
        <pc:spChg chg="mod">
          <ac:chgData name="Aniket Acharjee" userId="8b4d1488d205fbc6" providerId="LiveId" clId="{97F1610E-42EB-404C-B8A3-46EC56E68F80}" dt="2026-10-14T05:45:31.026" v="55" actId="27636"/>
          <ac:spMkLst>
            <pc:docMk/>
            <pc:sldMk cId="0" sldId="293"/>
            <ac:spMk id="7" creationId="{00000000-0000-0000-0000-000000000000}"/>
          </ac:spMkLst>
        </pc:spChg>
        <pc:picChg chg="add">
          <ac:chgData name="Aniket Acharjee" userId="8b4d1488d205fbc6" providerId="LiveId" clId="{97F1610E-42EB-404C-B8A3-46EC56E68F80}" dt="2026-10-14T06:35:15.530" v="1346" actId="22"/>
          <ac:picMkLst>
            <pc:docMk/>
            <pc:sldMk cId="0" sldId="293"/>
            <ac:picMk id="12" creationId="{52F9BF09-6338-F991-724D-59268202EEBC}"/>
          </ac:picMkLst>
        </pc:picChg>
      </pc:sldChg>
      <pc:sldChg chg="addSp modSp mod setBg">
        <pc:chgData name="Aniket Acharjee" userId="8b4d1488d205fbc6" providerId="LiveId" clId="{97F1610E-42EB-404C-B8A3-46EC56E68F80}" dt="2026-10-14T07:25:08.536" v="1461" actId="207"/>
        <pc:sldMkLst>
          <pc:docMk/>
          <pc:sldMk cId="0" sldId="294"/>
        </pc:sldMkLst>
        <pc:spChg chg="mod">
          <ac:chgData name="Aniket Acharjee" userId="8b4d1488d205fbc6" providerId="LiveId" clId="{97F1610E-42EB-404C-B8A3-46EC56E68F80}" dt="2026-10-14T07:25:08.536" v="1461" actId="207"/>
          <ac:spMkLst>
            <pc:docMk/>
            <pc:sldMk cId="0" sldId="294"/>
            <ac:spMk id="2" creationId="{00000000-0000-0000-0000-000000000000}"/>
          </ac:spMkLst>
        </pc:spChg>
        <pc:picChg chg="add mod">
          <ac:chgData name="Aniket Acharjee" userId="8b4d1488d205fbc6" providerId="LiveId" clId="{97F1610E-42EB-404C-B8A3-46EC56E68F80}" dt="2026-10-14T06:35:25.141" v="1348" actId="14100"/>
          <ac:picMkLst>
            <pc:docMk/>
            <pc:sldMk cId="0" sldId="294"/>
            <ac:picMk id="41" creationId="{B155CDE4-2777-88AF-75E8-44C18A670BBF}"/>
          </ac:picMkLst>
        </pc:picChg>
      </pc:sldChg>
      <pc:sldChg chg="addSp modSp mod setBg">
        <pc:chgData name="Aniket Acharjee" userId="8b4d1488d205fbc6" providerId="LiveId" clId="{97F1610E-42EB-404C-B8A3-46EC56E68F80}" dt="2026-10-14T07:25:20.659" v="1462" actId="207"/>
        <pc:sldMkLst>
          <pc:docMk/>
          <pc:sldMk cId="0" sldId="295"/>
        </pc:sldMkLst>
        <pc:spChg chg="mod">
          <ac:chgData name="Aniket Acharjee" userId="8b4d1488d205fbc6" providerId="LiveId" clId="{97F1610E-42EB-404C-B8A3-46EC56E68F80}" dt="2026-10-14T07:25:20.659" v="1462" actId="207"/>
          <ac:spMkLst>
            <pc:docMk/>
            <pc:sldMk cId="0" sldId="295"/>
            <ac:spMk id="2" creationId="{00000000-0000-0000-0000-000000000000}"/>
          </ac:spMkLst>
        </pc:spChg>
        <pc:picChg chg="add mod">
          <ac:chgData name="Aniket Acharjee" userId="8b4d1488d205fbc6" providerId="LiveId" clId="{97F1610E-42EB-404C-B8A3-46EC56E68F80}" dt="2026-10-14T06:35:38.279" v="1350" actId="14100"/>
          <ac:picMkLst>
            <pc:docMk/>
            <pc:sldMk cId="0" sldId="295"/>
            <ac:picMk id="47" creationId="{AC6AA18F-E76D-5521-92D9-EC3180AFDC9F}"/>
          </ac:picMkLst>
        </pc:picChg>
      </pc:sldChg>
      <pc:sldChg chg="addSp modSp mod setBg">
        <pc:chgData name="Aniket Acharjee" userId="8b4d1488d205fbc6" providerId="LiveId" clId="{97F1610E-42EB-404C-B8A3-46EC56E68F80}" dt="2026-10-14T07:25:29.069" v="1463" actId="207"/>
        <pc:sldMkLst>
          <pc:docMk/>
          <pc:sldMk cId="0" sldId="296"/>
        </pc:sldMkLst>
        <pc:spChg chg="mod">
          <ac:chgData name="Aniket Acharjee" userId="8b4d1488d205fbc6" providerId="LiveId" clId="{97F1610E-42EB-404C-B8A3-46EC56E68F80}" dt="2026-10-14T07:25:29.069" v="1463" actId="207"/>
          <ac:spMkLst>
            <pc:docMk/>
            <pc:sldMk cId="0" sldId="296"/>
            <ac:spMk id="2" creationId="{00000000-0000-0000-0000-000000000000}"/>
          </ac:spMkLst>
        </pc:spChg>
        <pc:picChg chg="add">
          <ac:chgData name="Aniket Acharjee" userId="8b4d1488d205fbc6" providerId="LiveId" clId="{97F1610E-42EB-404C-B8A3-46EC56E68F80}" dt="2026-10-14T06:36:37.044" v="1351" actId="22"/>
          <ac:picMkLst>
            <pc:docMk/>
            <pc:sldMk cId="0" sldId="296"/>
            <ac:picMk id="47" creationId="{7ED52499-C414-29EB-24D3-99C4CC302630}"/>
          </ac:picMkLst>
        </pc:picChg>
      </pc:sldChg>
      <pc:sldChg chg="addSp modSp mod setBg">
        <pc:chgData name="Aniket Acharjee" userId="8b4d1488d205fbc6" providerId="LiveId" clId="{97F1610E-42EB-404C-B8A3-46EC56E68F80}" dt="2026-10-14T07:25:38.014" v="1464" actId="207"/>
        <pc:sldMkLst>
          <pc:docMk/>
          <pc:sldMk cId="0" sldId="297"/>
        </pc:sldMkLst>
        <pc:spChg chg="mod">
          <ac:chgData name="Aniket Acharjee" userId="8b4d1488d205fbc6" providerId="LiveId" clId="{97F1610E-42EB-404C-B8A3-46EC56E68F80}" dt="2026-10-14T07:25:38.014" v="1464" actId="207"/>
          <ac:spMkLst>
            <pc:docMk/>
            <pc:sldMk cId="0" sldId="297"/>
            <ac:spMk id="2" creationId="{00000000-0000-0000-0000-000000000000}"/>
          </ac:spMkLst>
        </pc:spChg>
        <pc:picChg chg="add">
          <ac:chgData name="Aniket Acharjee" userId="8b4d1488d205fbc6" providerId="LiveId" clId="{97F1610E-42EB-404C-B8A3-46EC56E68F80}" dt="2026-10-14T06:36:40.549" v="1352" actId="22"/>
          <ac:picMkLst>
            <pc:docMk/>
            <pc:sldMk cId="0" sldId="297"/>
            <ac:picMk id="47" creationId="{A1C79961-AC78-15A1-0073-7C00B38A3469}"/>
          </ac:picMkLst>
        </pc:picChg>
      </pc:sldChg>
      <pc:sldChg chg="addSp modSp mod setBg">
        <pc:chgData name="Aniket Acharjee" userId="8b4d1488d205fbc6" providerId="LiveId" clId="{97F1610E-42EB-404C-B8A3-46EC56E68F80}" dt="2026-10-14T07:25:47.233" v="1465" actId="207"/>
        <pc:sldMkLst>
          <pc:docMk/>
          <pc:sldMk cId="0" sldId="298"/>
        </pc:sldMkLst>
        <pc:spChg chg="mod">
          <ac:chgData name="Aniket Acharjee" userId="8b4d1488d205fbc6" providerId="LiveId" clId="{97F1610E-42EB-404C-B8A3-46EC56E68F80}" dt="2026-10-14T07:25:47.233" v="1465" actId="207"/>
          <ac:spMkLst>
            <pc:docMk/>
            <pc:sldMk cId="0" sldId="298"/>
            <ac:spMk id="2" creationId="{00000000-0000-0000-0000-000000000000}"/>
          </ac:spMkLst>
        </pc:spChg>
        <pc:picChg chg="add">
          <ac:chgData name="Aniket Acharjee" userId="8b4d1488d205fbc6" providerId="LiveId" clId="{97F1610E-42EB-404C-B8A3-46EC56E68F80}" dt="2026-10-14T06:36:44.115" v="1353" actId="22"/>
          <ac:picMkLst>
            <pc:docMk/>
            <pc:sldMk cId="0" sldId="298"/>
            <ac:picMk id="29" creationId="{9054EF9D-0961-0C37-8691-65765D47F9EE}"/>
          </ac:picMkLst>
        </pc:picChg>
      </pc:sldChg>
      <pc:sldChg chg="modSp mod setBg">
        <pc:chgData name="Aniket Acharjee" userId="8b4d1488d205fbc6" providerId="LiveId" clId="{97F1610E-42EB-404C-B8A3-46EC56E68F80}" dt="2026-10-14T07:25:53.833" v="1466" actId="207"/>
        <pc:sldMkLst>
          <pc:docMk/>
          <pc:sldMk cId="0" sldId="299"/>
        </pc:sldMkLst>
        <pc:spChg chg="mod">
          <ac:chgData name="Aniket Acharjee" userId="8b4d1488d205fbc6" providerId="LiveId" clId="{97F1610E-42EB-404C-B8A3-46EC56E68F80}" dt="2026-10-14T07:25:53.833" v="1466" actId="207"/>
          <ac:spMkLst>
            <pc:docMk/>
            <pc:sldMk cId="0" sldId="299"/>
            <ac:spMk id="2" creationId="{00000000-0000-0000-0000-000000000000}"/>
          </ac:spMkLst>
        </pc:spChg>
      </pc:sldChg>
      <pc:sldChg chg="modSp mod setBg">
        <pc:chgData name="Aniket Acharjee" userId="8b4d1488d205fbc6" providerId="LiveId" clId="{97F1610E-42EB-404C-B8A3-46EC56E68F80}" dt="2026-10-14T07:26:05.012" v="1468" actId="207"/>
        <pc:sldMkLst>
          <pc:docMk/>
          <pc:sldMk cId="0" sldId="300"/>
        </pc:sldMkLst>
        <pc:spChg chg="mod">
          <ac:chgData name="Aniket Acharjee" userId="8b4d1488d205fbc6" providerId="LiveId" clId="{97F1610E-42EB-404C-B8A3-46EC56E68F80}" dt="2026-10-14T07:26:05.012" v="1468" actId="207"/>
          <ac:spMkLst>
            <pc:docMk/>
            <pc:sldMk cId="0" sldId="300"/>
            <ac:spMk id="2" creationId="{00000000-0000-0000-0000-000000000000}"/>
          </ac:spMkLst>
        </pc:spChg>
      </pc:sldChg>
      <pc:sldChg chg="addSp modSp mod setBg">
        <pc:chgData name="Aniket Acharjee" userId="8b4d1488d205fbc6" providerId="LiveId" clId="{97F1610E-42EB-404C-B8A3-46EC56E68F80}" dt="2026-10-14T07:26:12.372" v="1469" actId="207"/>
        <pc:sldMkLst>
          <pc:docMk/>
          <pc:sldMk cId="0" sldId="301"/>
        </pc:sldMkLst>
        <pc:spChg chg="mod">
          <ac:chgData name="Aniket Acharjee" userId="8b4d1488d205fbc6" providerId="LiveId" clId="{97F1610E-42EB-404C-B8A3-46EC56E68F80}" dt="2026-10-14T07:26:12.372" v="1469" actId="207"/>
          <ac:spMkLst>
            <pc:docMk/>
            <pc:sldMk cId="0" sldId="301"/>
            <ac:spMk id="2" creationId="{00000000-0000-0000-0000-000000000000}"/>
          </ac:spMkLst>
        </pc:spChg>
        <pc:spChg chg="mod">
          <ac:chgData name="Aniket Acharjee" userId="8b4d1488d205fbc6" providerId="LiveId" clId="{97F1610E-42EB-404C-B8A3-46EC56E68F80}" dt="2026-10-14T05:21:01.702" v="0" actId="255"/>
          <ac:spMkLst>
            <pc:docMk/>
            <pc:sldMk cId="0" sldId="301"/>
            <ac:spMk id="33" creationId="{00000000-0000-0000-0000-000000000000}"/>
          </ac:spMkLst>
        </pc:spChg>
        <pc:picChg chg="add mod">
          <ac:chgData name="Aniket Acharjee" userId="8b4d1488d205fbc6" providerId="LiveId" clId="{97F1610E-42EB-404C-B8A3-46EC56E68F80}" dt="2026-10-14T06:36:59.494" v="1355" actId="14100"/>
          <ac:picMkLst>
            <pc:docMk/>
            <pc:sldMk cId="0" sldId="301"/>
            <ac:picMk id="35" creationId="{54CD4DDD-1242-1533-37DF-FB24C1C356B9}"/>
          </ac:picMkLst>
        </pc:picChg>
      </pc:sldChg>
      <pc:sldChg chg="addSp modSp mod setBg">
        <pc:chgData name="Aniket Acharjee" userId="8b4d1488d205fbc6" providerId="LiveId" clId="{97F1610E-42EB-404C-B8A3-46EC56E68F80}" dt="2026-10-14T07:26:19.548" v="1470" actId="207"/>
        <pc:sldMkLst>
          <pc:docMk/>
          <pc:sldMk cId="0" sldId="302"/>
        </pc:sldMkLst>
        <pc:spChg chg="mod">
          <ac:chgData name="Aniket Acharjee" userId="8b4d1488d205fbc6" providerId="LiveId" clId="{97F1610E-42EB-404C-B8A3-46EC56E68F80}" dt="2026-10-14T07:26:19.548" v="1470" actId="207"/>
          <ac:spMkLst>
            <pc:docMk/>
            <pc:sldMk cId="0" sldId="302"/>
            <ac:spMk id="2" creationId="{00000000-0000-0000-0000-000000000000}"/>
          </ac:spMkLst>
        </pc:spChg>
        <pc:picChg chg="add mod">
          <ac:chgData name="Aniket Acharjee" userId="8b4d1488d205fbc6" providerId="LiveId" clId="{97F1610E-42EB-404C-B8A3-46EC56E68F80}" dt="2026-10-14T06:37:11.588" v="1357" actId="14100"/>
          <ac:picMkLst>
            <pc:docMk/>
            <pc:sldMk cId="0" sldId="302"/>
            <ac:picMk id="25" creationId="{0D5F6CD7-FF37-F743-54C2-F6124A4CFFB2}"/>
          </ac:picMkLst>
        </pc:picChg>
      </pc:sldChg>
      <pc:sldChg chg="addSp modSp mod setBg">
        <pc:chgData name="Aniket Acharjee" userId="8b4d1488d205fbc6" providerId="LiveId" clId="{97F1610E-42EB-404C-B8A3-46EC56E68F80}" dt="2026-10-14T07:26:26.064" v="1471" actId="207"/>
        <pc:sldMkLst>
          <pc:docMk/>
          <pc:sldMk cId="0" sldId="303"/>
        </pc:sldMkLst>
        <pc:spChg chg="mod">
          <ac:chgData name="Aniket Acharjee" userId="8b4d1488d205fbc6" providerId="LiveId" clId="{97F1610E-42EB-404C-B8A3-46EC56E68F80}" dt="2026-10-14T07:26:26.064" v="1471" actId="207"/>
          <ac:spMkLst>
            <pc:docMk/>
            <pc:sldMk cId="0" sldId="303"/>
            <ac:spMk id="2" creationId="{00000000-0000-0000-0000-000000000000}"/>
          </ac:spMkLst>
        </pc:spChg>
        <pc:picChg chg="add">
          <ac:chgData name="Aniket Acharjee" userId="8b4d1488d205fbc6" providerId="LiveId" clId="{97F1610E-42EB-404C-B8A3-46EC56E68F80}" dt="2026-10-14T06:37:14.667" v="1358" actId="22"/>
          <ac:picMkLst>
            <pc:docMk/>
            <pc:sldMk cId="0" sldId="303"/>
            <ac:picMk id="20" creationId="{2F15D074-150B-4791-4E4D-09374C2194B4}"/>
          </ac:picMkLst>
        </pc:picChg>
      </pc:sldChg>
      <pc:sldChg chg="addSp modSp mod setBg">
        <pc:chgData name="Aniket Acharjee" userId="8b4d1488d205fbc6" providerId="LiveId" clId="{97F1610E-42EB-404C-B8A3-46EC56E68F80}" dt="2026-10-14T07:07:50.952" v="1367"/>
        <pc:sldMkLst>
          <pc:docMk/>
          <pc:sldMk cId="0" sldId="304"/>
        </pc:sldMkLst>
        <pc:spChg chg="mod">
          <ac:chgData name="Aniket Acharjee" userId="8b4d1488d205fbc6" providerId="LiveId" clId="{97F1610E-42EB-404C-B8A3-46EC56E68F80}" dt="2026-10-14T06:43:16.516" v="1364" actId="207"/>
          <ac:spMkLst>
            <pc:docMk/>
            <pc:sldMk cId="0" sldId="304"/>
            <ac:spMk id="2" creationId="{00000000-0000-0000-0000-000000000000}"/>
          </ac:spMkLst>
        </pc:spChg>
        <pc:spChg chg="mod">
          <ac:chgData name="Aniket Acharjee" userId="8b4d1488d205fbc6" providerId="LiveId" clId="{97F1610E-42EB-404C-B8A3-46EC56E68F80}" dt="2026-10-14T05:45:31.090" v="56" actId="27636"/>
          <ac:spMkLst>
            <pc:docMk/>
            <pc:sldMk cId="0" sldId="304"/>
            <ac:spMk id="17" creationId="{00000000-0000-0000-0000-000000000000}"/>
          </ac:spMkLst>
        </pc:spChg>
        <pc:picChg chg="add mod">
          <ac:chgData name="Aniket Acharjee" userId="8b4d1488d205fbc6" providerId="LiveId" clId="{97F1610E-42EB-404C-B8A3-46EC56E68F80}" dt="2026-10-14T06:37:25.748" v="1360" actId="14100"/>
          <ac:picMkLst>
            <pc:docMk/>
            <pc:sldMk cId="0" sldId="304"/>
            <ac:picMk id="30" creationId="{318B4CB2-58D1-A5EC-AA23-29E2224A1DFB}"/>
          </ac:picMkLst>
        </pc:picChg>
      </pc:sldChg>
      <pc:sldChg chg="addSp delSp modSp mod setBg">
        <pc:chgData name="Aniket Acharjee" userId="8b4d1488d205fbc6" providerId="LiveId" clId="{97F1610E-42EB-404C-B8A3-46EC56E68F80}" dt="2026-10-14T09:08:17.250" v="1512" actId="22"/>
        <pc:sldMkLst>
          <pc:docMk/>
          <pc:sldMk cId="0" sldId="305"/>
        </pc:sldMkLst>
        <pc:spChg chg="mod">
          <ac:chgData name="Aniket Acharjee" userId="8b4d1488d205fbc6" providerId="LiveId" clId="{97F1610E-42EB-404C-B8A3-46EC56E68F80}" dt="2026-10-14T07:26:34.838" v="1472" actId="207"/>
          <ac:spMkLst>
            <pc:docMk/>
            <pc:sldMk cId="0" sldId="305"/>
            <ac:spMk id="2" creationId="{00000000-0000-0000-0000-000000000000}"/>
          </ac:spMkLst>
        </pc:spChg>
        <pc:picChg chg="add del mod">
          <ac:chgData name="Aniket Acharjee" userId="8b4d1488d205fbc6" providerId="LiveId" clId="{97F1610E-42EB-404C-B8A3-46EC56E68F80}" dt="2026-10-14T07:26:42.768" v="1473" actId="14100"/>
          <ac:picMkLst>
            <pc:docMk/>
            <pc:sldMk cId="0" sldId="305"/>
            <ac:picMk id="5" creationId="{00000000-0000-0000-0000-000000000000}"/>
          </ac:picMkLst>
        </pc:picChg>
        <pc:picChg chg="add">
          <ac:chgData name="Aniket Acharjee" userId="8b4d1488d205fbc6" providerId="LiveId" clId="{97F1610E-42EB-404C-B8A3-46EC56E68F80}" dt="2026-10-14T09:08:17.250" v="1512" actId="22"/>
          <ac:picMkLst>
            <pc:docMk/>
            <pc:sldMk cId="0" sldId="305"/>
            <ac:picMk id="7" creationId="{D2FDABFB-7957-4CF4-D7DC-B09B1FF7F476}"/>
          </ac:picMkLst>
        </pc:picChg>
      </pc:sldChg>
      <pc:sldChg chg="addSp modSp mod setBg">
        <pc:chgData name="Aniket Acharjee" userId="8b4d1488d205fbc6" providerId="LiveId" clId="{97F1610E-42EB-404C-B8A3-46EC56E68F80}" dt="2026-10-14T09:08:21.575" v="1513" actId="22"/>
        <pc:sldMkLst>
          <pc:docMk/>
          <pc:sldMk cId="0" sldId="306"/>
        </pc:sldMkLst>
        <pc:spChg chg="mod">
          <ac:chgData name="Aniket Acharjee" userId="8b4d1488d205fbc6" providerId="LiveId" clId="{97F1610E-42EB-404C-B8A3-46EC56E68F80}" dt="2026-10-14T07:26:59.188" v="1474" actId="207"/>
          <ac:spMkLst>
            <pc:docMk/>
            <pc:sldMk cId="0" sldId="306"/>
            <ac:spMk id="2" creationId="{00000000-0000-0000-0000-000000000000}"/>
          </ac:spMkLst>
        </pc:spChg>
        <pc:picChg chg="add">
          <ac:chgData name="Aniket Acharjee" userId="8b4d1488d205fbc6" providerId="LiveId" clId="{97F1610E-42EB-404C-B8A3-46EC56E68F80}" dt="2026-10-14T09:08:21.575" v="1513" actId="22"/>
          <ac:picMkLst>
            <pc:docMk/>
            <pc:sldMk cId="0" sldId="306"/>
            <ac:picMk id="7" creationId="{B1DDDFC0-BF45-E4E2-7CA7-02D8D7CF4AD6}"/>
          </ac:picMkLst>
        </pc:picChg>
      </pc:sldChg>
      <pc:sldChg chg="modSp mod setBg">
        <pc:chgData name="Aniket Acharjee" userId="8b4d1488d205fbc6" providerId="LiveId" clId="{97F1610E-42EB-404C-B8A3-46EC56E68F80}" dt="2026-10-14T07:27:06.499" v="1475" actId="207"/>
        <pc:sldMkLst>
          <pc:docMk/>
          <pc:sldMk cId="0" sldId="307"/>
        </pc:sldMkLst>
        <pc:spChg chg="mod">
          <ac:chgData name="Aniket Acharjee" userId="8b4d1488d205fbc6" providerId="LiveId" clId="{97F1610E-42EB-404C-B8A3-46EC56E68F80}" dt="2026-10-14T07:27:06.499" v="1475" actId="207"/>
          <ac:spMkLst>
            <pc:docMk/>
            <pc:sldMk cId="0" sldId="307"/>
            <ac:spMk id="2" creationId="{00000000-0000-0000-0000-000000000000}"/>
          </ac:spMkLst>
        </pc:spChg>
      </pc:sldChg>
      <pc:sldChg chg="addSp modSp mod setBg">
        <pc:chgData name="Aniket Acharjee" userId="8b4d1488d205fbc6" providerId="LiveId" clId="{97F1610E-42EB-404C-B8A3-46EC56E68F80}" dt="2026-10-14T09:08:26.739" v="1514" actId="22"/>
        <pc:sldMkLst>
          <pc:docMk/>
          <pc:sldMk cId="0" sldId="308"/>
        </pc:sldMkLst>
        <pc:spChg chg="mod">
          <ac:chgData name="Aniket Acharjee" userId="8b4d1488d205fbc6" providerId="LiveId" clId="{97F1610E-42EB-404C-B8A3-46EC56E68F80}" dt="2026-10-14T07:27:14.620" v="1476" actId="207"/>
          <ac:spMkLst>
            <pc:docMk/>
            <pc:sldMk cId="0" sldId="308"/>
            <ac:spMk id="2" creationId="{00000000-0000-0000-0000-000000000000}"/>
          </ac:spMkLst>
        </pc:spChg>
        <pc:picChg chg="add">
          <ac:chgData name="Aniket Acharjee" userId="8b4d1488d205fbc6" providerId="LiveId" clId="{97F1610E-42EB-404C-B8A3-46EC56E68F80}" dt="2026-10-14T09:08:26.739" v="1514" actId="22"/>
          <ac:picMkLst>
            <pc:docMk/>
            <pc:sldMk cId="0" sldId="308"/>
            <ac:picMk id="17" creationId="{A657B125-330B-EBE4-31A1-0E9157532F5B}"/>
          </ac:picMkLst>
        </pc:picChg>
      </pc:sldChg>
      <pc:sldChg chg="addSp modSp mod setBg">
        <pc:chgData name="Aniket Acharjee" userId="8b4d1488d205fbc6" providerId="LiveId" clId="{97F1610E-42EB-404C-B8A3-46EC56E68F80}" dt="2026-10-14T09:08:30.255" v="1515" actId="22"/>
        <pc:sldMkLst>
          <pc:docMk/>
          <pc:sldMk cId="0" sldId="309"/>
        </pc:sldMkLst>
        <pc:spChg chg="mod">
          <ac:chgData name="Aniket Acharjee" userId="8b4d1488d205fbc6" providerId="LiveId" clId="{97F1610E-42EB-404C-B8A3-46EC56E68F80}" dt="2026-10-14T07:27:30.272" v="1477" actId="207"/>
          <ac:spMkLst>
            <pc:docMk/>
            <pc:sldMk cId="0" sldId="309"/>
            <ac:spMk id="2" creationId="{00000000-0000-0000-0000-000000000000}"/>
          </ac:spMkLst>
        </pc:spChg>
        <pc:picChg chg="add">
          <ac:chgData name="Aniket Acharjee" userId="8b4d1488d205fbc6" providerId="LiveId" clId="{97F1610E-42EB-404C-B8A3-46EC56E68F80}" dt="2026-10-14T09:08:30.255" v="1515" actId="22"/>
          <ac:picMkLst>
            <pc:docMk/>
            <pc:sldMk cId="0" sldId="309"/>
            <ac:picMk id="32" creationId="{0BB32B13-E7EB-F79D-58E8-07C8B87DAB34}"/>
          </ac:picMkLst>
        </pc:picChg>
      </pc:sldChg>
      <pc:sldChg chg="addSp modSp mod setBg">
        <pc:chgData name="Aniket Acharjee" userId="8b4d1488d205fbc6" providerId="LiveId" clId="{97F1610E-42EB-404C-B8A3-46EC56E68F80}" dt="2026-10-14T09:08:33.047" v="1516" actId="22"/>
        <pc:sldMkLst>
          <pc:docMk/>
          <pc:sldMk cId="0" sldId="310"/>
        </pc:sldMkLst>
        <pc:spChg chg="mod">
          <ac:chgData name="Aniket Acharjee" userId="8b4d1488d205fbc6" providerId="LiveId" clId="{97F1610E-42EB-404C-B8A3-46EC56E68F80}" dt="2026-10-14T07:27:38.288" v="1478" actId="207"/>
          <ac:spMkLst>
            <pc:docMk/>
            <pc:sldMk cId="0" sldId="310"/>
            <ac:spMk id="2" creationId="{00000000-0000-0000-0000-000000000000}"/>
          </ac:spMkLst>
        </pc:spChg>
        <pc:picChg chg="add">
          <ac:chgData name="Aniket Acharjee" userId="8b4d1488d205fbc6" providerId="LiveId" clId="{97F1610E-42EB-404C-B8A3-46EC56E68F80}" dt="2026-10-14T09:08:33.047" v="1516" actId="22"/>
          <ac:picMkLst>
            <pc:docMk/>
            <pc:sldMk cId="0" sldId="310"/>
            <ac:picMk id="14" creationId="{A16D0A20-81DC-47ED-EE4E-506851BCD4EA}"/>
          </ac:picMkLst>
        </pc:picChg>
      </pc:sldChg>
      <pc:sldChg chg="addSp modSp mod setBg">
        <pc:chgData name="Aniket Acharjee" userId="8b4d1488d205fbc6" providerId="LiveId" clId="{97F1610E-42EB-404C-B8A3-46EC56E68F80}" dt="2026-10-14T09:08:36.115" v="1517" actId="22"/>
        <pc:sldMkLst>
          <pc:docMk/>
          <pc:sldMk cId="0" sldId="311"/>
        </pc:sldMkLst>
        <pc:spChg chg="mod">
          <ac:chgData name="Aniket Acharjee" userId="8b4d1488d205fbc6" providerId="LiveId" clId="{97F1610E-42EB-404C-B8A3-46EC56E68F80}" dt="2026-10-14T07:27:48.702" v="1479" actId="207"/>
          <ac:spMkLst>
            <pc:docMk/>
            <pc:sldMk cId="0" sldId="311"/>
            <ac:spMk id="2" creationId="{00000000-0000-0000-0000-000000000000}"/>
          </ac:spMkLst>
        </pc:spChg>
        <pc:picChg chg="add">
          <ac:chgData name="Aniket Acharjee" userId="8b4d1488d205fbc6" providerId="LiveId" clId="{97F1610E-42EB-404C-B8A3-46EC56E68F80}" dt="2026-10-14T09:08:36.115" v="1517" actId="22"/>
          <ac:picMkLst>
            <pc:docMk/>
            <pc:sldMk cId="0" sldId="311"/>
            <ac:picMk id="14" creationId="{2C4E1B39-E338-830F-ACD2-2AA2EA7A8D69}"/>
          </ac:picMkLst>
        </pc:picChg>
      </pc:sldChg>
      <pc:sldChg chg="addSp modSp mod setBg">
        <pc:chgData name="Aniket Acharjee" userId="8b4d1488d205fbc6" providerId="LiveId" clId="{97F1610E-42EB-404C-B8A3-46EC56E68F80}" dt="2026-10-14T09:08:43.490" v="1518" actId="22"/>
        <pc:sldMkLst>
          <pc:docMk/>
          <pc:sldMk cId="0" sldId="312"/>
        </pc:sldMkLst>
        <pc:spChg chg="mod">
          <ac:chgData name="Aniket Acharjee" userId="8b4d1488d205fbc6" providerId="LiveId" clId="{97F1610E-42EB-404C-B8A3-46EC56E68F80}" dt="2026-10-14T07:27:54.322" v="1480" actId="207"/>
          <ac:spMkLst>
            <pc:docMk/>
            <pc:sldMk cId="0" sldId="312"/>
            <ac:spMk id="2" creationId="{00000000-0000-0000-0000-000000000000}"/>
          </ac:spMkLst>
        </pc:spChg>
        <pc:picChg chg="add">
          <ac:chgData name="Aniket Acharjee" userId="8b4d1488d205fbc6" providerId="LiveId" clId="{97F1610E-42EB-404C-B8A3-46EC56E68F80}" dt="2026-10-14T09:08:43.490" v="1518" actId="22"/>
          <ac:picMkLst>
            <pc:docMk/>
            <pc:sldMk cId="0" sldId="312"/>
            <ac:picMk id="14" creationId="{D57E9C3D-DD1E-0F7A-D25A-9EF28DAC7871}"/>
          </ac:picMkLst>
        </pc:picChg>
      </pc:sldChg>
      <pc:sldChg chg="addSp modSp mod setBg">
        <pc:chgData name="Aniket Acharjee" userId="8b4d1488d205fbc6" providerId="LiveId" clId="{97F1610E-42EB-404C-B8A3-46EC56E68F80}" dt="2026-10-14T09:08:46.306" v="1519" actId="22"/>
        <pc:sldMkLst>
          <pc:docMk/>
          <pc:sldMk cId="0" sldId="313"/>
        </pc:sldMkLst>
        <pc:spChg chg="mod">
          <ac:chgData name="Aniket Acharjee" userId="8b4d1488d205fbc6" providerId="LiveId" clId="{97F1610E-42EB-404C-B8A3-46EC56E68F80}" dt="2026-10-14T07:27:59.742" v="1481" actId="207"/>
          <ac:spMkLst>
            <pc:docMk/>
            <pc:sldMk cId="0" sldId="313"/>
            <ac:spMk id="2" creationId="{00000000-0000-0000-0000-000000000000}"/>
          </ac:spMkLst>
        </pc:spChg>
        <pc:spChg chg="mod">
          <ac:chgData name="Aniket Acharjee" userId="8b4d1488d205fbc6" providerId="LiveId" clId="{97F1610E-42EB-404C-B8A3-46EC56E68F80}" dt="2026-10-14T05:38:39.084" v="6" actId="20577"/>
          <ac:spMkLst>
            <pc:docMk/>
            <pc:sldMk cId="0" sldId="313"/>
            <ac:spMk id="12" creationId="{00000000-0000-0000-0000-000000000000}"/>
          </ac:spMkLst>
        </pc:spChg>
        <pc:picChg chg="add">
          <ac:chgData name="Aniket Acharjee" userId="8b4d1488d205fbc6" providerId="LiveId" clId="{97F1610E-42EB-404C-B8A3-46EC56E68F80}" dt="2026-10-14T09:08:46.306" v="1519" actId="22"/>
          <ac:picMkLst>
            <pc:docMk/>
            <pc:sldMk cId="0" sldId="313"/>
            <ac:picMk id="17" creationId="{AF29068D-B8E4-2219-308C-4178C1205DE5}"/>
          </ac:picMkLst>
        </pc:picChg>
      </pc:sldChg>
      <pc:sldChg chg="addSp modSp mod setBg">
        <pc:chgData name="Aniket Acharjee" userId="8b4d1488d205fbc6" providerId="LiveId" clId="{97F1610E-42EB-404C-B8A3-46EC56E68F80}" dt="2026-10-14T09:08:49.184" v="1520" actId="22"/>
        <pc:sldMkLst>
          <pc:docMk/>
          <pc:sldMk cId="0" sldId="314"/>
        </pc:sldMkLst>
        <pc:spChg chg="mod">
          <ac:chgData name="Aniket Acharjee" userId="8b4d1488d205fbc6" providerId="LiveId" clId="{97F1610E-42EB-404C-B8A3-46EC56E68F80}" dt="2026-10-14T07:28:05.960" v="1482" actId="207"/>
          <ac:spMkLst>
            <pc:docMk/>
            <pc:sldMk cId="0" sldId="314"/>
            <ac:spMk id="2" creationId="{00000000-0000-0000-0000-000000000000}"/>
          </ac:spMkLst>
        </pc:spChg>
        <pc:picChg chg="mod">
          <ac:chgData name="Aniket Acharjee" userId="8b4d1488d205fbc6" providerId="LiveId" clId="{97F1610E-42EB-404C-B8A3-46EC56E68F80}" dt="2026-10-14T07:42:50.659" v="1506" actId="14100"/>
          <ac:picMkLst>
            <pc:docMk/>
            <pc:sldMk cId="0" sldId="314"/>
            <ac:picMk id="16" creationId="{00000000-0000-0000-0000-000000000000}"/>
          </ac:picMkLst>
        </pc:picChg>
        <pc:picChg chg="add">
          <ac:chgData name="Aniket Acharjee" userId="8b4d1488d205fbc6" providerId="LiveId" clId="{97F1610E-42EB-404C-B8A3-46EC56E68F80}" dt="2026-10-14T09:08:49.184" v="1520" actId="22"/>
          <ac:picMkLst>
            <pc:docMk/>
            <pc:sldMk cId="0" sldId="314"/>
            <ac:picMk id="26" creationId="{4AFED7A2-3232-EA93-1EEF-1B9FFF59BC92}"/>
          </ac:picMkLst>
        </pc:picChg>
      </pc:sldChg>
      <pc:sldChg chg="modSp mod setBg">
        <pc:chgData name="Aniket Acharjee" userId="8b4d1488d205fbc6" providerId="LiveId" clId="{97F1610E-42EB-404C-B8A3-46EC56E68F80}" dt="2026-10-14T07:28:11.128" v="1483" actId="207"/>
        <pc:sldMkLst>
          <pc:docMk/>
          <pc:sldMk cId="0" sldId="315"/>
        </pc:sldMkLst>
        <pc:spChg chg="mod">
          <ac:chgData name="Aniket Acharjee" userId="8b4d1488d205fbc6" providerId="LiveId" clId="{97F1610E-42EB-404C-B8A3-46EC56E68F80}" dt="2026-10-14T07:28:11.128" v="1483" actId="207"/>
          <ac:spMkLst>
            <pc:docMk/>
            <pc:sldMk cId="0" sldId="315"/>
            <ac:spMk id="2" creationId="{00000000-0000-0000-0000-000000000000}"/>
          </ac:spMkLst>
        </pc:spChg>
      </pc:sldChg>
      <pc:sldChg chg="setBg">
        <pc:chgData name="Aniket Acharjee" userId="8b4d1488d205fbc6" providerId="LiveId" clId="{97F1610E-42EB-404C-B8A3-46EC56E68F80}" dt="2026-10-14T07:07:50.952" v="1367"/>
        <pc:sldMkLst>
          <pc:docMk/>
          <pc:sldMk cId="0" sldId="316"/>
        </pc:sldMkLst>
      </pc:sldChg>
      <pc:sldChg chg="modSp mod setBg">
        <pc:chgData name="Aniket Acharjee" userId="8b4d1488d205fbc6" providerId="LiveId" clId="{97F1610E-42EB-404C-B8A3-46EC56E68F80}" dt="2026-10-14T07:28:21.720" v="1484" actId="207"/>
        <pc:sldMkLst>
          <pc:docMk/>
          <pc:sldMk cId="0" sldId="317"/>
        </pc:sldMkLst>
        <pc:spChg chg="mod">
          <ac:chgData name="Aniket Acharjee" userId="8b4d1488d205fbc6" providerId="LiveId" clId="{97F1610E-42EB-404C-B8A3-46EC56E68F80}" dt="2026-10-14T07:28:21.720" v="1484" actId="207"/>
          <ac:spMkLst>
            <pc:docMk/>
            <pc:sldMk cId="0" sldId="317"/>
            <ac:spMk id="2" creationId="{00000000-0000-0000-0000-000000000000}"/>
          </ac:spMkLst>
        </pc:spChg>
      </pc:sldChg>
      <pc:sldChg chg="setBg">
        <pc:chgData name="Aniket Acharjee" userId="8b4d1488d205fbc6" providerId="LiveId" clId="{97F1610E-42EB-404C-B8A3-46EC56E68F80}" dt="2026-10-14T07:07:50.952" v="1367"/>
        <pc:sldMkLst>
          <pc:docMk/>
          <pc:sldMk cId="0" sldId="318"/>
        </pc:sldMkLst>
      </pc:sldChg>
      <pc:sldChg chg="setBg">
        <pc:chgData name="Aniket Acharjee" userId="8b4d1488d205fbc6" providerId="LiveId" clId="{97F1610E-42EB-404C-B8A3-46EC56E68F80}" dt="2026-10-14T07:07:50.952" v="1367"/>
        <pc:sldMkLst>
          <pc:docMk/>
          <pc:sldMk cId="0" sldId="319"/>
        </pc:sldMkLst>
      </pc:sldChg>
      <pc:sldChg chg="addSp modSp mod setBg">
        <pc:chgData name="Aniket Acharjee" userId="8b4d1488d205fbc6" providerId="LiveId" clId="{97F1610E-42EB-404C-B8A3-46EC56E68F80}" dt="2026-10-14T07:28:33.893" v="1485" actId="207"/>
        <pc:sldMkLst>
          <pc:docMk/>
          <pc:sldMk cId="0" sldId="320"/>
        </pc:sldMkLst>
        <pc:spChg chg="mod">
          <ac:chgData name="Aniket Acharjee" userId="8b4d1488d205fbc6" providerId="LiveId" clId="{97F1610E-42EB-404C-B8A3-46EC56E68F80}" dt="2026-10-14T07:28:33.893" v="1485" actId="207"/>
          <ac:spMkLst>
            <pc:docMk/>
            <pc:sldMk cId="0" sldId="320"/>
            <ac:spMk id="2" creationId="{00000000-0000-0000-0000-000000000000}"/>
          </ac:spMkLst>
        </pc:spChg>
        <pc:spChg chg="mod">
          <ac:chgData name="Aniket Acharjee" userId="8b4d1488d205fbc6" providerId="LiveId" clId="{97F1610E-42EB-404C-B8A3-46EC56E68F80}" dt="2026-10-14T05:44:54.704" v="31" actId="1036"/>
          <ac:spMkLst>
            <pc:docMk/>
            <pc:sldMk cId="0" sldId="320"/>
            <ac:spMk id="17" creationId="{00000000-0000-0000-0000-000000000000}"/>
          </ac:spMkLst>
        </pc:spChg>
        <pc:spChg chg="add">
          <ac:chgData name="Aniket Acharjee" userId="8b4d1488d205fbc6" providerId="LiveId" clId="{97F1610E-42EB-404C-B8A3-46EC56E68F80}" dt="2026-10-14T05:46:47.795" v="81" actId="11529"/>
          <ac:spMkLst>
            <pc:docMk/>
            <pc:sldMk cId="0" sldId="320"/>
            <ac:spMk id="18" creationId="{41C17742-0D0A-8A73-7BBD-D988138C12B6}"/>
          </ac:spMkLst>
        </pc:spChg>
        <pc:picChg chg="mod">
          <ac:chgData name="Aniket Acharjee" userId="8b4d1488d205fbc6" providerId="LiveId" clId="{97F1610E-42EB-404C-B8A3-46EC56E68F80}" dt="2026-10-14T05:46:08.970" v="80" actId="14100"/>
          <ac:picMkLst>
            <pc:docMk/>
            <pc:sldMk cId="0" sldId="320"/>
            <ac:picMk id="15" creationId="{00000000-0000-0000-0000-000000000000}"/>
          </ac:picMkLst>
        </pc:picChg>
        <pc:picChg chg="mod">
          <ac:chgData name="Aniket Acharjee" userId="8b4d1488d205fbc6" providerId="LiveId" clId="{97F1610E-42EB-404C-B8A3-46EC56E68F80}" dt="2026-10-14T05:45:49.857" v="78" actId="1035"/>
          <ac:picMkLst>
            <pc:docMk/>
            <pc:sldMk cId="0" sldId="320"/>
            <ac:picMk id="16" creationId="{00000000-0000-0000-0000-000000000000}"/>
          </ac:picMkLst>
        </pc:picChg>
      </pc:sldChg>
      <pc:sldChg chg="addSp modSp mod setBg">
        <pc:chgData name="Aniket Acharjee" userId="8b4d1488d205fbc6" providerId="LiveId" clId="{97F1610E-42EB-404C-B8A3-46EC56E68F80}" dt="2026-10-14T07:07:50.952" v="1367"/>
        <pc:sldMkLst>
          <pc:docMk/>
          <pc:sldMk cId="0" sldId="321"/>
        </pc:sldMkLst>
        <pc:spChg chg="add mod">
          <ac:chgData name="Aniket Acharjee" userId="8b4d1488d205fbc6" providerId="LiveId" clId="{97F1610E-42EB-404C-B8A3-46EC56E68F80}" dt="2026-10-14T05:49:08.880" v="89" actId="14100"/>
          <ac:spMkLst>
            <pc:docMk/>
            <pc:sldMk cId="0" sldId="321"/>
            <ac:spMk id="15" creationId="{D7C66E97-A694-BD2A-5ADF-593108A0D210}"/>
          </ac:spMkLst>
        </pc:spChg>
        <pc:spChg chg="add mod">
          <ac:chgData name="Aniket Acharjee" userId="8b4d1488d205fbc6" providerId="LiveId" clId="{97F1610E-42EB-404C-B8A3-46EC56E68F80}" dt="2026-10-14T05:52:50.993" v="110" actId="208"/>
          <ac:spMkLst>
            <pc:docMk/>
            <pc:sldMk cId="0" sldId="321"/>
            <ac:spMk id="16" creationId="{C5BD5F6D-7C9D-A290-13D5-B23BFD4E97E9}"/>
          </ac:spMkLst>
        </pc:spChg>
        <pc:spChg chg="add mod">
          <ac:chgData name="Aniket Acharjee" userId="8b4d1488d205fbc6" providerId="LiveId" clId="{97F1610E-42EB-404C-B8A3-46EC56E68F80}" dt="2026-10-14T05:55:50.139" v="274"/>
          <ac:spMkLst>
            <pc:docMk/>
            <pc:sldMk cId="0" sldId="321"/>
            <ac:spMk id="18" creationId="{A202B66A-C97E-1764-C58D-F6373705E957}"/>
          </ac:spMkLst>
        </pc:spChg>
        <pc:spChg chg="add">
          <ac:chgData name="Aniket Acharjee" userId="8b4d1488d205fbc6" providerId="LiveId" clId="{97F1610E-42EB-404C-B8A3-46EC56E68F80}" dt="2026-10-14T05:55:01.224" v="264" actId="22"/>
          <ac:spMkLst>
            <pc:docMk/>
            <pc:sldMk cId="0" sldId="321"/>
            <ac:spMk id="20" creationId="{DAE638D8-76EE-8BB5-6677-D63F62D4439A}"/>
          </ac:spMkLst>
        </pc:spChg>
        <pc:spChg chg="add">
          <ac:chgData name="Aniket Acharjee" userId="8b4d1488d205fbc6" providerId="LiveId" clId="{97F1610E-42EB-404C-B8A3-46EC56E68F80}" dt="2026-10-14T05:55:05.515" v="265" actId="22"/>
          <ac:spMkLst>
            <pc:docMk/>
            <pc:sldMk cId="0" sldId="321"/>
            <ac:spMk id="22" creationId="{D9DA2E57-A235-93C3-FECF-F02B3D57E764}"/>
          </ac:spMkLst>
        </pc:spChg>
        <pc:picChg chg="mod">
          <ac:chgData name="Aniket Acharjee" userId="8b4d1488d205fbc6" providerId="LiveId" clId="{97F1610E-42EB-404C-B8A3-46EC56E68F80}" dt="2026-10-14T05:47:33.959" v="84" actId="14100"/>
          <ac:picMkLst>
            <pc:docMk/>
            <pc:sldMk cId="0" sldId="321"/>
            <ac:picMk id="11" creationId="{00000000-0000-0000-0000-000000000000}"/>
          </ac:picMkLst>
        </pc:picChg>
        <pc:picChg chg="mod">
          <ac:chgData name="Aniket Acharjee" userId="8b4d1488d205fbc6" providerId="LiveId" clId="{97F1610E-42EB-404C-B8A3-46EC56E68F80}" dt="2026-10-14T05:47:45.014" v="86" actId="14100"/>
          <ac:picMkLst>
            <pc:docMk/>
            <pc:sldMk cId="0" sldId="321"/>
            <ac:picMk id="14" creationId="{00000000-0000-0000-0000-000000000000}"/>
          </ac:picMkLst>
        </pc:picChg>
      </pc:sldChg>
      <pc:sldChg chg="addSp modSp mod setBg">
        <pc:chgData name="Aniket Acharjee" userId="8b4d1488d205fbc6" providerId="LiveId" clId="{97F1610E-42EB-404C-B8A3-46EC56E68F80}" dt="2026-10-14T07:44:32.282" v="1511" actId="207"/>
        <pc:sldMkLst>
          <pc:docMk/>
          <pc:sldMk cId="0" sldId="322"/>
        </pc:sldMkLst>
        <pc:spChg chg="add mod">
          <ac:chgData name="Aniket Acharjee" userId="8b4d1488d205fbc6" providerId="LiveId" clId="{97F1610E-42EB-404C-B8A3-46EC56E68F80}" dt="2026-10-14T07:44:32.282" v="1511" actId="207"/>
          <ac:spMkLst>
            <pc:docMk/>
            <pc:sldMk cId="0" sldId="322"/>
            <ac:spMk id="16" creationId="{08F11475-9FD4-F278-E8DE-458C00F81FB1}"/>
          </ac:spMkLst>
        </pc:spChg>
      </pc:sldChg>
      <pc:sldChg chg="modSp mod setBg">
        <pc:chgData name="Aniket Acharjee" userId="8b4d1488d205fbc6" providerId="LiveId" clId="{97F1610E-42EB-404C-B8A3-46EC56E68F80}" dt="2026-10-14T07:28:48.233" v="1486" actId="207"/>
        <pc:sldMkLst>
          <pc:docMk/>
          <pc:sldMk cId="0" sldId="323"/>
        </pc:sldMkLst>
        <pc:spChg chg="mod">
          <ac:chgData name="Aniket Acharjee" userId="8b4d1488d205fbc6" providerId="LiveId" clId="{97F1610E-42EB-404C-B8A3-46EC56E68F80}" dt="2026-10-14T07:28:48.233" v="1486" actId="207"/>
          <ac:spMkLst>
            <pc:docMk/>
            <pc:sldMk cId="0" sldId="323"/>
            <ac:spMk id="2" creationId="{00000000-0000-0000-0000-000000000000}"/>
          </ac:spMkLst>
        </pc:spChg>
      </pc:sldChg>
      <pc:sldChg chg="modSp mod setBg">
        <pc:chgData name="Aniket Acharjee" userId="8b4d1488d205fbc6" providerId="LiveId" clId="{97F1610E-42EB-404C-B8A3-46EC56E68F80}" dt="2026-10-14T07:28:53.553" v="1487" actId="207"/>
        <pc:sldMkLst>
          <pc:docMk/>
          <pc:sldMk cId="0" sldId="324"/>
        </pc:sldMkLst>
        <pc:spChg chg="mod">
          <ac:chgData name="Aniket Acharjee" userId="8b4d1488d205fbc6" providerId="LiveId" clId="{97F1610E-42EB-404C-B8A3-46EC56E68F80}" dt="2026-10-14T07:28:53.553" v="1487" actId="207"/>
          <ac:spMkLst>
            <pc:docMk/>
            <pc:sldMk cId="0" sldId="324"/>
            <ac:spMk id="2" creationId="{00000000-0000-0000-0000-000000000000}"/>
          </ac:spMkLst>
        </pc:spChg>
        <pc:spChg chg="mod">
          <ac:chgData name="Aniket Acharjee" userId="8b4d1488d205fbc6" providerId="LiveId" clId="{97F1610E-42EB-404C-B8A3-46EC56E68F80}" dt="2026-10-14T05:58:38.862" v="280" actId="255"/>
          <ac:spMkLst>
            <pc:docMk/>
            <pc:sldMk cId="0" sldId="324"/>
            <ac:spMk id="5" creationId="{00000000-0000-0000-0000-000000000000}"/>
          </ac:spMkLst>
        </pc:spChg>
        <pc:spChg chg="mod">
          <ac:chgData name="Aniket Acharjee" userId="8b4d1488d205fbc6" providerId="LiveId" clId="{97F1610E-42EB-404C-B8A3-46EC56E68F80}" dt="2026-10-14T05:58:29.706" v="279" actId="255"/>
          <ac:spMkLst>
            <pc:docMk/>
            <pc:sldMk cId="0" sldId="324"/>
            <ac:spMk id="9" creationId="{00000000-0000-0000-0000-000000000000}"/>
          </ac:spMkLst>
        </pc:spChg>
        <pc:spChg chg="mod">
          <ac:chgData name="Aniket Acharjee" userId="8b4d1488d205fbc6" providerId="LiveId" clId="{97F1610E-42EB-404C-B8A3-46EC56E68F80}" dt="2026-10-14T06:01:38.622" v="471" actId="1036"/>
          <ac:spMkLst>
            <pc:docMk/>
            <pc:sldMk cId="0" sldId="324"/>
            <ac:spMk id="12" creationId="{00000000-0000-0000-0000-000000000000}"/>
          </ac:spMkLst>
        </pc:spChg>
        <pc:spChg chg="mod">
          <ac:chgData name="Aniket Acharjee" userId="8b4d1488d205fbc6" providerId="LiveId" clId="{97F1610E-42EB-404C-B8A3-46EC56E68F80}" dt="2026-10-14T06:01:50.154" v="488" actId="1036"/>
          <ac:spMkLst>
            <pc:docMk/>
            <pc:sldMk cId="0" sldId="324"/>
            <ac:spMk id="13" creationId="{00000000-0000-0000-0000-000000000000}"/>
          </ac:spMkLst>
        </pc:spChg>
        <pc:spChg chg="mod">
          <ac:chgData name="Aniket Acharjee" userId="8b4d1488d205fbc6" providerId="LiveId" clId="{97F1610E-42EB-404C-B8A3-46EC56E68F80}" dt="2026-10-14T06:02:04.639" v="511" actId="1036"/>
          <ac:spMkLst>
            <pc:docMk/>
            <pc:sldMk cId="0" sldId="324"/>
            <ac:spMk id="14" creationId="{00000000-0000-0000-0000-000000000000}"/>
          </ac:spMkLst>
        </pc:spChg>
        <pc:spChg chg="mod">
          <ac:chgData name="Aniket Acharjee" userId="8b4d1488d205fbc6" providerId="LiveId" clId="{97F1610E-42EB-404C-B8A3-46EC56E68F80}" dt="2026-10-14T06:02:13.886" v="530" actId="1036"/>
          <ac:spMkLst>
            <pc:docMk/>
            <pc:sldMk cId="0" sldId="324"/>
            <ac:spMk id="15" creationId="{00000000-0000-0000-0000-000000000000}"/>
          </ac:spMkLst>
        </pc:spChg>
        <pc:spChg chg="mod">
          <ac:chgData name="Aniket Acharjee" userId="8b4d1488d205fbc6" providerId="LiveId" clId="{97F1610E-42EB-404C-B8A3-46EC56E68F80}" dt="2026-10-14T06:00:31.764" v="421" actId="1036"/>
          <ac:spMkLst>
            <pc:docMk/>
            <pc:sldMk cId="0" sldId="324"/>
            <ac:spMk id="16" creationId="{00000000-0000-0000-0000-000000000000}"/>
          </ac:spMkLst>
        </pc:spChg>
        <pc:spChg chg="mod">
          <ac:chgData name="Aniket Acharjee" userId="8b4d1488d205fbc6" providerId="LiveId" clId="{97F1610E-42EB-404C-B8A3-46EC56E68F80}" dt="2026-10-14T06:00:42.402" v="453" actId="1036"/>
          <ac:spMkLst>
            <pc:docMk/>
            <pc:sldMk cId="0" sldId="324"/>
            <ac:spMk id="17" creationId="{00000000-0000-0000-0000-000000000000}"/>
          </ac:spMkLst>
        </pc:spChg>
        <pc:spChg chg="mod">
          <ac:chgData name="Aniket Acharjee" userId="8b4d1488d205fbc6" providerId="LiveId" clId="{97F1610E-42EB-404C-B8A3-46EC56E68F80}" dt="2026-10-14T06:00:11.125" v="358" actId="1035"/>
          <ac:spMkLst>
            <pc:docMk/>
            <pc:sldMk cId="0" sldId="324"/>
            <ac:spMk id="18" creationId="{00000000-0000-0000-0000-000000000000}"/>
          </ac:spMkLst>
        </pc:spChg>
        <pc:spChg chg="mod">
          <ac:chgData name="Aniket Acharjee" userId="8b4d1488d205fbc6" providerId="LiveId" clId="{97F1610E-42EB-404C-B8A3-46EC56E68F80}" dt="2026-10-14T06:00:23.072" v="392" actId="1035"/>
          <ac:spMkLst>
            <pc:docMk/>
            <pc:sldMk cId="0" sldId="324"/>
            <ac:spMk id="19" creationId="{00000000-0000-0000-0000-000000000000}"/>
          </ac:spMkLst>
        </pc:spChg>
      </pc:sldChg>
      <pc:sldChg chg="addSp modSp mod setBg">
        <pc:chgData name="Aniket Acharjee" userId="8b4d1488d205fbc6" providerId="LiveId" clId="{97F1610E-42EB-404C-B8A3-46EC56E68F80}" dt="2026-10-14T09:11:56.399" v="1529" actId="22"/>
        <pc:sldMkLst>
          <pc:docMk/>
          <pc:sldMk cId="0" sldId="325"/>
        </pc:sldMkLst>
        <pc:spChg chg="mod">
          <ac:chgData name="Aniket Acharjee" userId="8b4d1488d205fbc6" providerId="LiveId" clId="{97F1610E-42EB-404C-B8A3-46EC56E68F80}" dt="2026-10-14T07:28:59.240" v="1488" actId="207"/>
          <ac:spMkLst>
            <pc:docMk/>
            <pc:sldMk cId="0" sldId="325"/>
            <ac:spMk id="2" creationId="{00000000-0000-0000-0000-000000000000}"/>
          </ac:spMkLst>
        </pc:spChg>
        <pc:spChg chg="mod">
          <ac:chgData name="Aniket Acharjee" userId="8b4d1488d205fbc6" providerId="LiveId" clId="{97F1610E-42EB-404C-B8A3-46EC56E68F80}" dt="2026-10-14T05:45:30.455" v="33" actId="27636"/>
          <ac:spMkLst>
            <pc:docMk/>
            <pc:sldMk cId="0" sldId="325"/>
            <ac:spMk id="7" creationId="{00000000-0000-0000-0000-000000000000}"/>
          </ac:spMkLst>
        </pc:spChg>
        <pc:picChg chg="add">
          <ac:chgData name="Aniket Acharjee" userId="8b4d1488d205fbc6" providerId="LiveId" clId="{97F1610E-42EB-404C-B8A3-46EC56E68F80}" dt="2026-10-14T09:11:56.399" v="1529" actId="22"/>
          <ac:picMkLst>
            <pc:docMk/>
            <pc:sldMk cId="0" sldId="325"/>
            <ac:picMk id="12" creationId="{5A97FEE1-9D3D-58F5-C9F3-10BE38795DAD}"/>
          </ac:picMkLst>
        </pc:picChg>
      </pc:sldChg>
      <pc:sldChg chg="addSp modSp mod setBg">
        <pc:chgData name="Aniket Acharjee" userId="8b4d1488d205fbc6" providerId="LiveId" clId="{97F1610E-42EB-404C-B8A3-46EC56E68F80}" dt="2026-10-14T09:11:50.656" v="1528" actId="22"/>
        <pc:sldMkLst>
          <pc:docMk/>
          <pc:sldMk cId="0" sldId="326"/>
        </pc:sldMkLst>
        <pc:spChg chg="mod">
          <ac:chgData name="Aniket Acharjee" userId="8b4d1488d205fbc6" providerId="LiveId" clId="{97F1610E-42EB-404C-B8A3-46EC56E68F80}" dt="2026-10-14T07:29:49.424" v="1496" actId="207"/>
          <ac:spMkLst>
            <pc:docMk/>
            <pc:sldMk cId="0" sldId="326"/>
            <ac:spMk id="2" creationId="{00000000-0000-0000-0000-000000000000}"/>
          </ac:spMkLst>
        </pc:spChg>
        <pc:spChg chg="mod">
          <ac:chgData name="Aniket Acharjee" userId="8b4d1488d205fbc6" providerId="LiveId" clId="{97F1610E-42EB-404C-B8A3-46EC56E68F80}" dt="2026-10-14T09:10:28.101" v="1521" actId="207"/>
          <ac:spMkLst>
            <pc:docMk/>
            <pc:sldMk cId="0" sldId="326"/>
            <ac:spMk id="14" creationId="{00000000-0000-0000-0000-000000000000}"/>
          </ac:spMkLst>
        </pc:spChg>
        <pc:spChg chg="mod">
          <ac:chgData name="Aniket Acharjee" userId="8b4d1488d205fbc6" providerId="LiveId" clId="{97F1610E-42EB-404C-B8A3-46EC56E68F80}" dt="2026-10-14T09:10:36.311" v="1522" actId="207"/>
          <ac:spMkLst>
            <pc:docMk/>
            <pc:sldMk cId="0" sldId="326"/>
            <ac:spMk id="20" creationId="{00000000-0000-0000-0000-000000000000}"/>
          </ac:spMkLst>
        </pc:spChg>
        <pc:spChg chg="mod">
          <ac:chgData name="Aniket Acharjee" userId="8b4d1488d205fbc6" providerId="LiveId" clId="{97F1610E-42EB-404C-B8A3-46EC56E68F80}" dt="2026-10-14T07:30:20.521" v="1497" actId="207"/>
          <ac:spMkLst>
            <pc:docMk/>
            <pc:sldMk cId="0" sldId="326"/>
            <ac:spMk id="24" creationId="{00000000-0000-0000-0000-000000000000}"/>
          </ac:spMkLst>
        </pc:spChg>
        <pc:spChg chg="mod">
          <ac:chgData name="Aniket Acharjee" userId="8b4d1488d205fbc6" providerId="LiveId" clId="{97F1610E-42EB-404C-B8A3-46EC56E68F80}" dt="2026-10-14T09:10:46.029" v="1523" actId="207"/>
          <ac:spMkLst>
            <pc:docMk/>
            <pc:sldMk cId="0" sldId="326"/>
            <ac:spMk id="26" creationId="{00000000-0000-0000-0000-000000000000}"/>
          </ac:spMkLst>
        </pc:spChg>
        <pc:spChg chg="mod">
          <ac:chgData name="Aniket Acharjee" userId="8b4d1488d205fbc6" providerId="LiveId" clId="{97F1610E-42EB-404C-B8A3-46EC56E68F80}" dt="2026-10-14T09:11:00.442" v="1524" actId="207"/>
          <ac:spMkLst>
            <pc:docMk/>
            <pc:sldMk cId="0" sldId="326"/>
            <ac:spMk id="32" creationId="{00000000-0000-0000-0000-000000000000}"/>
          </ac:spMkLst>
        </pc:spChg>
        <pc:spChg chg="mod">
          <ac:chgData name="Aniket Acharjee" userId="8b4d1488d205fbc6" providerId="LiveId" clId="{97F1610E-42EB-404C-B8A3-46EC56E68F80}" dt="2026-10-14T09:11:16.254" v="1525" actId="207"/>
          <ac:spMkLst>
            <pc:docMk/>
            <pc:sldMk cId="0" sldId="326"/>
            <ac:spMk id="38" creationId="{00000000-0000-0000-0000-000000000000}"/>
          </ac:spMkLst>
        </pc:spChg>
        <pc:spChg chg="mod">
          <ac:chgData name="Aniket Acharjee" userId="8b4d1488d205fbc6" providerId="LiveId" clId="{97F1610E-42EB-404C-B8A3-46EC56E68F80}" dt="2026-10-14T07:30:31.588" v="1498" actId="207"/>
          <ac:spMkLst>
            <pc:docMk/>
            <pc:sldMk cId="0" sldId="326"/>
            <ac:spMk id="42" creationId="{00000000-0000-0000-0000-000000000000}"/>
          </ac:spMkLst>
        </pc:spChg>
        <pc:spChg chg="mod">
          <ac:chgData name="Aniket Acharjee" userId="8b4d1488d205fbc6" providerId="LiveId" clId="{97F1610E-42EB-404C-B8A3-46EC56E68F80}" dt="2026-10-14T09:11:32.017" v="1526" actId="207"/>
          <ac:spMkLst>
            <pc:docMk/>
            <pc:sldMk cId="0" sldId="326"/>
            <ac:spMk id="44" creationId="{00000000-0000-0000-0000-000000000000}"/>
          </ac:spMkLst>
        </pc:spChg>
        <pc:spChg chg="mod">
          <ac:chgData name="Aniket Acharjee" userId="8b4d1488d205fbc6" providerId="LiveId" clId="{97F1610E-42EB-404C-B8A3-46EC56E68F80}" dt="2026-10-14T09:11:47.700" v="1527" actId="207"/>
          <ac:spMkLst>
            <pc:docMk/>
            <pc:sldMk cId="0" sldId="326"/>
            <ac:spMk id="50" creationId="{00000000-0000-0000-0000-000000000000}"/>
          </ac:spMkLst>
        </pc:spChg>
        <pc:picChg chg="add">
          <ac:chgData name="Aniket Acharjee" userId="8b4d1488d205fbc6" providerId="LiveId" clId="{97F1610E-42EB-404C-B8A3-46EC56E68F80}" dt="2026-10-14T09:11:50.656" v="1528" actId="22"/>
          <ac:picMkLst>
            <pc:docMk/>
            <pc:sldMk cId="0" sldId="326"/>
            <ac:picMk id="53" creationId="{AA48DAB7-BB29-AD4C-D3E4-DCC01AEFBC74}"/>
          </ac:picMkLst>
        </pc:picChg>
      </pc:sldChg>
      <pc:sldChg chg="modSp mod setBg">
        <pc:chgData name="Aniket Acharjee" userId="8b4d1488d205fbc6" providerId="LiveId" clId="{97F1610E-42EB-404C-B8A3-46EC56E68F80}" dt="2026-10-14T07:29:07.264" v="1489" actId="207"/>
        <pc:sldMkLst>
          <pc:docMk/>
          <pc:sldMk cId="0" sldId="327"/>
        </pc:sldMkLst>
        <pc:spChg chg="mod">
          <ac:chgData name="Aniket Acharjee" userId="8b4d1488d205fbc6" providerId="LiveId" clId="{97F1610E-42EB-404C-B8A3-46EC56E68F80}" dt="2026-10-14T07:29:07.264" v="1489" actId="207"/>
          <ac:spMkLst>
            <pc:docMk/>
            <pc:sldMk cId="0" sldId="327"/>
            <ac:spMk id="2" creationId="{00000000-0000-0000-0000-000000000000}"/>
          </ac:spMkLst>
        </pc:spChg>
      </pc:sldChg>
      <pc:sldChg chg="modSp mod setBg">
        <pc:chgData name="Aniket Acharjee" userId="8b4d1488d205fbc6" providerId="LiveId" clId="{97F1610E-42EB-404C-B8A3-46EC56E68F80}" dt="2026-10-14T07:29:12.378" v="1490" actId="207"/>
        <pc:sldMkLst>
          <pc:docMk/>
          <pc:sldMk cId="0" sldId="328"/>
        </pc:sldMkLst>
        <pc:spChg chg="mod">
          <ac:chgData name="Aniket Acharjee" userId="8b4d1488d205fbc6" providerId="LiveId" clId="{97F1610E-42EB-404C-B8A3-46EC56E68F80}" dt="2026-10-14T07:29:12.378" v="1490" actId="207"/>
          <ac:spMkLst>
            <pc:docMk/>
            <pc:sldMk cId="0" sldId="328"/>
            <ac:spMk id="2" creationId="{00000000-0000-0000-0000-000000000000}"/>
          </ac:spMkLst>
        </pc:spChg>
      </pc:sldChg>
      <pc:sldChg chg="modSp mod setBg">
        <pc:chgData name="Aniket Acharjee" userId="8b4d1488d205fbc6" providerId="LiveId" clId="{97F1610E-42EB-404C-B8A3-46EC56E68F80}" dt="2026-10-14T07:29:18.056" v="1491" actId="207"/>
        <pc:sldMkLst>
          <pc:docMk/>
          <pc:sldMk cId="0" sldId="329"/>
        </pc:sldMkLst>
        <pc:spChg chg="mod">
          <ac:chgData name="Aniket Acharjee" userId="8b4d1488d205fbc6" providerId="LiveId" clId="{97F1610E-42EB-404C-B8A3-46EC56E68F80}" dt="2026-10-14T07:29:18.056" v="1491" actId="207"/>
          <ac:spMkLst>
            <pc:docMk/>
            <pc:sldMk cId="0" sldId="329"/>
            <ac:spMk id="2" creationId="{00000000-0000-0000-0000-000000000000}"/>
          </ac:spMkLst>
        </pc:spChg>
      </pc:sldChg>
      <pc:sldChg chg="modSp mod setBg">
        <pc:chgData name="Aniket Acharjee" userId="8b4d1488d205fbc6" providerId="LiveId" clId="{97F1610E-42EB-404C-B8A3-46EC56E68F80}" dt="2026-10-14T07:29:23.539" v="1492" actId="207"/>
        <pc:sldMkLst>
          <pc:docMk/>
          <pc:sldMk cId="0" sldId="330"/>
        </pc:sldMkLst>
        <pc:spChg chg="mod">
          <ac:chgData name="Aniket Acharjee" userId="8b4d1488d205fbc6" providerId="LiveId" clId="{97F1610E-42EB-404C-B8A3-46EC56E68F80}" dt="2026-10-14T07:29:23.539" v="1492" actId="207"/>
          <ac:spMkLst>
            <pc:docMk/>
            <pc:sldMk cId="0" sldId="330"/>
            <ac:spMk id="2" creationId="{00000000-0000-0000-0000-000000000000}"/>
          </ac:spMkLst>
        </pc:spChg>
      </pc:sldChg>
      <pc:sldChg chg="modSp mod setBg">
        <pc:chgData name="Aniket Acharjee" userId="8b4d1488d205fbc6" providerId="LiveId" clId="{97F1610E-42EB-404C-B8A3-46EC56E68F80}" dt="2026-10-14T09:12:35.551" v="1530" actId="207"/>
        <pc:sldMkLst>
          <pc:docMk/>
          <pc:sldMk cId="0" sldId="331"/>
        </pc:sldMkLst>
        <pc:spChg chg="mod">
          <ac:chgData name="Aniket Acharjee" userId="8b4d1488d205fbc6" providerId="LiveId" clId="{97F1610E-42EB-404C-B8A3-46EC56E68F80}" dt="2026-10-14T07:29:29.163" v="1493" actId="207"/>
          <ac:spMkLst>
            <pc:docMk/>
            <pc:sldMk cId="0" sldId="331"/>
            <ac:spMk id="2" creationId="{00000000-0000-0000-0000-000000000000}"/>
          </ac:spMkLst>
        </pc:spChg>
        <pc:spChg chg="mod">
          <ac:chgData name="Aniket Acharjee" userId="8b4d1488d205fbc6" providerId="LiveId" clId="{97F1610E-42EB-404C-B8A3-46EC56E68F80}" dt="2026-10-14T09:12:35.551" v="1530" actId="207"/>
          <ac:spMkLst>
            <pc:docMk/>
            <pc:sldMk cId="0" sldId="331"/>
            <ac:spMk id="13" creationId="{00000000-0000-0000-0000-000000000000}"/>
          </ac:spMkLst>
        </pc:spChg>
      </pc:sldChg>
      <pc:sldChg chg="modSp mod setBg">
        <pc:chgData name="Aniket Acharjee" userId="8b4d1488d205fbc6" providerId="LiveId" clId="{97F1610E-42EB-404C-B8A3-46EC56E68F80}" dt="2026-10-14T09:12:54.654" v="1531" actId="207"/>
        <pc:sldMkLst>
          <pc:docMk/>
          <pc:sldMk cId="0" sldId="332"/>
        </pc:sldMkLst>
        <pc:spChg chg="mod">
          <ac:chgData name="Aniket Acharjee" userId="8b4d1488d205fbc6" providerId="LiveId" clId="{97F1610E-42EB-404C-B8A3-46EC56E68F80}" dt="2026-10-14T07:29:34.393" v="1494" actId="207"/>
          <ac:spMkLst>
            <pc:docMk/>
            <pc:sldMk cId="0" sldId="332"/>
            <ac:spMk id="2" creationId="{00000000-0000-0000-0000-000000000000}"/>
          </ac:spMkLst>
        </pc:spChg>
        <pc:spChg chg="mod">
          <ac:chgData name="Aniket Acharjee" userId="8b4d1488d205fbc6" providerId="LiveId" clId="{97F1610E-42EB-404C-B8A3-46EC56E68F80}" dt="2026-10-14T09:12:54.654" v="1531" actId="207"/>
          <ac:spMkLst>
            <pc:docMk/>
            <pc:sldMk cId="0" sldId="332"/>
            <ac:spMk id="13" creationId="{00000000-0000-0000-0000-000000000000}"/>
          </ac:spMkLst>
        </pc:spChg>
        <pc:spChg chg="mod">
          <ac:chgData name="Aniket Acharjee" userId="8b4d1488d205fbc6" providerId="LiveId" clId="{97F1610E-42EB-404C-B8A3-46EC56E68F80}" dt="2026-10-14T06:28:42.449" v="855" actId="27636"/>
          <ac:spMkLst>
            <pc:docMk/>
            <pc:sldMk cId="0" sldId="332"/>
            <ac:spMk id="14" creationId="{00000000-0000-0000-0000-000000000000}"/>
          </ac:spMkLst>
        </pc:spChg>
      </pc:sldChg>
      <pc:sldChg chg="modSp mod setBg">
        <pc:chgData name="Aniket Acharjee" userId="8b4d1488d205fbc6" providerId="LiveId" clId="{97F1610E-42EB-404C-B8A3-46EC56E68F80}" dt="2026-10-14T07:29:39.227" v="1495" actId="207"/>
        <pc:sldMkLst>
          <pc:docMk/>
          <pc:sldMk cId="0" sldId="333"/>
        </pc:sldMkLst>
        <pc:spChg chg="mod">
          <ac:chgData name="Aniket Acharjee" userId="8b4d1488d205fbc6" providerId="LiveId" clId="{97F1610E-42EB-404C-B8A3-46EC56E68F80}" dt="2026-10-14T07:29:39.227" v="1495" actId="207"/>
          <ac:spMkLst>
            <pc:docMk/>
            <pc:sldMk cId="0" sldId="333"/>
            <ac:spMk id="2" creationId="{00000000-0000-0000-0000-000000000000}"/>
          </ac:spMkLst>
        </pc:spChg>
      </pc:sldChg>
      <pc:sldChg chg="addSp modSp new mod ord">
        <pc:chgData name="Aniket Acharjee" userId="8b4d1488d205fbc6" providerId="LiveId" clId="{97F1610E-42EB-404C-B8A3-46EC56E68F80}" dt="2026-10-14T07:31:09.549" v="1501" actId="207"/>
        <pc:sldMkLst>
          <pc:docMk/>
          <pc:sldMk cId="628870779" sldId="334"/>
        </pc:sldMkLst>
        <pc:picChg chg="add mod">
          <ac:chgData name="Aniket Acharjee" userId="8b4d1488d205fbc6" providerId="LiveId" clId="{97F1610E-42EB-404C-B8A3-46EC56E68F80}" dt="2026-10-14T07:31:09.549" v="1501" actId="207"/>
          <ac:picMkLst>
            <pc:docMk/>
            <pc:sldMk cId="628870779" sldId="334"/>
            <ac:picMk id="3" creationId="{96B5CD1A-9D23-8B39-B18A-FDCE04EABDE8}"/>
          </ac:picMkLst>
        </pc:picChg>
      </pc:sldChg>
      <pc:sldMasterChg chg="setBg modSldLayout">
        <pc:chgData name="Aniket Acharjee" userId="8b4d1488d205fbc6" providerId="LiveId" clId="{97F1610E-42EB-404C-B8A3-46EC56E68F80}" dt="2026-10-14T07:21:27.611" v="1448"/>
        <pc:sldMasterMkLst>
          <pc:docMk/>
          <pc:sldMasterMk cId="0" sldId="2147483648"/>
        </pc:sldMasterMkLst>
        <pc:sldLayoutChg chg="setBg">
          <pc:chgData name="Aniket Acharjee" userId="8b4d1488d205fbc6" providerId="LiveId" clId="{97F1610E-42EB-404C-B8A3-46EC56E68F80}" dt="2026-10-14T07:21:27.611" v="1448"/>
          <pc:sldLayoutMkLst>
            <pc:docMk/>
            <pc:sldMasterMk cId="0" sldId="2147483648"/>
            <pc:sldLayoutMk cId="0" sldId="214748364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2089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 distribution: Japan holds 64.25% of traffic and India 35.75%. Japan fell 78.27% while India rose 147.84%.</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 Awareness campaign setup: objective Awareness, auction buying, highest volume bidding, budget 200 daily from 6 to 20 October 2026.</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3.png"/><Relationship Id="rId10" Type="http://schemas.openxmlformats.org/officeDocument/2006/relationships/image" Target="../media/image7.svg"/><Relationship Id="rId4" Type="http://schemas.openxmlformats.org/officeDocument/2006/relationships/image" Target="../media/image17.png"/><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7.jpeg"/><Relationship Id="rId7" Type="http://schemas.openxmlformats.org/officeDocument/2006/relationships/image" Target="../media/image7.sv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jpeg"/><Relationship Id="rId4" Type="http://schemas.openxmlformats.org/officeDocument/2006/relationships/image" Target="../media/image38.jpeg"/></Relationships>
</file>

<file path=ppt/slides/_rels/slide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5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5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5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5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5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6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6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65.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hyperlink" Target="https://oorjasolutions.org/" TargetMode="External"/></Relationships>
</file>

<file path=ppt/slides/_rels/slide67.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6.xml"/><Relationship Id="rId1" Type="http://schemas.openxmlformats.org/officeDocument/2006/relationships/slideLayout" Target="../slideLayouts/slideLayout1.xml"/><Relationship Id="rId5" Type="http://schemas.openxmlformats.org/officeDocument/2006/relationships/hyperlink" Target="https://oorjasolutions.org/" TargetMode="External"/><Relationship Id="rId4" Type="http://schemas.openxmlformats.org/officeDocument/2006/relationships/image" Target="../media/image59.jpeg"/></Relationships>
</file>

<file path=ppt/slides/_rels/slide68.xml.rels><?xml version="1.0" encoding="UTF-8" standalone="yes"?>
<Relationships xmlns="http://schemas.openxmlformats.org/package/2006/relationships"><Relationship Id="rId3" Type="http://schemas.openxmlformats.org/officeDocument/2006/relationships/hyperlink" Target="https://oorjasolutions.org" TargetMode="External"/><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61.jpeg"/><Relationship Id="rId4" Type="http://schemas.openxmlformats.org/officeDocument/2006/relationships/image" Target="../media/image60.jpe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B5CD1A-9D23-8B39-B18A-FDCE04EABDE8}"/>
              </a:ext>
            </a:extLst>
          </p:cNvPr>
          <p:cNvPicPr>
            <a:picLocks noChangeAspect="1"/>
          </p:cNvPicPr>
          <p:nvPr/>
        </p:nvPicPr>
        <p:blipFill>
          <a:blip r:embed="rId2"/>
          <a:stretch>
            <a:fillRect/>
          </a:stretch>
        </p:blipFill>
        <p:spPr>
          <a:xfrm>
            <a:off x="0" y="11680"/>
            <a:ext cx="12192000" cy="6834639"/>
          </a:xfrm>
          <a:prstGeom prst="rect">
            <a:avLst/>
          </a:prstGeom>
          <a:solidFill>
            <a:schemeClr val="accent4">
              <a:lumMod val="40000"/>
              <a:lumOff val="60000"/>
            </a:schemeClr>
          </a:solidFill>
        </p:spPr>
      </p:pic>
    </p:spTree>
    <p:extLst>
      <p:ext uri="{BB962C8B-B14F-4D97-AF65-F5344CB8AC3E}">
        <p14:creationId xmlns:p14="http://schemas.microsoft.com/office/powerpoint/2010/main" val="628870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oundRect">
            <a:avLst>
              <a:gd name="adj" fmla="val 444"/>
            </a:avLst>
          </a:prstGeom>
          <a:solidFill>
            <a:schemeClr val="accent4">
              <a:lumMod val="40000"/>
              <a:lumOff val="60000"/>
            </a:schemeClr>
          </a:solidFill>
          <a:ln/>
        </p:spPr>
        <p:txBody>
          <a:bodyPr/>
          <a:lstStyle/>
          <a:p>
            <a:endParaRPr lang="en-IN"/>
          </a:p>
        </p:txBody>
      </p:sp>
      <p:sp>
        <p:nvSpPr>
          <p:cNvPr id="3" name="Shape 1"/>
          <p:cNvSpPr/>
          <p:nvPr/>
        </p:nvSpPr>
        <p:spPr>
          <a:xfrm>
            <a:off x="1142971" y="1397000"/>
            <a:ext cx="9905752" cy="3048000"/>
          </a:xfrm>
          <a:prstGeom prst="roundRect">
            <a:avLst>
              <a:gd name="adj" fmla="val 19999"/>
            </a:avLst>
          </a:prstGeom>
          <a:solidFill>
            <a:srgbClr val="FE829A"/>
          </a:solidFill>
          <a:ln/>
        </p:spPr>
        <p:txBody>
          <a:bodyPr/>
          <a:lstStyle/>
          <a:p>
            <a:endParaRPr lang="en-IN"/>
          </a:p>
        </p:txBody>
      </p:sp>
      <p:sp>
        <p:nvSpPr>
          <p:cNvPr id="4" name="Shape 2"/>
          <p:cNvSpPr/>
          <p:nvPr/>
        </p:nvSpPr>
        <p:spPr>
          <a:xfrm>
            <a:off x="8127797" y="1422400"/>
            <a:ext cx="2412940" cy="711200"/>
          </a:xfrm>
          <a:prstGeom prst="roundRect">
            <a:avLst>
              <a:gd name="adj" fmla="val 49999"/>
            </a:avLst>
          </a:prstGeom>
          <a:solidFill>
            <a:srgbClr val="F9B440"/>
          </a:solidFill>
          <a:ln/>
        </p:spPr>
        <p:txBody>
          <a:bodyPr/>
          <a:lstStyle/>
          <a:p>
            <a:endParaRPr lang="en-IN"/>
          </a:p>
        </p:txBody>
      </p:sp>
      <p:sp>
        <p:nvSpPr>
          <p:cNvPr id="5" name="Shape 3"/>
          <p:cNvSpPr/>
          <p:nvPr/>
        </p:nvSpPr>
        <p:spPr>
          <a:xfrm>
            <a:off x="9778755" y="4191000"/>
            <a:ext cx="888978" cy="889000"/>
          </a:xfrm>
          <a:prstGeom prst="ellipse">
            <a:avLst/>
          </a:prstGeom>
          <a:solidFill>
            <a:srgbClr val="FC9FA5"/>
          </a:solidFill>
          <a:ln/>
        </p:spPr>
        <p:txBody>
          <a:bodyPr/>
          <a:lstStyle/>
          <a:p>
            <a:endParaRPr lang="en-IN"/>
          </a:p>
        </p:txBody>
      </p:sp>
      <p:sp>
        <p:nvSpPr>
          <p:cNvPr id="6" name="Text 4"/>
          <p:cNvSpPr/>
          <p:nvPr/>
        </p:nvSpPr>
        <p:spPr>
          <a:xfrm>
            <a:off x="1701757" y="2231650"/>
            <a:ext cx="8788180" cy="1493441"/>
          </a:xfrm>
          <a:prstGeom prst="rect">
            <a:avLst/>
          </a:prstGeom>
          <a:noFill/>
          <a:ln/>
        </p:spPr>
        <p:txBody>
          <a:bodyPr wrap="square" lIns="0" tIns="0" rIns="0" bIns="0" rtlCol="0" anchor="t">
            <a:normAutofit/>
          </a:bodyPr>
          <a:lstStyle/>
          <a:p>
            <a:pPr marL="0" indent="0" algn="ctr">
              <a:lnSpc>
                <a:spcPct val="87000"/>
              </a:lnSpc>
              <a:buNone/>
            </a:pPr>
            <a:r>
              <a:rPr lang="en-US" sz="5600" b="1" dirty="0">
                <a:solidFill>
                  <a:srgbClr val="2B1D1A"/>
                </a:solidFill>
                <a:latin typeface="Fredoka Bold" pitchFamily="34" charset="0"/>
                <a:ea typeface="Fredoka Bold" pitchFamily="34" charset="-122"/>
                <a:cs typeface="Fredoka Bold" pitchFamily="34" charset="-120"/>
              </a:rPr>
              <a:t>Oorja digital</a:t>
            </a:r>
            <a:endParaRPr lang="en-US" sz="5600" dirty="0"/>
          </a:p>
          <a:p>
            <a:pPr marL="0" indent="0" algn="ctr">
              <a:lnSpc>
                <a:spcPct val="87000"/>
              </a:lnSpc>
              <a:buNone/>
            </a:pPr>
            <a:r>
              <a:rPr lang="en-US" sz="5600" b="1" dirty="0">
                <a:solidFill>
                  <a:srgbClr val="2B1D1A"/>
                </a:solidFill>
                <a:latin typeface="Fredoka Bold" pitchFamily="34" charset="0"/>
                <a:ea typeface="Fredoka Bold" pitchFamily="34" charset="-122"/>
                <a:cs typeface="Fredoka Bold" pitchFamily="34" charset="-120"/>
              </a:rPr>
              <a:t>marketing strategy</a:t>
            </a:r>
            <a:endParaRPr lang="en-US" sz="5600" dirty="0"/>
          </a:p>
        </p:txBody>
      </p:sp>
      <p:sp>
        <p:nvSpPr>
          <p:cNvPr id="7" name="Text 5"/>
          <p:cNvSpPr/>
          <p:nvPr/>
        </p:nvSpPr>
        <p:spPr>
          <a:xfrm>
            <a:off x="2031949" y="4648200"/>
            <a:ext cx="8127797" cy="391120"/>
          </a:xfrm>
          <a:prstGeom prst="rect">
            <a:avLst/>
          </a:prstGeom>
          <a:noFill/>
          <a:ln/>
        </p:spPr>
        <p:txBody>
          <a:bodyPr wrap="none" lIns="0" tIns="0" rIns="0" bIns="0" rtlCol="0" anchor="t"/>
          <a:lstStyle/>
          <a:p>
            <a:pPr marL="0" indent="0" algn="ctr">
              <a:lnSpc>
                <a:spcPct val="117000"/>
              </a:lnSpc>
              <a:buNone/>
            </a:pPr>
            <a:r>
              <a:rPr lang="en-US" sz="2200" b="1" dirty="0">
                <a:solidFill>
                  <a:srgbClr val="B8330C"/>
                </a:solidFill>
                <a:latin typeface="Space Grotesk Bold" pitchFamily="34" charset="0"/>
                <a:ea typeface="Space Grotesk Bold" pitchFamily="34" charset="-122"/>
                <a:cs typeface="Space Grotesk Bold" pitchFamily="34" charset="-120"/>
              </a:rPr>
              <a:t>Oorja Solutions</a:t>
            </a:r>
            <a:endParaRPr lang="en-US" sz="2200" dirty="0"/>
          </a:p>
        </p:txBody>
      </p:sp>
      <p:sp>
        <p:nvSpPr>
          <p:cNvPr id="8" name="Text 6"/>
          <p:cNvSpPr/>
          <p:nvPr/>
        </p:nvSpPr>
        <p:spPr>
          <a:xfrm>
            <a:off x="2031949" y="5105717"/>
            <a:ext cx="8127797" cy="284460"/>
          </a:xfrm>
          <a:prstGeom prst="rect">
            <a:avLst/>
          </a:prstGeom>
          <a:noFill/>
          <a:ln/>
        </p:spPr>
        <p:txBody>
          <a:bodyPr wrap="none" lIns="0" tIns="0" rIns="0" bIns="0" rtlCol="0" anchor="t"/>
          <a:lstStyle/>
          <a:p>
            <a:pPr marL="0" indent="0" algn="ctr">
              <a:lnSpc>
                <a:spcPct val="117000"/>
              </a:lnSpc>
              <a:buNone/>
            </a:pPr>
            <a:r>
              <a:rPr lang="en-US" sz="1600" dirty="0">
                <a:solidFill>
                  <a:srgbClr val="2B1D1A"/>
                </a:solidFill>
                <a:latin typeface="Space Grotesk" pitchFamily="34" charset="0"/>
                <a:ea typeface="Space Grotesk" pitchFamily="34" charset="-122"/>
                <a:cs typeface="Space Grotesk" pitchFamily="34" charset="-120"/>
              </a:rPr>
              <a:t>SEO, content &amp; paid advertising strategy</a:t>
            </a:r>
            <a:endParaRPr lang="en-US" sz="1600" dirty="0"/>
          </a:p>
        </p:txBody>
      </p:sp>
      <p:sp>
        <p:nvSpPr>
          <p:cNvPr id="9" name="Shape 7"/>
          <p:cNvSpPr/>
          <p:nvPr/>
        </p:nvSpPr>
        <p:spPr>
          <a:xfrm>
            <a:off x="1650959" y="5461000"/>
            <a:ext cx="279393" cy="279400"/>
          </a:xfrm>
          <a:prstGeom prst="ellipse">
            <a:avLst/>
          </a:prstGeom>
          <a:solidFill>
            <a:srgbClr val="FE829A"/>
          </a:solidFill>
          <a:ln/>
        </p:spPr>
        <p:txBody>
          <a:bodyPr/>
          <a:lstStyle/>
          <a:p>
            <a:endParaRPr lang="en-IN"/>
          </a:p>
        </p:txBody>
      </p:sp>
      <p:sp>
        <p:nvSpPr>
          <p:cNvPr id="10" name="Shape 8"/>
          <p:cNvSpPr/>
          <p:nvPr/>
        </p:nvSpPr>
        <p:spPr>
          <a:xfrm>
            <a:off x="2082748" y="5461000"/>
            <a:ext cx="279393" cy="279400"/>
          </a:xfrm>
          <a:prstGeom prst="ellipse">
            <a:avLst/>
          </a:prstGeom>
          <a:solidFill>
            <a:srgbClr val="F9B440"/>
          </a:solidFill>
          <a:ln/>
        </p:spPr>
        <p:txBody>
          <a:bodyPr/>
          <a:lstStyle/>
          <a:p>
            <a:endParaRPr lang="en-IN"/>
          </a:p>
        </p:txBody>
      </p:sp>
      <p:sp>
        <p:nvSpPr>
          <p:cNvPr id="11" name="Shape 9"/>
          <p:cNvSpPr/>
          <p:nvPr/>
        </p:nvSpPr>
        <p:spPr>
          <a:xfrm>
            <a:off x="2514537" y="5461000"/>
            <a:ext cx="279393" cy="279400"/>
          </a:xfrm>
          <a:prstGeom prst="ellipse">
            <a:avLst/>
          </a:prstGeom>
          <a:solidFill>
            <a:srgbClr val="FC9FA5"/>
          </a:solidFill>
          <a:ln/>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86381"/>
            <a:ext cx="10972526" cy="579041"/>
          </a:xfrm>
          <a:prstGeom prst="rect">
            <a:avLst/>
          </a:prstGeom>
          <a:noFill/>
          <a:ln/>
        </p:spPr>
        <p:txBody>
          <a:bodyPr wrap="none" lIns="0" tIns="0" rIns="0" bIns="0" rtlCol="0" anchor="t"/>
          <a:lstStyle/>
          <a:p>
            <a:pPr marL="0" indent="0" algn="l">
              <a:lnSpc>
                <a:spcPct val="79000"/>
              </a:lnSpc>
              <a:buNone/>
            </a:pPr>
            <a:r>
              <a:rPr lang="en-US" sz="4800" b="1" dirty="0">
                <a:solidFill>
                  <a:srgbClr val="F24A1C"/>
                </a:solidFill>
                <a:latin typeface="Fredoka Bold" pitchFamily="34" charset="0"/>
                <a:ea typeface="Fredoka Bold" pitchFamily="34" charset="-122"/>
                <a:cs typeface="Fredoka Bold" pitchFamily="34" charset="-120"/>
              </a:rPr>
              <a:t>TABLE OF CONTENT</a:t>
            </a:r>
            <a:endParaRPr lang="en-US" sz="4800" dirty="0"/>
          </a:p>
        </p:txBody>
      </p:sp>
      <p:sp>
        <p:nvSpPr>
          <p:cNvPr id="3" name="Shape 1"/>
          <p:cNvSpPr/>
          <p:nvPr/>
        </p:nvSpPr>
        <p:spPr>
          <a:xfrm>
            <a:off x="609585" y="1341041"/>
            <a:ext cx="3454314" cy="4907359"/>
          </a:xfrm>
          <a:prstGeom prst="roundRect">
            <a:avLst>
              <a:gd name="adj" fmla="val 7941"/>
            </a:avLst>
          </a:prstGeom>
          <a:solidFill>
            <a:schemeClr val="accent1">
              <a:lumMod val="20000"/>
              <a:lumOff val="80000"/>
            </a:schemeClr>
          </a:solidFill>
          <a:ln/>
        </p:spPr>
        <p:txBody>
          <a:bodyPr/>
          <a:lstStyle/>
          <a:p>
            <a:endParaRPr lang="en-IN"/>
          </a:p>
        </p:txBody>
      </p:sp>
      <p:sp>
        <p:nvSpPr>
          <p:cNvPr id="4" name="Text 2"/>
          <p:cNvSpPr/>
          <p:nvPr/>
        </p:nvSpPr>
        <p:spPr>
          <a:xfrm>
            <a:off x="761981" y="1511144"/>
            <a:ext cx="3149521" cy="480020"/>
          </a:xfrm>
          <a:prstGeom prst="rect">
            <a:avLst/>
          </a:prstGeom>
          <a:noFill/>
          <a:ln/>
        </p:spPr>
        <p:txBody>
          <a:bodyPr wrap="square" lIns="0" tIns="0" rIns="0" bIns="0" rtlCol="0" anchor="t">
            <a:normAutofit/>
          </a:bodyPr>
          <a:lstStyle/>
          <a:p>
            <a:pPr marL="0" indent="0" algn="l">
              <a:lnSpc>
                <a:spcPct val="87000"/>
              </a:lnSpc>
              <a:buNone/>
            </a:pPr>
            <a:r>
              <a:rPr lang="en-US" sz="1800" b="1" dirty="0">
                <a:solidFill>
                  <a:srgbClr val="000000"/>
                </a:solidFill>
                <a:latin typeface="Fredoka Bold" pitchFamily="34" charset="0"/>
                <a:ea typeface="Fredoka Bold" pitchFamily="34" charset="-122"/>
                <a:cs typeface="Fredoka Bold" pitchFamily="34" charset="-120"/>
              </a:rPr>
              <a:t>Business &amp; Technical SEO Audit</a:t>
            </a:r>
            <a:endParaRPr lang="en-US" sz="1800" dirty="0"/>
          </a:p>
        </p:txBody>
      </p:sp>
      <p:sp>
        <p:nvSpPr>
          <p:cNvPr id="5" name="Text 3"/>
          <p:cNvSpPr/>
          <p:nvPr/>
        </p:nvSpPr>
        <p:spPr>
          <a:xfrm>
            <a:off x="761981" y="2176661"/>
            <a:ext cx="3149521" cy="3199805"/>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BUSINESS UNDERSTANDING</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BUSINESS OBJECTIVE</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BUSINESS CHALLENGES</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CURRENT SCENARIOS (SEO AUDIT)</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OVERALL SEO AUDIT</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DOMAIN AUTHORITY SCORE</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WEBSITE TRAFFIC ANALYSIS</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WEBSITE ORGANIC TRAFFIC ANALYSIS</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KEYWORD CONSISTENCY ANALYSIS</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PAGE RENDERING CHECK</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PAGE SPEED CHECK MOBILE</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PAGE SPEED CHECK DESKTOP</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MOBILE FRIENDLINESS TEST</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IMPROVEMENT RECOMMENDATIONS</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SUGGESTIVE KEY IMPROVEMENT AREAS</a:t>
            </a:r>
            <a:endParaRPr lang="en-US" sz="1200" dirty="0"/>
          </a:p>
        </p:txBody>
      </p:sp>
      <p:sp>
        <p:nvSpPr>
          <p:cNvPr id="6" name="Shape 4"/>
          <p:cNvSpPr/>
          <p:nvPr/>
        </p:nvSpPr>
        <p:spPr>
          <a:xfrm>
            <a:off x="4368691" y="1341041"/>
            <a:ext cx="3454314" cy="4907359"/>
          </a:xfrm>
          <a:prstGeom prst="roundRect">
            <a:avLst>
              <a:gd name="adj" fmla="val 7941"/>
            </a:avLst>
          </a:prstGeom>
          <a:solidFill>
            <a:srgbClr val="FCD5C4"/>
          </a:solidFill>
          <a:ln/>
        </p:spPr>
        <p:txBody>
          <a:bodyPr/>
          <a:lstStyle/>
          <a:p>
            <a:endParaRPr lang="en-IN"/>
          </a:p>
        </p:txBody>
      </p:sp>
      <p:sp>
        <p:nvSpPr>
          <p:cNvPr id="7" name="Text 5"/>
          <p:cNvSpPr/>
          <p:nvPr/>
        </p:nvSpPr>
        <p:spPr>
          <a:xfrm>
            <a:off x="4521087" y="1511144"/>
            <a:ext cx="3149521" cy="480020"/>
          </a:xfrm>
          <a:prstGeom prst="rect">
            <a:avLst/>
          </a:prstGeom>
          <a:noFill/>
          <a:ln/>
        </p:spPr>
        <p:txBody>
          <a:bodyPr wrap="square" lIns="0" tIns="0" rIns="0" bIns="0" rtlCol="0" anchor="t">
            <a:normAutofit/>
          </a:bodyPr>
          <a:lstStyle/>
          <a:p>
            <a:pPr marL="0" indent="0" algn="l">
              <a:lnSpc>
                <a:spcPct val="87000"/>
              </a:lnSpc>
              <a:buNone/>
            </a:pPr>
            <a:r>
              <a:rPr lang="en-US" sz="1800" b="1" dirty="0">
                <a:solidFill>
                  <a:srgbClr val="000000"/>
                </a:solidFill>
                <a:latin typeface="Fredoka Bold" pitchFamily="34" charset="0"/>
                <a:ea typeface="Fredoka Bold" pitchFamily="34" charset="-122"/>
                <a:cs typeface="Fredoka Bold" pitchFamily="34" charset="-120"/>
              </a:rPr>
              <a:t>SEO Strategy, Research &amp; Advertising</a:t>
            </a:r>
            <a:endParaRPr lang="en-US" sz="1800" dirty="0"/>
          </a:p>
        </p:txBody>
      </p:sp>
      <p:sp>
        <p:nvSpPr>
          <p:cNvPr id="8" name="Text 6"/>
          <p:cNvSpPr/>
          <p:nvPr/>
        </p:nvSpPr>
        <p:spPr>
          <a:xfrm>
            <a:off x="4521087" y="2176661"/>
            <a:ext cx="3149521" cy="3413125"/>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4 PILLARS OF SEO</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SEO PLAN SUMMARY ACTIVITIES</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TARGET LOCATION</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TARGET AUDIENCE</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TOTAL ADDRESSABLE MARKET(FUNNEL)</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COMPETITOR ANALYSIS</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KEYWORD RESEARCH, CLUSTERING, MAPPING</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STRATEGY/ROADMAP</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BLOG CONTENT FOR SEO</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PPC PART ANALYSIS</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AD COPY DESIGN</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TYPES OF AD</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SOCIAL MEDIA TYPES OF AD</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SOCIAL MEDIA  CONTENT CALENDER</a:t>
            </a:r>
            <a:endParaRPr lang="en-US" sz="1200" dirty="0"/>
          </a:p>
        </p:txBody>
      </p:sp>
      <p:sp>
        <p:nvSpPr>
          <p:cNvPr id="9" name="Shape 7"/>
          <p:cNvSpPr/>
          <p:nvPr/>
        </p:nvSpPr>
        <p:spPr>
          <a:xfrm>
            <a:off x="8127797" y="1341041"/>
            <a:ext cx="3454314" cy="4907359"/>
          </a:xfrm>
          <a:prstGeom prst="roundRect">
            <a:avLst>
              <a:gd name="adj" fmla="val 7941"/>
            </a:avLst>
          </a:prstGeom>
          <a:solidFill>
            <a:schemeClr val="bg2">
              <a:lumMod val="90000"/>
            </a:schemeClr>
          </a:solidFill>
          <a:ln/>
        </p:spPr>
        <p:txBody>
          <a:bodyPr/>
          <a:lstStyle/>
          <a:p>
            <a:endParaRPr lang="en-IN"/>
          </a:p>
        </p:txBody>
      </p:sp>
      <p:sp>
        <p:nvSpPr>
          <p:cNvPr id="10" name="Text 8"/>
          <p:cNvSpPr/>
          <p:nvPr/>
        </p:nvSpPr>
        <p:spPr>
          <a:xfrm>
            <a:off x="8280193" y="1511144"/>
            <a:ext cx="3149521" cy="480020"/>
          </a:xfrm>
          <a:prstGeom prst="rect">
            <a:avLst/>
          </a:prstGeom>
          <a:noFill/>
          <a:ln/>
        </p:spPr>
        <p:txBody>
          <a:bodyPr wrap="square" lIns="0" tIns="0" rIns="0" bIns="0" rtlCol="0" anchor="t">
            <a:normAutofit/>
          </a:bodyPr>
          <a:lstStyle/>
          <a:p>
            <a:pPr marL="0" indent="0" algn="l">
              <a:lnSpc>
                <a:spcPct val="87000"/>
              </a:lnSpc>
              <a:buNone/>
            </a:pPr>
            <a:r>
              <a:rPr lang="en-US" sz="1800" b="1" dirty="0">
                <a:solidFill>
                  <a:srgbClr val="000000"/>
                </a:solidFill>
                <a:latin typeface="Fredoka Bold" pitchFamily="34" charset="0"/>
                <a:ea typeface="Fredoka Bold" pitchFamily="34" charset="-122"/>
                <a:cs typeface="Fredoka Bold" pitchFamily="34" charset="-120"/>
              </a:rPr>
              <a:t>Marketing Channels &amp; Team Operations</a:t>
            </a:r>
            <a:endParaRPr lang="en-US" sz="1800" dirty="0"/>
          </a:p>
        </p:txBody>
      </p:sp>
      <p:sp>
        <p:nvSpPr>
          <p:cNvPr id="11" name="Text 9"/>
          <p:cNvSpPr/>
          <p:nvPr/>
        </p:nvSpPr>
        <p:spPr>
          <a:xfrm>
            <a:off x="8280193" y="2176661"/>
            <a:ext cx="3149521" cy="1706563"/>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EMAIL MARKETING</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WHATSAPP MARKETING</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SMS MARKETING</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LANDING PAGE STRUCTURE</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SEO KPIS TO TRACK</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ORGANIZATION TEAM STRUCTURE</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ACCOUNTABILITY</a:t>
            </a:r>
            <a:endParaRPr lang="en-US" sz="1200" dirty="0"/>
          </a:p>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ACTIVITIES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54683"/>
            <a:ext cx="10972526" cy="319980"/>
          </a:xfrm>
          <a:prstGeom prst="rect">
            <a:avLst/>
          </a:prstGeom>
          <a:noFill/>
          <a:ln/>
        </p:spPr>
        <p:txBody>
          <a:bodyPr wrap="none" lIns="0" tIns="0" rIns="0" bIns="0" rtlCol="0" anchor="t"/>
          <a:lstStyle/>
          <a:p>
            <a:pPr marL="0" indent="0" algn="l">
              <a:lnSpc>
                <a:spcPct val="88000"/>
              </a:lnSpc>
              <a:buNone/>
            </a:pPr>
            <a:r>
              <a:rPr lang="en-US" sz="2400" b="1" dirty="0">
                <a:solidFill>
                  <a:srgbClr val="FB5022"/>
                </a:solidFill>
                <a:latin typeface="Fredoka Bold" pitchFamily="34" charset="0"/>
                <a:ea typeface="Fredoka Bold" pitchFamily="34" charset="-122"/>
                <a:cs typeface="Fredoka Bold" pitchFamily="34" charset="-120"/>
              </a:rPr>
              <a:t>Business understandings</a:t>
            </a:r>
            <a:endParaRPr lang="en-US" sz="2400" dirty="0"/>
          </a:p>
        </p:txBody>
      </p:sp>
      <p:sp>
        <p:nvSpPr>
          <p:cNvPr id="3" name="Text 1"/>
          <p:cNvSpPr/>
          <p:nvPr/>
        </p:nvSpPr>
        <p:spPr>
          <a:xfrm>
            <a:off x="609585" y="1141889"/>
            <a:ext cx="10972526" cy="198041"/>
          </a:xfrm>
          <a:prstGeom prst="rect">
            <a:avLst/>
          </a:prstGeom>
          <a:noFill/>
          <a:ln/>
        </p:spPr>
        <p:txBody>
          <a:bodyPr wrap="none" lIns="0" tIns="0" rIns="0" bIns="0" rtlCol="0" anchor="t"/>
          <a:lstStyle/>
          <a:p>
            <a:pPr marL="0" indent="0" algn="l">
              <a:lnSpc>
                <a:spcPct val="100000"/>
              </a:lnSpc>
              <a:buNone/>
            </a:pPr>
            <a:r>
              <a:rPr lang="en-US" sz="1300" dirty="0">
                <a:solidFill>
                  <a:srgbClr val="DF657D"/>
                </a:solidFill>
                <a:latin typeface="Space Grotesk Medium" pitchFamily="34" charset="0"/>
                <a:ea typeface="Space Grotesk Medium" pitchFamily="34" charset="-122"/>
                <a:cs typeface="Space Grotesk Medium" pitchFamily="34" charset="-120"/>
              </a:rPr>
              <a:t>Oorja Development Solutions: Simplified flow</a:t>
            </a:r>
            <a:endParaRPr lang="en-US" sz="1300" dirty="0"/>
          </a:p>
        </p:txBody>
      </p:sp>
      <p:sp>
        <p:nvSpPr>
          <p:cNvPr id="4" name="Shape 2"/>
          <p:cNvSpPr/>
          <p:nvPr/>
        </p:nvSpPr>
        <p:spPr>
          <a:xfrm>
            <a:off x="609585" y="1611709"/>
            <a:ext cx="2179285" cy="2697262"/>
          </a:xfrm>
          <a:prstGeom prst="roundRect">
            <a:avLst>
              <a:gd name="adj" fmla="val 3916"/>
            </a:avLst>
          </a:prstGeom>
          <a:solidFill>
            <a:srgbClr val="FE829A"/>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761981" y="1789509"/>
            <a:ext cx="507987" cy="508000"/>
          </a:xfrm>
          <a:prstGeom prst="rect">
            <a:avLst/>
          </a:prstGeom>
        </p:spPr>
      </p:pic>
      <p:sp>
        <p:nvSpPr>
          <p:cNvPr id="6" name="Text 3"/>
          <p:cNvSpPr/>
          <p:nvPr/>
        </p:nvSpPr>
        <p:spPr>
          <a:xfrm>
            <a:off x="761981" y="2493089"/>
            <a:ext cx="1874493" cy="670520"/>
          </a:xfrm>
          <a:prstGeom prst="rect">
            <a:avLst/>
          </a:prstGeom>
          <a:noFill/>
          <a:ln/>
        </p:spPr>
        <p:txBody>
          <a:bodyPr wrap="square" lIns="0" tIns="0" rIns="0" bIns="0" rtlCol="0" anchor="t">
            <a:normAutofit lnSpcReduction="10000"/>
          </a:bodyPr>
          <a:lstStyle/>
          <a:p>
            <a:pPr marL="0" indent="0" algn="l">
              <a:lnSpc>
                <a:spcPct val="100000"/>
              </a:lnSpc>
              <a:buNone/>
            </a:pPr>
            <a:r>
              <a:rPr lang="en-US" sz="2200" dirty="0">
                <a:solidFill>
                  <a:srgbClr val="000000"/>
                </a:solidFill>
                <a:latin typeface="Space Grotesk Medium" pitchFamily="34" charset="0"/>
                <a:ea typeface="Space Grotesk Medium" pitchFamily="34" charset="-122"/>
                <a:cs typeface="Space Grotesk Medium" pitchFamily="34" charset="-120"/>
              </a:rPr>
              <a:t>Farmer partnerships</a:t>
            </a:r>
            <a:endParaRPr lang="en-US" sz="2200" dirty="0"/>
          </a:p>
        </p:txBody>
      </p:sp>
      <p:sp>
        <p:nvSpPr>
          <p:cNvPr id="7" name="Text 4"/>
          <p:cNvSpPr/>
          <p:nvPr/>
        </p:nvSpPr>
        <p:spPr>
          <a:xfrm>
            <a:off x="761981" y="3298230"/>
            <a:ext cx="1874493"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Low-income, smallholder farmers are engaged.</a:t>
            </a:r>
            <a:endParaRPr lang="en-US" sz="1400" dirty="0"/>
          </a:p>
        </p:txBody>
      </p:sp>
      <p:pic>
        <p:nvPicPr>
          <p:cNvPr id="8" name="Image 1" descr="preencoded.png"/>
          <p:cNvPicPr>
            <a:picLocks noChangeAspect="1"/>
          </p:cNvPicPr>
          <p:nvPr/>
        </p:nvPicPr>
        <p:blipFill>
          <a:blip r:embed="rId4"/>
          <a:stretch>
            <a:fillRect/>
          </a:stretch>
        </p:blipFill>
        <p:spPr>
          <a:xfrm>
            <a:off x="2941266" y="2792710"/>
            <a:ext cx="335252" cy="335260"/>
          </a:xfrm>
          <a:prstGeom prst="rect">
            <a:avLst/>
          </a:prstGeom>
        </p:spPr>
      </p:pic>
      <p:sp>
        <p:nvSpPr>
          <p:cNvPr id="9" name="Shape 5"/>
          <p:cNvSpPr/>
          <p:nvPr/>
        </p:nvSpPr>
        <p:spPr>
          <a:xfrm>
            <a:off x="3428914" y="1611709"/>
            <a:ext cx="2179285" cy="2697262"/>
          </a:xfrm>
          <a:prstGeom prst="roundRect">
            <a:avLst>
              <a:gd name="adj" fmla="val 3916"/>
            </a:avLst>
          </a:prstGeom>
          <a:solidFill>
            <a:srgbClr val="FE829A"/>
          </a:solidFill>
          <a:ln/>
        </p:spPr>
        <p:txBody>
          <a:bodyPr/>
          <a:lstStyle/>
          <a:p>
            <a:endParaRPr lang="en-IN"/>
          </a:p>
        </p:txBody>
      </p:sp>
      <p:pic>
        <p:nvPicPr>
          <p:cNvPr id="10" name="Image 2" descr="preencoded.png"/>
          <p:cNvPicPr>
            <a:picLocks noChangeAspect="1"/>
          </p:cNvPicPr>
          <p:nvPr/>
        </p:nvPicPr>
        <p:blipFill>
          <a:blip r:embed="rId5"/>
          <a:stretch>
            <a:fillRect/>
          </a:stretch>
        </p:blipFill>
        <p:spPr>
          <a:xfrm>
            <a:off x="3581310" y="1789509"/>
            <a:ext cx="507987" cy="508000"/>
          </a:xfrm>
          <a:prstGeom prst="rect">
            <a:avLst/>
          </a:prstGeom>
        </p:spPr>
      </p:pic>
      <p:sp>
        <p:nvSpPr>
          <p:cNvPr id="11" name="Text 6"/>
          <p:cNvSpPr/>
          <p:nvPr/>
        </p:nvSpPr>
        <p:spPr>
          <a:xfrm>
            <a:off x="3581310" y="2493089"/>
            <a:ext cx="1874493" cy="670520"/>
          </a:xfrm>
          <a:prstGeom prst="rect">
            <a:avLst/>
          </a:prstGeom>
          <a:noFill/>
          <a:ln/>
        </p:spPr>
        <p:txBody>
          <a:bodyPr wrap="square" lIns="0" tIns="0" rIns="0" bIns="0" rtlCol="0" anchor="t">
            <a:normAutofit lnSpcReduction="10000"/>
          </a:bodyPr>
          <a:lstStyle/>
          <a:p>
            <a:pPr marL="0" indent="0" algn="l">
              <a:lnSpc>
                <a:spcPct val="100000"/>
              </a:lnSpc>
              <a:buNone/>
            </a:pPr>
            <a:r>
              <a:rPr lang="en-US" sz="2200" dirty="0">
                <a:solidFill>
                  <a:srgbClr val="000000"/>
                </a:solidFill>
                <a:latin typeface="Space Grotesk Medium" pitchFamily="34" charset="0"/>
                <a:ea typeface="Space Grotesk Medium" pitchFamily="34" charset="-122"/>
                <a:cs typeface="Space Grotesk Medium" pitchFamily="34" charset="-120"/>
              </a:rPr>
              <a:t>Pay-per-use model</a:t>
            </a:r>
            <a:endParaRPr lang="en-US" sz="2200" dirty="0"/>
          </a:p>
        </p:txBody>
      </p:sp>
      <p:sp>
        <p:nvSpPr>
          <p:cNvPr id="12" name="Text 7"/>
          <p:cNvSpPr/>
          <p:nvPr/>
        </p:nvSpPr>
        <p:spPr>
          <a:xfrm>
            <a:off x="3581310" y="3298230"/>
            <a:ext cx="1874493"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Removing upfront capital costs.</a:t>
            </a:r>
            <a:endParaRPr lang="en-US" sz="1400" dirty="0"/>
          </a:p>
        </p:txBody>
      </p:sp>
      <p:pic>
        <p:nvPicPr>
          <p:cNvPr id="13" name="Image 3" descr="preencoded.png"/>
          <p:cNvPicPr>
            <a:picLocks noChangeAspect="1"/>
          </p:cNvPicPr>
          <p:nvPr/>
        </p:nvPicPr>
        <p:blipFill>
          <a:blip r:embed="rId4"/>
          <a:stretch>
            <a:fillRect/>
          </a:stretch>
        </p:blipFill>
        <p:spPr>
          <a:xfrm>
            <a:off x="5760497" y="2792611"/>
            <a:ext cx="335351" cy="335359"/>
          </a:xfrm>
          <a:prstGeom prst="rect">
            <a:avLst/>
          </a:prstGeom>
        </p:spPr>
      </p:pic>
      <p:sp>
        <p:nvSpPr>
          <p:cNvPr id="14" name="Shape 8"/>
          <p:cNvSpPr/>
          <p:nvPr/>
        </p:nvSpPr>
        <p:spPr>
          <a:xfrm>
            <a:off x="6248244" y="1611709"/>
            <a:ext cx="2179285" cy="2697262"/>
          </a:xfrm>
          <a:prstGeom prst="roundRect">
            <a:avLst>
              <a:gd name="adj" fmla="val 3916"/>
            </a:avLst>
          </a:prstGeom>
          <a:solidFill>
            <a:srgbClr val="F9B440"/>
          </a:solidFill>
          <a:ln/>
        </p:spPr>
        <p:txBody>
          <a:bodyPr/>
          <a:lstStyle/>
          <a:p>
            <a:endParaRPr lang="en-IN"/>
          </a:p>
        </p:txBody>
      </p:sp>
      <p:pic>
        <p:nvPicPr>
          <p:cNvPr id="15" name="Image 4" descr="preencoded.png"/>
          <p:cNvPicPr>
            <a:picLocks noChangeAspect="1"/>
          </p:cNvPicPr>
          <p:nvPr/>
        </p:nvPicPr>
        <p:blipFill>
          <a:blip r:embed="rId6"/>
          <a:stretch>
            <a:fillRect/>
          </a:stretch>
        </p:blipFill>
        <p:spPr>
          <a:xfrm>
            <a:off x="6400640" y="1789509"/>
            <a:ext cx="507987" cy="508000"/>
          </a:xfrm>
          <a:prstGeom prst="rect">
            <a:avLst/>
          </a:prstGeom>
        </p:spPr>
      </p:pic>
      <p:sp>
        <p:nvSpPr>
          <p:cNvPr id="16" name="Text 9"/>
          <p:cNvSpPr/>
          <p:nvPr/>
        </p:nvSpPr>
        <p:spPr>
          <a:xfrm>
            <a:off x="6400640" y="2493089"/>
            <a:ext cx="1874493" cy="1005780"/>
          </a:xfrm>
          <a:prstGeom prst="rect">
            <a:avLst/>
          </a:prstGeom>
          <a:noFill/>
          <a:ln/>
        </p:spPr>
        <p:txBody>
          <a:bodyPr wrap="square" lIns="0" tIns="0" rIns="0" bIns="0" rtlCol="0" anchor="t">
            <a:normAutofit lnSpcReduction="10000"/>
          </a:bodyPr>
          <a:lstStyle/>
          <a:p>
            <a:pPr marL="0" indent="0" algn="l">
              <a:lnSpc>
                <a:spcPct val="100000"/>
              </a:lnSpc>
              <a:buNone/>
            </a:pPr>
            <a:r>
              <a:rPr lang="en-US" sz="2200" dirty="0">
                <a:solidFill>
                  <a:srgbClr val="000000"/>
                </a:solidFill>
                <a:latin typeface="Space Grotesk Medium" pitchFamily="34" charset="0"/>
                <a:ea typeface="Space Grotesk Medium" pitchFamily="34" charset="-122"/>
                <a:cs typeface="Space Grotesk Medium" pitchFamily="34" charset="-120"/>
              </a:rPr>
              <a:t>Oonnati: Solar irrigation</a:t>
            </a:r>
            <a:endParaRPr lang="en-US" sz="2200" dirty="0"/>
          </a:p>
        </p:txBody>
      </p:sp>
      <p:sp>
        <p:nvSpPr>
          <p:cNvPr id="17" name="Text 10"/>
          <p:cNvSpPr/>
          <p:nvPr/>
        </p:nvSpPr>
        <p:spPr>
          <a:xfrm>
            <a:off x="6400640" y="3633490"/>
            <a:ext cx="1874493"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Reliable water access.</a:t>
            </a:r>
            <a:endParaRPr lang="en-US" sz="1400" dirty="0"/>
          </a:p>
        </p:txBody>
      </p:sp>
      <p:pic>
        <p:nvPicPr>
          <p:cNvPr id="18" name="Image 5" descr="preencoded.png"/>
          <p:cNvPicPr>
            <a:picLocks noChangeAspect="1"/>
          </p:cNvPicPr>
          <p:nvPr/>
        </p:nvPicPr>
        <p:blipFill>
          <a:blip r:embed="rId4"/>
          <a:stretch>
            <a:fillRect/>
          </a:stretch>
        </p:blipFill>
        <p:spPr>
          <a:xfrm>
            <a:off x="8579826" y="2792611"/>
            <a:ext cx="335351" cy="335359"/>
          </a:xfrm>
          <a:prstGeom prst="rect">
            <a:avLst/>
          </a:prstGeom>
        </p:spPr>
      </p:pic>
      <p:sp>
        <p:nvSpPr>
          <p:cNvPr id="19" name="Shape 11"/>
          <p:cNvSpPr/>
          <p:nvPr/>
        </p:nvSpPr>
        <p:spPr>
          <a:xfrm>
            <a:off x="9067573" y="1611709"/>
            <a:ext cx="2514537" cy="2697262"/>
          </a:xfrm>
          <a:prstGeom prst="roundRect">
            <a:avLst>
              <a:gd name="adj" fmla="val 3394"/>
            </a:avLst>
          </a:prstGeom>
          <a:solidFill>
            <a:srgbClr val="F9B440"/>
          </a:solidFill>
          <a:ln/>
        </p:spPr>
        <p:txBody>
          <a:bodyPr/>
          <a:lstStyle/>
          <a:p>
            <a:endParaRPr lang="en-IN"/>
          </a:p>
        </p:txBody>
      </p:sp>
      <p:pic>
        <p:nvPicPr>
          <p:cNvPr id="20" name="Image 6" descr="preencoded.png"/>
          <p:cNvPicPr>
            <a:picLocks noChangeAspect="1"/>
          </p:cNvPicPr>
          <p:nvPr/>
        </p:nvPicPr>
        <p:blipFill>
          <a:blip r:embed="rId7"/>
          <a:stretch>
            <a:fillRect/>
          </a:stretch>
        </p:blipFill>
        <p:spPr>
          <a:xfrm>
            <a:off x="9219969" y="1789509"/>
            <a:ext cx="507987" cy="508000"/>
          </a:xfrm>
          <a:prstGeom prst="rect">
            <a:avLst/>
          </a:prstGeom>
        </p:spPr>
      </p:pic>
      <p:sp>
        <p:nvSpPr>
          <p:cNvPr id="21" name="Text 12"/>
          <p:cNvSpPr/>
          <p:nvPr/>
        </p:nvSpPr>
        <p:spPr>
          <a:xfrm>
            <a:off x="9219969" y="2493089"/>
            <a:ext cx="2209745" cy="670520"/>
          </a:xfrm>
          <a:prstGeom prst="rect">
            <a:avLst/>
          </a:prstGeom>
          <a:noFill/>
          <a:ln/>
        </p:spPr>
        <p:txBody>
          <a:bodyPr wrap="square" lIns="0" tIns="0" rIns="0" bIns="0" rtlCol="0" anchor="t">
            <a:normAutofit lnSpcReduction="10000"/>
          </a:bodyPr>
          <a:lstStyle/>
          <a:p>
            <a:pPr marL="0" indent="0" algn="l">
              <a:lnSpc>
                <a:spcPct val="100000"/>
              </a:lnSpc>
              <a:buNone/>
            </a:pPr>
            <a:r>
              <a:rPr lang="en-US" sz="2200" dirty="0">
                <a:solidFill>
                  <a:srgbClr val="000000"/>
                </a:solidFill>
                <a:latin typeface="Space Grotesk Medium" pitchFamily="34" charset="0"/>
                <a:ea typeface="Space Grotesk Medium" pitchFamily="34" charset="-122"/>
                <a:cs typeface="Space Grotesk Medium" pitchFamily="34" charset="-120"/>
              </a:rPr>
              <a:t>Oorvar: Agri advisory</a:t>
            </a:r>
            <a:endParaRPr lang="en-US" sz="2200" dirty="0"/>
          </a:p>
        </p:txBody>
      </p:sp>
      <p:sp>
        <p:nvSpPr>
          <p:cNvPr id="22" name="Text 13"/>
          <p:cNvSpPr/>
          <p:nvPr/>
        </p:nvSpPr>
        <p:spPr>
          <a:xfrm>
            <a:off x="9219969" y="3298230"/>
            <a:ext cx="2209745"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Sustainable farming advice.</a:t>
            </a:r>
            <a:endParaRPr lang="en-US" sz="1400" dirty="0"/>
          </a:p>
        </p:txBody>
      </p:sp>
      <p:sp>
        <p:nvSpPr>
          <p:cNvPr id="23" name="Shape 14"/>
          <p:cNvSpPr/>
          <p:nvPr/>
        </p:nvSpPr>
        <p:spPr>
          <a:xfrm>
            <a:off x="609585" y="4537571"/>
            <a:ext cx="10972526" cy="1791891"/>
          </a:xfrm>
          <a:prstGeom prst="roundRect">
            <a:avLst>
              <a:gd name="adj" fmla="val 4763"/>
            </a:avLst>
          </a:prstGeom>
          <a:solidFill>
            <a:srgbClr val="FC9FA5"/>
          </a:solidFill>
          <a:ln/>
        </p:spPr>
        <p:txBody>
          <a:bodyPr/>
          <a:lstStyle/>
          <a:p>
            <a:endParaRPr lang="en-IN"/>
          </a:p>
        </p:txBody>
      </p:sp>
      <p:sp>
        <p:nvSpPr>
          <p:cNvPr id="24" name="Text 15"/>
          <p:cNvSpPr/>
          <p:nvPr/>
        </p:nvSpPr>
        <p:spPr>
          <a:xfrm>
            <a:off x="863578" y="4726801"/>
            <a:ext cx="10464538" cy="335260"/>
          </a:xfrm>
          <a:prstGeom prst="rect">
            <a:avLst/>
          </a:prstGeom>
          <a:noFill/>
          <a:ln/>
        </p:spPr>
        <p:txBody>
          <a:bodyPr wrap="none" lIns="0" tIns="0" rIns="0" bIns="0" rtlCol="0" anchor="t"/>
          <a:lstStyle/>
          <a:p>
            <a:pPr marL="0" indent="0" algn="l">
              <a:lnSpc>
                <a:spcPct val="100000"/>
              </a:lnSpc>
              <a:buNone/>
            </a:pPr>
            <a:r>
              <a:rPr lang="en-US" sz="2200" dirty="0">
                <a:solidFill>
                  <a:srgbClr val="000000"/>
                </a:solidFill>
                <a:latin typeface="Space Grotesk Medium" pitchFamily="34" charset="0"/>
                <a:ea typeface="Space Grotesk Medium" pitchFamily="34" charset="-122"/>
                <a:cs typeface="Space Grotesk Medium" pitchFamily="34" charset="-120"/>
              </a:rPr>
              <a:t>Farm impact &amp; sustainability</a:t>
            </a:r>
            <a:endParaRPr lang="en-US" sz="2200" dirty="0"/>
          </a:p>
        </p:txBody>
      </p:sp>
      <p:sp>
        <p:nvSpPr>
          <p:cNvPr id="25" name="Text 16"/>
          <p:cNvSpPr/>
          <p:nvPr/>
        </p:nvSpPr>
        <p:spPr>
          <a:xfrm>
            <a:off x="863578" y="5196681"/>
            <a:ext cx="10464538" cy="954980"/>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Higher yields &amp; revenue</a:t>
            </a:r>
            <a:endParaRPr lang="en-US" sz="1600" dirty="0"/>
          </a:p>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Reduced diesel use &amp; emissions</a:t>
            </a:r>
            <a:endParaRPr lang="en-US" sz="1600" dirty="0"/>
          </a:p>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Local green jobs &amp; gender smart practices</a:t>
            </a:r>
            <a:endParaRPr lang="en-US" sz="1600" dirty="0"/>
          </a:p>
        </p:txBody>
      </p:sp>
      <p:pic>
        <p:nvPicPr>
          <p:cNvPr id="27" name="Graphic 26" descr="Agriculture with solid fill">
            <a:extLst>
              <a:ext uri="{FF2B5EF4-FFF2-40B4-BE49-F238E27FC236}">
                <a16:creationId xmlns:a16="http://schemas.microsoft.com/office/drawing/2014/main" id="{E017804E-6F01-139B-A934-68941527DD1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152092" y="4196"/>
            <a:ext cx="1102659" cy="102226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920689"/>
            <a:ext cx="10972526" cy="319980"/>
          </a:xfrm>
          <a:prstGeom prst="rect">
            <a:avLst/>
          </a:prstGeom>
          <a:noFill/>
          <a:ln/>
        </p:spPr>
        <p:txBody>
          <a:bodyPr wrap="none" lIns="0" tIns="0" rIns="0" bIns="0" rtlCol="0" anchor="t"/>
          <a:lstStyle/>
          <a:p>
            <a:pPr marL="0" indent="0" algn="l">
              <a:lnSpc>
                <a:spcPct val="88000"/>
              </a:lnSpc>
              <a:buNone/>
            </a:pPr>
            <a:r>
              <a:rPr lang="en-US" sz="2400" b="1" dirty="0">
                <a:solidFill>
                  <a:srgbClr val="FB5022"/>
                </a:solidFill>
                <a:latin typeface="Fredoka Bold" pitchFamily="34" charset="0"/>
                <a:ea typeface="Fredoka Bold" pitchFamily="34" charset="-122"/>
                <a:cs typeface="Fredoka Bold" pitchFamily="34" charset="-120"/>
              </a:rPr>
              <a:t>Business summary</a:t>
            </a:r>
            <a:endParaRPr lang="en-US" sz="2400" dirty="0"/>
          </a:p>
        </p:txBody>
      </p:sp>
      <p:sp>
        <p:nvSpPr>
          <p:cNvPr id="3" name="Text 1"/>
          <p:cNvSpPr/>
          <p:nvPr/>
        </p:nvSpPr>
        <p:spPr>
          <a:xfrm>
            <a:off x="609585" y="1407894"/>
            <a:ext cx="10972526" cy="198041"/>
          </a:xfrm>
          <a:prstGeom prst="rect">
            <a:avLst/>
          </a:prstGeom>
          <a:noFill/>
          <a:ln/>
        </p:spPr>
        <p:txBody>
          <a:bodyPr wrap="none" lIns="0" tIns="0" rIns="0" bIns="0" rtlCol="0" anchor="t"/>
          <a:lstStyle/>
          <a:p>
            <a:pPr marL="0" indent="0" algn="l">
              <a:lnSpc>
                <a:spcPct val="100000"/>
              </a:lnSpc>
              <a:buNone/>
            </a:pPr>
            <a:r>
              <a:rPr lang="en-US" sz="1300" dirty="0">
                <a:solidFill>
                  <a:srgbClr val="DF657D"/>
                </a:solidFill>
                <a:latin typeface="Space Grotesk Medium" pitchFamily="34" charset="0"/>
                <a:ea typeface="Space Grotesk Medium" pitchFamily="34" charset="-122"/>
                <a:cs typeface="Space Grotesk Medium" pitchFamily="34" charset="-120"/>
              </a:rPr>
              <a:t>Farming-as-a-Service marketplace focused on sustainable agriculture and clean energy.</a:t>
            </a:r>
            <a:endParaRPr lang="en-US" sz="1300" dirty="0"/>
          </a:p>
        </p:txBody>
      </p:sp>
      <p:sp>
        <p:nvSpPr>
          <p:cNvPr id="4" name="Shape 2"/>
          <p:cNvSpPr/>
          <p:nvPr/>
        </p:nvSpPr>
        <p:spPr>
          <a:xfrm>
            <a:off x="609585" y="1877715"/>
            <a:ext cx="4328012" cy="2016621"/>
          </a:xfrm>
          <a:prstGeom prst="roundRect">
            <a:avLst>
              <a:gd name="adj" fmla="val 4232"/>
            </a:avLst>
          </a:prstGeom>
          <a:solidFill>
            <a:srgbClr val="FE829A"/>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863578" y="2106315"/>
            <a:ext cx="406390" cy="406400"/>
          </a:xfrm>
          <a:prstGeom prst="rect">
            <a:avLst/>
          </a:prstGeom>
        </p:spPr>
      </p:pic>
      <p:sp>
        <p:nvSpPr>
          <p:cNvPr id="6" name="Text 3"/>
          <p:cNvSpPr/>
          <p:nvPr/>
        </p:nvSpPr>
        <p:spPr>
          <a:xfrm>
            <a:off x="863578" y="2644795"/>
            <a:ext cx="3820025" cy="335260"/>
          </a:xfrm>
          <a:prstGeom prst="rect">
            <a:avLst/>
          </a:prstGeom>
          <a:noFill/>
          <a:ln/>
        </p:spPr>
        <p:txBody>
          <a:bodyPr wrap="none" lIns="0" tIns="0" rIns="0" bIns="0" rtlCol="0" anchor="t"/>
          <a:lstStyle/>
          <a:p>
            <a:pPr marL="0" indent="0" algn="l">
              <a:lnSpc>
                <a:spcPct val="100000"/>
              </a:lnSpc>
              <a:buNone/>
            </a:pPr>
            <a:r>
              <a:rPr lang="en-US" sz="2200" dirty="0">
                <a:solidFill>
                  <a:srgbClr val="000000"/>
                </a:solidFill>
                <a:latin typeface="Space Grotesk Medium" pitchFamily="34" charset="0"/>
                <a:ea typeface="Space Grotesk Medium" pitchFamily="34" charset="-122"/>
                <a:cs typeface="Space Grotesk Medium" pitchFamily="34" charset="-120"/>
              </a:rPr>
              <a:t>Founded in</a:t>
            </a:r>
            <a:endParaRPr lang="en-US" sz="2200" dirty="0"/>
          </a:p>
        </p:txBody>
      </p:sp>
      <p:sp>
        <p:nvSpPr>
          <p:cNvPr id="7" name="Text 4"/>
          <p:cNvSpPr/>
          <p:nvPr/>
        </p:nvSpPr>
        <p:spPr>
          <a:xfrm>
            <a:off x="863578" y="3117850"/>
            <a:ext cx="3820025" cy="400050"/>
          </a:xfrm>
          <a:prstGeom prst="rect">
            <a:avLst/>
          </a:prstGeom>
          <a:noFill/>
          <a:ln/>
        </p:spPr>
        <p:txBody>
          <a:bodyPr wrap="none" lIns="0" tIns="0" rIns="0" bIns="0" rtlCol="0" anchor="t"/>
          <a:lstStyle/>
          <a:p>
            <a:pPr marL="0" indent="0" algn="l">
              <a:lnSpc>
                <a:spcPct val="88000"/>
              </a:lnSpc>
              <a:buNone/>
            </a:pPr>
            <a:r>
              <a:rPr lang="en-US" sz="3000" b="1" dirty="0">
                <a:solidFill>
                  <a:srgbClr val="000000"/>
                </a:solidFill>
                <a:latin typeface="Fredoka Bold" pitchFamily="34" charset="0"/>
                <a:ea typeface="Fredoka Bold" pitchFamily="34" charset="-122"/>
                <a:cs typeface="Fredoka Bold" pitchFamily="34" charset="-120"/>
              </a:rPr>
              <a:t>2016</a:t>
            </a:r>
            <a:endParaRPr lang="en-US" sz="3000" dirty="0"/>
          </a:p>
        </p:txBody>
      </p:sp>
      <p:sp>
        <p:nvSpPr>
          <p:cNvPr id="8" name="Shape 5"/>
          <p:cNvSpPr/>
          <p:nvPr/>
        </p:nvSpPr>
        <p:spPr>
          <a:xfrm>
            <a:off x="609585" y="4046736"/>
            <a:ext cx="4328012" cy="2016720"/>
          </a:xfrm>
          <a:prstGeom prst="roundRect">
            <a:avLst>
              <a:gd name="adj" fmla="val 4232"/>
            </a:avLst>
          </a:prstGeom>
          <a:solidFill>
            <a:srgbClr val="F9B440"/>
          </a:solidFill>
          <a:ln/>
        </p:spPr>
        <p:txBody>
          <a:bodyPr/>
          <a:lstStyle/>
          <a:p>
            <a:endParaRPr lang="en-IN"/>
          </a:p>
        </p:txBody>
      </p:sp>
      <p:pic>
        <p:nvPicPr>
          <p:cNvPr id="9" name="Image 1" descr="preencoded.png"/>
          <p:cNvPicPr>
            <a:picLocks noChangeAspect="1"/>
          </p:cNvPicPr>
          <p:nvPr/>
        </p:nvPicPr>
        <p:blipFill>
          <a:blip r:embed="rId4"/>
          <a:stretch>
            <a:fillRect/>
          </a:stretch>
        </p:blipFill>
        <p:spPr>
          <a:xfrm>
            <a:off x="863578" y="4275336"/>
            <a:ext cx="406390" cy="406400"/>
          </a:xfrm>
          <a:prstGeom prst="rect">
            <a:avLst/>
          </a:prstGeom>
        </p:spPr>
      </p:pic>
      <p:sp>
        <p:nvSpPr>
          <p:cNvPr id="10" name="Text 6"/>
          <p:cNvSpPr/>
          <p:nvPr/>
        </p:nvSpPr>
        <p:spPr>
          <a:xfrm>
            <a:off x="863578" y="4813816"/>
            <a:ext cx="3820025" cy="335260"/>
          </a:xfrm>
          <a:prstGeom prst="rect">
            <a:avLst/>
          </a:prstGeom>
          <a:noFill/>
          <a:ln/>
        </p:spPr>
        <p:txBody>
          <a:bodyPr wrap="none" lIns="0" tIns="0" rIns="0" bIns="0" rtlCol="0" anchor="t"/>
          <a:lstStyle/>
          <a:p>
            <a:pPr marL="0" indent="0" algn="l">
              <a:lnSpc>
                <a:spcPct val="100000"/>
              </a:lnSpc>
              <a:buNone/>
            </a:pPr>
            <a:r>
              <a:rPr lang="en-US" sz="2200" dirty="0">
                <a:solidFill>
                  <a:srgbClr val="000000"/>
                </a:solidFill>
                <a:latin typeface="Space Grotesk Medium" pitchFamily="34" charset="0"/>
                <a:ea typeface="Space Grotesk Medium" pitchFamily="34" charset="-122"/>
                <a:cs typeface="Space Grotesk Medium" pitchFamily="34" charset="-120"/>
              </a:rPr>
              <a:t>Headquarters</a:t>
            </a:r>
            <a:endParaRPr lang="en-US" sz="2200" dirty="0"/>
          </a:p>
        </p:txBody>
      </p:sp>
      <p:sp>
        <p:nvSpPr>
          <p:cNvPr id="11" name="Text 7"/>
          <p:cNvSpPr/>
          <p:nvPr/>
        </p:nvSpPr>
        <p:spPr>
          <a:xfrm>
            <a:off x="863578" y="5286871"/>
            <a:ext cx="3820025" cy="400050"/>
          </a:xfrm>
          <a:prstGeom prst="rect">
            <a:avLst/>
          </a:prstGeom>
          <a:noFill/>
          <a:ln/>
        </p:spPr>
        <p:txBody>
          <a:bodyPr wrap="none" lIns="0" tIns="0" rIns="0" bIns="0" rtlCol="0" anchor="t"/>
          <a:lstStyle/>
          <a:p>
            <a:pPr marL="0" indent="0" algn="l">
              <a:lnSpc>
                <a:spcPct val="88000"/>
              </a:lnSpc>
              <a:buNone/>
            </a:pPr>
            <a:r>
              <a:rPr lang="en-US" sz="3000" b="1" dirty="0">
                <a:solidFill>
                  <a:srgbClr val="000000"/>
                </a:solidFill>
                <a:latin typeface="Fredoka Bold" pitchFamily="34" charset="0"/>
                <a:ea typeface="Fredoka Bold" pitchFamily="34" charset="-122"/>
                <a:cs typeface="Fredoka Bold" pitchFamily="34" charset="-120"/>
              </a:rPr>
              <a:t>New Delhi, India</a:t>
            </a:r>
            <a:endParaRPr lang="en-US" sz="3000" dirty="0"/>
          </a:p>
        </p:txBody>
      </p:sp>
      <p:sp>
        <p:nvSpPr>
          <p:cNvPr id="12" name="Shape 8"/>
          <p:cNvSpPr/>
          <p:nvPr/>
        </p:nvSpPr>
        <p:spPr>
          <a:xfrm>
            <a:off x="5089894" y="1877715"/>
            <a:ext cx="6492216" cy="4185741"/>
          </a:xfrm>
          <a:prstGeom prst="roundRect">
            <a:avLst>
              <a:gd name="adj" fmla="val 2039"/>
            </a:avLst>
          </a:prstGeom>
          <a:solidFill>
            <a:srgbClr val="FC9FA5"/>
          </a:solidFill>
          <a:ln/>
        </p:spPr>
        <p:txBody>
          <a:bodyPr/>
          <a:lstStyle/>
          <a:p>
            <a:endParaRPr lang="en-IN"/>
          </a:p>
        </p:txBody>
      </p:sp>
      <p:sp>
        <p:nvSpPr>
          <p:cNvPr id="13" name="Text 9"/>
          <p:cNvSpPr/>
          <p:nvPr/>
        </p:nvSpPr>
        <p:spPr>
          <a:xfrm>
            <a:off x="5394686" y="2117745"/>
            <a:ext cx="5882632" cy="335260"/>
          </a:xfrm>
          <a:prstGeom prst="rect">
            <a:avLst/>
          </a:prstGeom>
          <a:noFill/>
          <a:ln/>
        </p:spPr>
        <p:txBody>
          <a:bodyPr wrap="none" lIns="0" tIns="0" rIns="0" bIns="0" rtlCol="0" anchor="t"/>
          <a:lstStyle/>
          <a:p>
            <a:pPr marL="0" indent="0" algn="l">
              <a:lnSpc>
                <a:spcPct val="100000"/>
              </a:lnSpc>
              <a:buNone/>
            </a:pPr>
            <a:r>
              <a:rPr lang="en-US" sz="2200" dirty="0">
                <a:solidFill>
                  <a:srgbClr val="000000"/>
                </a:solidFill>
                <a:latin typeface="Space Grotesk Medium" pitchFamily="34" charset="0"/>
                <a:ea typeface="Space Grotesk Medium" pitchFamily="34" charset="-122"/>
                <a:cs typeface="Space Grotesk Medium" pitchFamily="34" charset="-120"/>
              </a:rPr>
              <a:t>Founders</a:t>
            </a:r>
            <a:endParaRPr lang="en-US" sz="2200" dirty="0"/>
          </a:p>
        </p:txBody>
      </p:sp>
      <p:sp>
        <p:nvSpPr>
          <p:cNvPr id="14" name="Text 10"/>
          <p:cNvSpPr/>
          <p:nvPr/>
        </p:nvSpPr>
        <p:spPr>
          <a:xfrm>
            <a:off x="5394686" y="2587942"/>
            <a:ext cx="6187424"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Amit Saraogi, Audrey Fillon</a:t>
            </a:r>
            <a:endParaRPr lang="en-US" sz="1600" dirty="0"/>
          </a:p>
        </p:txBody>
      </p:sp>
      <p:sp>
        <p:nvSpPr>
          <p:cNvPr id="15" name="Text 11"/>
          <p:cNvSpPr/>
          <p:nvPr/>
        </p:nvSpPr>
        <p:spPr>
          <a:xfrm>
            <a:off x="5394686" y="3010515"/>
            <a:ext cx="5882632" cy="335260"/>
          </a:xfrm>
          <a:prstGeom prst="rect">
            <a:avLst/>
          </a:prstGeom>
          <a:noFill/>
          <a:ln/>
        </p:spPr>
        <p:txBody>
          <a:bodyPr wrap="none" lIns="0" tIns="0" rIns="0" bIns="0" rtlCol="0" anchor="t"/>
          <a:lstStyle/>
          <a:p>
            <a:pPr marL="0" indent="0" algn="l">
              <a:lnSpc>
                <a:spcPct val="100000"/>
              </a:lnSpc>
              <a:buNone/>
            </a:pPr>
            <a:r>
              <a:rPr lang="en-US" sz="2200" dirty="0">
                <a:solidFill>
                  <a:srgbClr val="000000"/>
                </a:solidFill>
                <a:latin typeface="Space Grotesk Medium" pitchFamily="34" charset="0"/>
                <a:ea typeface="Space Grotesk Medium" pitchFamily="34" charset="-122"/>
                <a:cs typeface="Space Grotesk Medium" pitchFamily="34" charset="-120"/>
              </a:rPr>
              <a:t>Key investors &amp; grant backers</a:t>
            </a:r>
            <a:endParaRPr lang="en-US" sz="2200" dirty="0"/>
          </a:p>
        </p:txBody>
      </p:sp>
      <p:sp>
        <p:nvSpPr>
          <p:cNvPr id="16" name="Text 12"/>
          <p:cNvSpPr/>
          <p:nvPr/>
        </p:nvSpPr>
        <p:spPr>
          <a:xfrm>
            <a:off x="5394686" y="3480713"/>
            <a:ext cx="5882632"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REPIC, BASE, Seeding The Future Foundation, IFT, Miller Center</a:t>
            </a:r>
            <a:endParaRPr lang="en-US" sz="1600" dirty="0"/>
          </a:p>
        </p:txBody>
      </p:sp>
      <p:sp>
        <p:nvSpPr>
          <p:cNvPr id="17" name="Text 13"/>
          <p:cNvSpPr/>
          <p:nvPr/>
        </p:nvSpPr>
        <p:spPr>
          <a:xfrm>
            <a:off x="5394686" y="4187746"/>
            <a:ext cx="5882632" cy="335260"/>
          </a:xfrm>
          <a:prstGeom prst="rect">
            <a:avLst/>
          </a:prstGeom>
          <a:noFill/>
          <a:ln/>
        </p:spPr>
        <p:txBody>
          <a:bodyPr wrap="none" lIns="0" tIns="0" rIns="0" bIns="0" rtlCol="0" anchor="t"/>
          <a:lstStyle/>
          <a:p>
            <a:pPr marL="0" indent="0" algn="l">
              <a:lnSpc>
                <a:spcPct val="100000"/>
              </a:lnSpc>
              <a:buNone/>
            </a:pPr>
            <a:r>
              <a:rPr lang="en-US" sz="2200" dirty="0">
                <a:solidFill>
                  <a:srgbClr val="000000"/>
                </a:solidFill>
                <a:latin typeface="Space Grotesk Medium" pitchFamily="34" charset="0"/>
                <a:ea typeface="Space Grotesk Medium" pitchFamily="34" charset="-122"/>
                <a:cs typeface="Space Grotesk Medium" pitchFamily="34" charset="-120"/>
              </a:rPr>
              <a:t>Primary competition</a:t>
            </a:r>
            <a:endParaRPr lang="en-US" sz="2200" dirty="0"/>
          </a:p>
        </p:txBody>
      </p:sp>
      <p:sp>
        <p:nvSpPr>
          <p:cNvPr id="18" name="Text 14"/>
          <p:cNvSpPr/>
          <p:nvPr/>
        </p:nvSpPr>
        <p:spPr>
          <a:xfrm>
            <a:off x="5394686" y="4657943"/>
            <a:ext cx="6187424"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Khethworks, Claro Energy, Ecozen, Agrosolar India</a:t>
            </a:r>
            <a:endParaRPr lang="en-US" sz="1600" dirty="0"/>
          </a:p>
        </p:txBody>
      </p:sp>
      <p:sp>
        <p:nvSpPr>
          <p:cNvPr id="19" name="Text 15"/>
          <p:cNvSpPr/>
          <p:nvPr/>
        </p:nvSpPr>
        <p:spPr>
          <a:xfrm>
            <a:off x="5394686" y="5080516"/>
            <a:ext cx="5882632" cy="335260"/>
          </a:xfrm>
          <a:prstGeom prst="rect">
            <a:avLst/>
          </a:prstGeom>
          <a:noFill/>
          <a:ln/>
        </p:spPr>
        <p:txBody>
          <a:bodyPr wrap="none" lIns="0" tIns="0" rIns="0" bIns="0" rtlCol="0" anchor="t"/>
          <a:lstStyle/>
          <a:p>
            <a:pPr marL="0" indent="0" algn="l">
              <a:lnSpc>
                <a:spcPct val="100000"/>
              </a:lnSpc>
              <a:buNone/>
            </a:pPr>
            <a:r>
              <a:rPr lang="en-US" sz="2200" dirty="0">
                <a:solidFill>
                  <a:srgbClr val="000000"/>
                </a:solidFill>
                <a:latin typeface="Space Grotesk Medium" pitchFamily="34" charset="0"/>
                <a:ea typeface="Space Grotesk Medium" pitchFamily="34" charset="-122"/>
                <a:cs typeface="Space Grotesk Medium" pitchFamily="34" charset="-120"/>
              </a:rPr>
              <a:t>Business model</a:t>
            </a:r>
            <a:endParaRPr lang="en-US" sz="2200" dirty="0"/>
          </a:p>
        </p:txBody>
      </p:sp>
      <p:sp>
        <p:nvSpPr>
          <p:cNvPr id="20" name="Text 16"/>
          <p:cNvSpPr/>
          <p:nvPr/>
        </p:nvSpPr>
        <p:spPr>
          <a:xfrm>
            <a:off x="5394686" y="5550714"/>
            <a:ext cx="6187424"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B2B, B2C (Pay-Per-Use)</a:t>
            </a:r>
            <a:endParaRPr lang="en-US" sz="1600" dirty="0"/>
          </a:p>
        </p:txBody>
      </p:sp>
      <p:pic>
        <p:nvPicPr>
          <p:cNvPr id="22" name="Graphic 21" descr="Agriculture with solid fill">
            <a:extLst>
              <a:ext uri="{FF2B5EF4-FFF2-40B4-BE49-F238E27FC236}">
                <a16:creationId xmlns:a16="http://schemas.microsoft.com/office/drawing/2014/main" id="{0D22507F-9200-B396-BAF3-5DD62E42773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52092" y="4196"/>
            <a:ext cx="1102659" cy="102226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00014"/>
            <a:ext cx="10972526" cy="319980"/>
          </a:xfrm>
          <a:prstGeom prst="rect">
            <a:avLst/>
          </a:prstGeom>
          <a:noFill/>
          <a:ln/>
        </p:spPr>
        <p:txBody>
          <a:bodyPr wrap="none" lIns="0" tIns="0" rIns="0" bIns="0" rtlCol="0" anchor="t"/>
          <a:lstStyle/>
          <a:p>
            <a:pPr marL="0" indent="0" algn="l">
              <a:lnSpc>
                <a:spcPct val="88000"/>
              </a:lnSpc>
              <a:buNone/>
            </a:pPr>
            <a:r>
              <a:rPr lang="en-US" sz="2400" b="1" dirty="0">
                <a:solidFill>
                  <a:srgbClr val="FB5022"/>
                </a:solidFill>
                <a:latin typeface="Fredoka Bold" pitchFamily="34" charset="0"/>
                <a:ea typeface="Fredoka Bold" pitchFamily="34" charset="-122"/>
                <a:cs typeface="Fredoka Bold" pitchFamily="34" charset="-120"/>
              </a:rPr>
              <a:t>About US</a:t>
            </a:r>
            <a:endParaRPr lang="en-US" sz="2400" dirty="0"/>
          </a:p>
        </p:txBody>
      </p:sp>
      <p:sp>
        <p:nvSpPr>
          <p:cNvPr id="3" name="Text 1"/>
          <p:cNvSpPr/>
          <p:nvPr/>
        </p:nvSpPr>
        <p:spPr>
          <a:xfrm>
            <a:off x="609585" y="1073567"/>
            <a:ext cx="10972526" cy="1422301"/>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Oorja Development Solutions is a pioneering Farming-as-a-Service (FaaS) enterprise operating at the intersection of clean energy and sustainable agriculture. We provide community-level, solar-powered irrigation and climate-smart advisory services to low-income smallholder farmers in India. By championing an innovative Pay-Per-Use subscription model, Oorja eliminates heavy upfront technology costs—successfully delivering affordable, reliable green energy access to the last farmer in line.</a:t>
            </a:r>
            <a:endParaRPr lang="en-US" sz="1600" dirty="0"/>
          </a:p>
        </p:txBody>
      </p:sp>
      <p:sp>
        <p:nvSpPr>
          <p:cNvPr id="4" name="Shape 2"/>
          <p:cNvSpPr/>
          <p:nvPr/>
        </p:nvSpPr>
        <p:spPr>
          <a:xfrm>
            <a:off x="609585" y="2724150"/>
            <a:ext cx="5410065" cy="3659981"/>
          </a:xfrm>
          <a:prstGeom prst="roundRect">
            <a:avLst>
              <a:gd name="adj" fmla="val 2332"/>
            </a:avLst>
          </a:prstGeom>
          <a:solidFill>
            <a:srgbClr val="FE829A"/>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863578" y="2952750"/>
            <a:ext cx="406390" cy="406400"/>
          </a:xfrm>
          <a:prstGeom prst="rect">
            <a:avLst/>
          </a:prstGeom>
        </p:spPr>
      </p:pic>
      <p:sp>
        <p:nvSpPr>
          <p:cNvPr id="6" name="Text 3"/>
          <p:cNvSpPr/>
          <p:nvPr/>
        </p:nvSpPr>
        <p:spPr>
          <a:xfrm>
            <a:off x="863578" y="3491230"/>
            <a:ext cx="4902077" cy="335260"/>
          </a:xfrm>
          <a:prstGeom prst="rect">
            <a:avLst/>
          </a:prstGeom>
          <a:noFill/>
          <a:ln/>
        </p:spPr>
        <p:txBody>
          <a:bodyPr wrap="none" lIns="0" tIns="0" rIns="0" bIns="0" rtlCol="0" anchor="t"/>
          <a:lstStyle/>
          <a:p>
            <a:pPr marL="0" indent="0" algn="l">
              <a:lnSpc>
                <a:spcPct val="100000"/>
              </a:lnSpc>
              <a:buNone/>
            </a:pPr>
            <a:r>
              <a:rPr lang="en-US" sz="2200" dirty="0">
                <a:solidFill>
                  <a:srgbClr val="000000"/>
                </a:solidFill>
                <a:latin typeface="Space Grotesk Medium" pitchFamily="34" charset="0"/>
                <a:ea typeface="Space Grotesk Medium" pitchFamily="34" charset="-122"/>
                <a:cs typeface="Space Grotesk Medium" pitchFamily="34" charset="-120"/>
              </a:rPr>
              <a:t>Our solutions</a:t>
            </a:r>
            <a:endParaRPr lang="en-US" sz="2200" dirty="0"/>
          </a:p>
        </p:txBody>
      </p:sp>
      <p:sp>
        <p:nvSpPr>
          <p:cNvPr id="7" name="Text 4"/>
          <p:cNvSpPr/>
          <p:nvPr/>
        </p:nvSpPr>
        <p:spPr>
          <a:xfrm>
            <a:off x="863578" y="3961110"/>
            <a:ext cx="4902077" cy="689570"/>
          </a:xfrm>
          <a:prstGeom prst="rect">
            <a:avLst/>
          </a:prstGeom>
          <a:noFill/>
          <a:ln/>
        </p:spPr>
        <p:txBody>
          <a:bodyPr wrap="square" lIns="0" tIns="0" rIns="0" bIns="0" rtlCol="0" anchor="t"/>
          <a:lstStyle/>
          <a:p>
            <a:pPr marL="0" indent="0" algn="l">
              <a:lnSpc>
                <a:spcPct val="117000"/>
              </a:lnSpc>
              <a:spcAft>
                <a:spcPts val="900"/>
              </a:spcAft>
              <a:buNone/>
            </a:pPr>
            <a:r>
              <a:rPr lang="en-US" sz="1600" dirty="0">
                <a:solidFill>
                  <a:srgbClr val="000000"/>
                </a:solidFill>
                <a:latin typeface="Space Grotesk" pitchFamily="34" charset="0"/>
                <a:ea typeface="Space Grotesk" pitchFamily="34" charset="-122"/>
                <a:cs typeface="Space Grotesk" pitchFamily="34" charset="-120"/>
              </a:rPr>
              <a:t>OONNATI: Solar Irrigation (Pay-Per-Use)</a:t>
            </a:r>
            <a:endParaRPr lang="en-US" sz="1600" dirty="0"/>
          </a:p>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OORVAR: Farmer Training (Climate-Smart Advice)</a:t>
            </a:r>
            <a:endParaRPr lang="en-US" sz="1600" dirty="0"/>
          </a:p>
        </p:txBody>
      </p:sp>
      <p:sp>
        <p:nvSpPr>
          <p:cNvPr id="8" name="Shape 5"/>
          <p:cNvSpPr/>
          <p:nvPr/>
        </p:nvSpPr>
        <p:spPr>
          <a:xfrm>
            <a:off x="6172046" y="2724150"/>
            <a:ext cx="5410065" cy="3659981"/>
          </a:xfrm>
          <a:prstGeom prst="roundRect">
            <a:avLst>
              <a:gd name="adj" fmla="val 2332"/>
            </a:avLst>
          </a:prstGeom>
          <a:solidFill>
            <a:srgbClr val="F9B440"/>
          </a:solidFill>
          <a:ln/>
        </p:spPr>
        <p:txBody>
          <a:bodyPr/>
          <a:lstStyle/>
          <a:p>
            <a:endParaRPr lang="en-IN"/>
          </a:p>
        </p:txBody>
      </p:sp>
      <p:pic>
        <p:nvPicPr>
          <p:cNvPr id="9" name="Image 1" descr="preencoded.png"/>
          <p:cNvPicPr>
            <a:picLocks noChangeAspect="1"/>
          </p:cNvPicPr>
          <p:nvPr/>
        </p:nvPicPr>
        <p:blipFill>
          <a:blip r:embed="rId4"/>
          <a:stretch>
            <a:fillRect/>
          </a:stretch>
        </p:blipFill>
        <p:spPr>
          <a:xfrm>
            <a:off x="6426039" y="2952750"/>
            <a:ext cx="406390" cy="406400"/>
          </a:xfrm>
          <a:prstGeom prst="rect">
            <a:avLst/>
          </a:prstGeom>
        </p:spPr>
      </p:pic>
      <p:sp>
        <p:nvSpPr>
          <p:cNvPr id="10" name="Text 6"/>
          <p:cNvSpPr/>
          <p:nvPr/>
        </p:nvSpPr>
        <p:spPr>
          <a:xfrm>
            <a:off x="6426039" y="3491230"/>
            <a:ext cx="4902077" cy="335260"/>
          </a:xfrm>
          <a:prstGeom prst="rect">
            <a:avLst/>
          </a:prstGeom>
          <a:noFill/>
          <a:ln/>
        </p:spPr>
        <p:txBody>
          <a:bodyPr wrap="none" lIns="0" tIns="0" rIns="0" bIns="0" rtlCol="0" anchor="t"/>
          <a:lstStyle/>
          <a:p>
            <a:pPr marL="0" indent="0" algn="l">
              <a:lnSpc>
                <a:spcPct val="100000"/>
              </a:lnSpc>
              <a:buNone/>
            </a:pPr>
            <a:r>
              <a:rPr lang="en-US" sz="2200" dirty="0">
                <a:solidFill>
                  <a:srgbClr val="000000"/>
                </a:solidFill>
                <a:latin typeface="Space Grotesk Medium" pitchFamily="34" charset="0"/>
                <a:ea typeface="Space Grotesk Medium" pitchFamily="34" charset="-122"/>
                <a:cs typeface="Space Grotesk Medium" pitchFamily="34" charset="-120"/>
              </a:rPr>
              <a:t>Key impacts</a:t>
            </a:r>
            <a:endParaRPr lang="en-US" sz="2200" dirty="0"/>
          </a:p>
        </p:txBody>
      </p:sp>
      <p:sp>
        <p:nvSpPr>
          <p:cNvPr id="11" name="Text 7"/>
          <p:cNvSpPr/>
          <p:nvPr/>
        </p:nvSpPr>
        <p:spPr>
          <a:xfrm>
            <a:off x="6426039" y="3961110"/>
            <a:ext cx="4902077" cy="2194421"/>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b="1" dirty="0">
                <a:solidFill>
                  <a:srgbClr val="000000"/>
                </a:solidFill>
                <a:latin typeface="Space Grotesk Bold" pitchFamily="34" charset="0"/>
                <a:ea typeface="Space Grotesk Bold" pitchFamily="34" charset="-122"/>
                <a:cs typeface="Space Grotesk Bold" pitchFamily="34" charset="-120"/>
              </a:rPr>
              <a:t>Boost Income:</a:t>
            </a:r>
            <a:r>
              <a:rPr lang="en-US" sz="1600" dirty="0">
                <a:solidFill>
                  <a:srgbClr val="000000"/>
                </a:solidFill>
                <a:latin typeface="Space Grotesk" pitchFamily="34" charset="0"/>
                <a:ea typeface="Space Grotesk" pitchFamily="34" charset="-122"/>
                <a:cs typeface="Space Grotesk" pitchFamily="34" charset="-120"/>
              </a:rPr>
              <a:t> Up to 33% higher revenue</a:t>
            </a:r>
            <a:endParaRPr lang="en-US" sz="1600" dirty="0"/>
          </a:p>
          <a:p>
            <a:pPr marL="325120" indent="-325120" algn="l">
              <a:lnSpc>
                <a:spcPct val="117000"/>
              </a:lnSpc>
              <a:buSzPct val="100000"/>
              <a:buChar char="•"/>
            </a:pPr>
            <a:r>
              <a:rPr lang="en-US" sz="1600" b="1" dirty="0">
                <a:solidFill>
                  <a:srgbClr val="000000"/>
                </a:solidFill>
                <a:latin typeface="Space Grotesk Bold" pitchFamily="34" charset="0"/>
                <a:ea typeface="Space Grotesk Bold" pitchFamily="34" charset="-122"/>
                <a:cs typeface="Space Grotesk Bold" pitchFamily="34" charset="-120"/>
              </a:rPr>
              <a:t>Reduce Costs:</a:t>
            </a:r>
            <a:r>
              <a:rPr lang="en-US" sz="1600" dirty="0">
                <a:solidFill>
                  <a:srgbClr val="000000"/>
                </a:solidFill>
                <a:latin typeface="Space Grotesk" pitchFamily="34" charset="0"/>
                <a:ea typeface="Space Grotesk" pitchFamily="34" charset="-122"/>
                <a:cs typeface="Space Grotesk" pitchFamily="34" charset="-120"/>
              </a:rPr>
              <a:t> Cut fuel &amp; water expenses by 60%</a:t>
            </a:r>
            <a:endParaRPr lang="en-US" sz="1600" dirty="0"/>
          </a:p>
          <a:p>
            <a:pPr marL="325120" indent="-325120" algn="l">
              <a:lnSpc>
                <a:spcPct val="117000"/>
              </a:lnSpc>
              <a:buSzPct val="100000"/>
              <a:buChar char="•"/>
            </a:pPr>
            <a:r>
              <a:rPr lang="en-US" sz="1600" b="1" dirty="0">
                <a:solidFill>
                  <a:srgbClr val="000000"/>
                </a:solidFill>
                <a:latin typeface="Space Grotesk Bold" pitchFamily="34" charset="0"/>
                <a:ea typeface="Space Grotesk Bold" pitchFamily="34" charset="-122"/>
                <a:cs typeface="Space Grotesk Bold" pitchFamily="34" charset="-120"/>
              </a:rPr>
              <a:t>Scale:</a:t>
            </a:r>
            <a:r>
              <a:rPr lang="en-US" sz="1600" dirty="0">
                <a:solidFill>
                  <a:srgbClr val="000000"/>
                </a:solidFill>
                <a:latin typeface="Space Grotesk" pitchFamily="34" charset="0"/>
                <a:ea typeface="Space Grotesk" pitchFamily="34" charset="-122"/>
                <a:cs typeface="Space Grotesk" pitchFamily="34" charset="-120"/>
              </a:rPr>
              <a:t> 389 Solar Pumps deployed &amp; 402 projects</a:t>
            </a:r>
            <a:endParaRPr lang="en-US" sz="1600" dirty="0"/>
          </a:p>
          <a:p>
            <a:pPr marL="325120" indent="-325120" algn="l">
              <a:lnSpc>
                <a:spcPct val="117000"/>
              </a:lnSpc>
              <a:buSzPct val="100000"/>
              <a:buChar char="•"/>
            </a:pPr>
            <a:r>
              <a:rPr lang="en-US" sz="1600" b="1" dirty="0">
                <a:solidFill>
                  <a:srgbClr val="000000"/>
                </a:solidFill>
                <a:latin typeface="Space Grotesk Bold" pitchFamily="34" charset="0"/>
                <a:ea typeface="Space Grotesk Bold" pitchFamily="34" charset="-122"/>
                <a:cs typeface="Space Grotesk Bold" pitchFamily="34" charset="-120"/>
              </a:rPr>
              <a:t>Green Jobs:</a:t>
            </a:r>
            <a:r>
              <a:rPr lang="en-US" sz="1600" dirty="0">
                <a:solidFill>
                  <a:srgbClr val="000000"/>
                </a:solidFill>
                <a:latin typeface="Space Grotesk" pitchFamily="34" charset="0"/>
                <a:ea typeface="Space Grotesk" pitchFamily="34" charset="-122"/>
                <a:cs typeface="Space Grotesk" pitchFamily="34" charset="-120"/>
              </a:rPr>
              <a:t> 310+ local operators employed</a:t>
            </a:r>
            <a:endParaRPr lang="en-US" sz="1600" dirty="0"/>
          </a:p>
          <a:p>
            <a:pPr marL="325120" indent="-325120" algn="l">
              <a:lnSpc>
                <a:spcPct val="117000"/>
              </a:lnSpc>
              <a:buSzPct val="100000"/>
              <a:buChar char="•"/>
            </a:pPr>
            <a:r>
              <a:rPr lang="en-US" sz="1600" b="1" dirty="0">
                <a:solidFill>
                  <a:srgbClr val="000000"/>
                </a:solidFill>
                <a:latin typeface="Space Grotesk Bold" pitchFamily="34" charset="0"/>
                <a:ea typeface="Space Grotesk Bold" pitchFamily="34" charset="-122"/>
                <a:cs typeface="Space Grotesk Bold" pitchFamily="34" charset="-120"/>
              </a:rPr>
              <a:t>Environment:</a:t>
            </a:r>
            <a:r>
              <a:rPr lang="en-US" sz="1600" dirty="0">
                <a:solidFill>
                  <a:srgbClr val="000000"/>
                </a:solidFill>
                <a:latin typeface="Space Grotesk" pitchFamily="34" charset="0"/>
                <a:ea typeface="Space Grotesk" pitchFamily="34" charset="-122"/>
                <a:cs typeface="Space Grotesk" pitchFamily="34" charset="-120"/>
              </a:rPr>
              <a:t> 8,187 tons CO2e saved annually</a:t>
            </a:r>
            <a:endParaRPr lang="en-US" sz="1600" dirty="0"/>
          </a:p>
        </p:txBody>
      </p:sp>
      <p:pic>
        <p:nvPicPr>
          <p:cNvPr id="13" name="Graphic 12" descr="Agriculture with solid fill">
            <a:extLst>
              <a:ext uri="{FF2B5EF4-FFF2-40B4-BE49-F238E27FC236}">
                <a16:creationId xmlns:a16="http://schemas.microsoft.com/office/drawing/2014/main" id="{3C05915E-7B61-7F3F-977C-CD00F609F3E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52092" y="4196"/>
            <a:ext cx="1102659" cy="10222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536972"/>
            <a:ext cx="10972526" cy="400050"/>
          </a:xfrm>
          <a:prstGeom prst="rect">
            <a:avLst/>
          </a:prstGeom>
          <a:noFill/>
          <a:ln/>
        </p:spPr>
        <p:txBody>
          <a:bodyPr wrap="none" lIns="0" tIns="0" rIns="0" bIns="0" rtlCol="0" anchor="t"/>
          <a:lstStyle/>
          <a:p>
            <a:pPr marL="0" indent="0" algn="l">
              <a:lnSpc>
                <a:spcPct val="88000"/>
              </a:lnSpc>
              <a:buNone/>
            </a:pPr>
            <a:r>
              <a:rPr lang="en-US" sz="3000" b="1" dirty="0">
                <a:solidFill>
                  <a:srgbClr val="FB5022"/>
                </a:solidFill>
                <a:latin typeface="Fredoka Bold" pitchFamily="34" charset="0"/>
                <a:ea typeface="Fredoka Bold" pitchFamily="34" charset="-122"/>
                <a:cs typeface="Fredoka Bold" pitchFamily="34" charset="-120"/>
              </a:rPr>
              <a:t>Business objectives</a:t>
            </a:r>
            <a:endParaRPr lang="en-US" sz="3000" dirty="0"/>
          </a:p>
        </p:txBody>
      </p:sp>
      <p:sp>
        <p:nvSpPr>
          <p:cNvPr id="3" name="Shape 1"/>
          <p:cNvSpPr/>
          <p:nvPr/>
        </p:nvSpPr>
        <p:spPr>
          <a:xfrm>
            <a:off x="609585" y="1111647"/>
            <a:ext cx="2628834" cy="3359745"/>
          </a:xfrm>
          <a:prstGeom prst="roundRect">
            <a:avLst>
              <a:gd name="adj" fmla="val 3246"/>
            </a:avLst>
          </a:prstGeom>
          <a:solidFill>
            <a:srgbClr val="FE829A"/>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812780" y="1340247"/>
            <a:ext cx="406390" cy="406400"/>
          </a:xfrm>
          <a:prstGeom prst="rect">
            <a:avLst/>
          </a:prstGeom>
        </p:spPr>
      </p:pic>
      <p:sp>
        <p:nvSpPr>
          <p:cNvPr id="5" name="Text 2"/>
          <p:cNvSpPr/>
          <p:nvPr/>
        </p:nvSpPr>
        <p:spPr>
          <a:xfrm>
            <a:off x="812780" y="1877774"/>
            <a:ext cx="2222444" cy="487561"/>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000000"/>
                </a:solidFill>
                <a:latin typeface="Space Grotesk Medium" pitchFamily="34" charset="0"/>
                <a:ea typeface="Space Grotesk Medium" pitchFamily="34" charset="-122"/>
                <a:cs typeface="Space Grotesk Medium" pitchFamily="34" charset="-120"/>
              </a:rPr>
              <a:t>Remove Upfront Capital Barriers</a:t>
            </a:r>
            <a:endParaRPr lang="en-US" sz="1600" dirty="0"/>
          </a:p>
        </p:txBody>
      </p:sp>
      <p:sp>
        <p:nvSpPr>
          <p:cNvPr id="6" name="Text 3"/>
          <p:cNvSpPr/>
          <p:nvPr/>
        </p:nvSpPr>
        <p:spPr>
          <a:xfrm>
            <a:off x="812780" y="2500908"/>
            <a:ext cx="2222444" cy="1741884"/>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Transition low-income smallholders from expensive diesel to clean energy using an affordable, risk-free Pay-Per-Use subscription model.</a:t>
            </a:r>
            <a:endParaRPr lang="en-US" sz="1400" dirty="0"/>
          </a:p>
        </p:txBody>
      </p:sp>
      <p:sp>
        <p:nvSpPr>
          <p:cNvPr id="7" name="Shape 4"/>
          <p:cNvSpPr/>
          <p:nvPr/>
        </p:nvSpPr>
        <p:spPr>
          <a:xfrm>
            <a:off x="3390815" y="1111647"/>
            <a:ext cx="2628834" cy="3359745"/>
          </a:xfrm>
          <a:prstGeom prst="roundRect">
            <a:avLst>
              <a:gd name="adj" fmla="val 3246"/>
            </a:avLst>
          </a:prstGeom>
          <a:solidFill>
            <a:srgbClr val="F9B440"/>
          </a:solidFill>
          <a:ln/>
        </p:spPr>
        <p:txBody>
          <a:bodyPr/>
          <a:lstStyle/>
          <a:p>
            <a:endParaRPr lang="en-IN"/>
          </a:p>
        </p:txBody>
      </p:sp>
      <p:pic>
        <p:nvPicPr>
          <p:cNvPr id="8" name="Image 1" descr="preencoded.png"/>
          <p:cNvPicPr>
            <a:picLocks noChangeAspect="1"/>
          </p:cNvPicPr>
          <p:nvPr/>
        </p:nvPicPr>
        <p:blipFill>
          <a:blip r:embed="rId4"/>
          <a:stretch>
            <a:fillRect/>
          </a:stretch>
        </p:blipFill>
        <p:spPr>
          <a:xfrm>
            <a:off x="3594010" y="1340247"/>
            <a:ext cx="406390" cy="406400"/>
          </a:xfrm>
          <a:prstGeom prst="rect">
            <a:avLst/>
          </a:prstGeom>
        </p:spPr>
      </p:pic>
      <p:sp>
        <p:nvSpPr>
          <p:cNvPr id="9" name="Text 5"/>
          <p:cNvSpPr/>
          <p:nvPr/>
        </p:nvSpPr>
        <p:spPr>
          <a:xfrm>
            <a:off x="3594010" y="1877774"/>
            <a:ext cx="2222444" cy="487561"/>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000000"/>
                </a:solidFill>
                <a:latin typeface="Space Grotesk Medium" pitchFamily="34" charset="0"/>
                <a:ea typeface="Space Grotesk Medium" pitchFamily="34" charset="-122"/>
                <a:cs typeface="Space Grotesk Medium" pitchFamily="34" charset="-120"/>
              </a:rPr>
              <a:t>Enhance Agricultural Productivity</a:t>
            </a:r>
            <a:endParaRPr lang="en-US" sz="1600" dirty="0"/>
          </a:p>
        </p:txBody>
      </p:sp>
      <p:sp>
        <p:nvSpPr>
          <p:cNvPr id="10" name="Text 6"/>
          <p:cNvSpPr/>
          <p:nvPr/>
        </p:nvSpPr>
        <p:spPr>
          <a:xfrm>
            <a:off x="3594010" y="2500908"/>
            <a:ext cx="2222444" cy="124420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Deploy community-level solar irrigation grids (Oonnati) to ensure reliable, year-round water access.</a:t>
            </a:r>
            <a:endParaRPr lang="en-US" sz="1400" dirty="0"/>
          </a:p>
        </p:txBody>
      </p:sp>
      <p:sp>
        <p:nvSpPr>
          <p:cNvPr id="11" name="Shape 7"/>
          <p:cNvSpPr/>
          <p:nvPr/>
        </p:nvSpPr>
        <p:spPr>
          <a:xfrm>
            <a:off x="6172046" y="1111647"/>
            <a:ext cx="2628834" cy="3359745"/>
          </a:xfrm>
          <a:prstGeom prst="roundRect">
            <a:avLst>
              <a:gd name="adj" fmla="val 3246"/>
            </a:avLst>
          </a:prstGeom>
          <a:solidFill>
            <a:srgbClr val="FC9FA5"/>
          </a:solidFill>
          <a:ln/>
        </p:spPr>
        <p:txBody>
          <a:bodyPr/>
          <a:lstStyle/>
          <a:p>
            <a:endParaRPr lang="en-IN"/>
          </a:p>
        </p:txBody>
      </p:sp>
      <p:pic>
        <p:nvPicPr>
          <p:cNvPr id="12" name="Image 2" descr="preencoded.png"/>
          <p:cNvPicPr>
            <a:picLocks noChangeAspect="1"/>
          </p:cNvPicPr>
          <p:nvPr/>
        </p:nvPicPr>
        <p:blipFill>
          <a:blip r:embed="rId5"/>
          <a:stretch>
            <a:fillRect/>
          </a:stretch>
        </p:blipFill>
        <p:spPr>
          <a:xfrm>
            <a:off x="6375241" y="1340247"/>
            <a:ext cx="406390" cy="406400"/>
          </a:xfrm>
          <a:prstGeom prst="rect">
            <a:avLst/>
          </a:prstGeom>
        </p:spPr>
      </p:pic>
      <p:sp>
        <p:nvSpPr>
          <p:cNvPr id="13" name="Text 8"/>
          <p:cNvSpPr/>
          <p:nvPr/>
        </p:nvSpPr>
        <p:spPr>
          <a:xfrm>
            <a:off x="6375241" y="1877774"/>
            <a:ext cx="2222444" cy="487561"/>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000000"/>
                </a:solidFill>
                <a:latin typeface="Space Grotesk Medium" pitchFamily="34" charset="0"/>
                <a:ea typeface="Space Grotesk Medium" pitchFamily="34" charset="-122"/>
                <a:cs typeface="Space Grotesk Medium" pitchFamily="34" charset="-120"/>
              </a:rPr>
              <a:t>Promote Climate-Smart Agriculture</a:t>
            </a:r>
            <a:endParaRPr lang="en-US" sz="1600" dirty="0"/>
          </a:p>
        </p:txBody>
      </p:sp>
      <p:sp>
        <p:nvSpPr>
          <p:cNvPr id="14" name="Text 9"/>
          <p:cNvSpPr/>
          <p:nvPr/>
        </p:nvSpPr>
        <p:spPr>
          <a:xfrm>
            <a:off x="6375241" y="2500908"/>
            <a:ext cx="2222444" cy="1741884"/>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Train farmers through customised advisory services (Oorvar) to adopt vermicompost, rebuild soil health, and cut chemical inputs by 48%.</a:t>
            </a:r>
            <a:endParaRPr lang="en-US" sz="1400" dirty="0"/>
          </a:p>
        </p:txBody>
      </p:sp>
      <p:sp>
        <p:nvSpPr>
          <p:cNvPr id="15" name="Shape 10"/>
          <p:cNvSpPr/>
          <p:nvPr/>
        </p:nvSpPr>
        <p:spPr>
          <a:xfrm>
            <a:off x="8953276" y="1111647"/>
            <a:ext cx="2628834" cy="3359745"/>
          </a:xfrm>
          <a:prstGeom prst="roundRect">
            <a:avLst>
              <a:gd name="adj" fmla="val 3246"/>
            </a:avLst>
          </a:prstGeom>
          <a:solidFill>
            <a:srgbClr val="FBC5AA"/>
          </a:solidFill>
          <a:ln/>
        </p:spPr>
        <p:txBody>
          <a:bodyPr/>
          <a:lstStyle/>
          <a:p>
            <a:endParaRPr lang="en-IN"/>
          </a:p>
        </p:txBody>
      </p:sp>
      <p:pic>
        <p:nvPicPr>
          <p:cNvPr id="16" name="Image 3" descr="preencoded.png"/>
          <p:cNvPicPr>
            <a:picLocks noChangeAspect="1"/>
          </p:cNvPicPr>
          <p:nvPr/>
        </p:nvPicPr>
        <p:blipFill>
          <a:blip r:embed="rId6"/>
          <a:stretch>
            <a:fillRect/>
          </a:stretch>
        </p:blipFill>
        <p:spPr>
          <a:xfrm>
            <a:off x="9156471" y="1340247"/>
            <a:ext cx="406390" cy="406400"/>
          </a:xfrm>
          <a:prstGeom prst="rect">
            <a:avLst/>
          </a:prstGeom>
        </p:spPr>
      </p:pic>
      <p:sp>
        <p:nvSpPr>
          <p:cNvPr id="17" name="Text 11"/>
          <p:cNvSpPr/>
          <p:nvPr/>
        </p:nvSpPr>
        <p:spPr>
          <a:xfrm>
            <a:off x="9156471" y="1877774"/>
            <a:ext cx="2222444" cy="487561"/>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000000"/>
                </a:solidFill>
                <a:latin typeface="Space Grotesk Medium" pitchFamily="34" charset="0"/>
                <a:ea typeface="Space Grotesk Medium" pitchFamily="34" charset="-122"/>
                <a:cs typeface="Space Grotesk Medium" pitchFamily="34" charset="-120"/>
              </a:rPr>
              <a:t>Empower Rural Communities</a:t>
            </a:r>
            <a:endParaRPr lang="en-US" sz="1600" dirty="0"/>
          </a:p>
        </p:txBody>
      </p:sp>
      <p:sp>
        <p:nvSpPr>
          <p:cNvPr id="18" name="Text 12"/>
          <p:cNvSpPr/>
          <p:nvPr/>
        </p:nvSpPr>
        <p:spPr>
          <a:xfrm>
            <a:off x="9156471" y="2500908"/>
            <a:ext cx="2222444" cy="1741884"/>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Boost smallholder farm revenues by 33% and generate sustainable local employment by hiring community members as system operators.</a:t>
            </a:r>
            <a:endParaRPr lang="en-US" sz="1400" dirty="0"/>
          </a:p>
        </p:txBody>
      </p:sp>
      <p:sp>
        <p:nvSpPr>
          <p:cNvPr id="19" name="Shape 13"/>
          <p:cNvSpPr/>
          <p:nvPr/>
        </p:nvSpPr>
        <p:spPr>
          <a:xfrm>
            <a:off x="609585" y="4699992"/>
            <a:ext cx="5410065" cy="1751211"/>
          </a:xfrm>
          <a:prstGeom prst="roundRect">
            <a:avLst>
              <a:gd name="adj" fmla="val 4873"/>
            </a:avLst>
          </a:prstGeom>
          <a:noFill/>
          <a:ln w="25399">
            <a:solidFill>
              <a:srgbClr val="D7CAB3"/>
            </a:solidFill>
            <a:prstDash val="solid"/>
          </a:ln>
        </p:spPr>
        <p:txBody>
          <a:bodyPr/>
          <a:lstStyle/>
          <a:p>
            <a:endParaRPr lang="en-IN"/>
          </a:p>
        </p:txBody>
      </p:sp>
      <p:sp>
        <p:nvSpPr>
          <p:cNvPr id="20" name="Text 14"/>
          <p:cNvSpPr/>
          <p:nvPr/>
        </p:nvSpPr>
        <p:spPr>
          <a:xfrm>
            <a:off x="838179" y="4913670"/>
            <a:ext cx="4952876" cy="243780"/>
          </a:xfrm>
          <a:prstGeom prst="rect">
            <a:avLst/>
          </a:prstGeom>
          <a:noFill/>
          <a:ln/>
        </p:spPr>
        <p:txBody>
          <a:bodyPr wrap="none" lIns="0" tIns="0" rIns="0" bIns="0" rtlCol="0" anchor="t"/>
          <a:lstStyle/>
          <a:p>
            <a:pPr marL="0" indent="0" algn="l">
              <a:lnSpc>
                <a:spcPct val="100000"/>
              </a:lnSpc>
              <a:buNone/>
            </a:pPr>
            <a:r>
              <a:rPr lang="en-US" sz="1600" dirty="0">
                <a:solidFill>
                  <a:srgbClr val="DF657D"/>
                </a:solidFill>
                <a:latin typeface="Space Grotesk Medium" pitchFamily="34" charset="0"/>
                <a:ea typeface="Space Grotesk Medium" pitchFamily="34" charset="-122"/>
                <a:cs typeface="Space Grotesk Medium" pitchFamily="34" charset="-120"/>
              </a:rPr>
              <a:t>Core Objectives</a:t>
            </a:r>
            <a:endParaRPr lang="en-US" sz="1600" dirty="0"/>
          </a:p>
        </p:txBody>
      </p:sp>
      <p:sp>
        <p:nvSpPr>
          <p:cNvPr id="21" name="Text 15"/>
          <p:cNvSpPr/>
          <p:nvPr/>
        </p:nvSpPr>
        <p:spPr>
          <a:xfrm>
            <a:off x="838179" y="5293023"/>
            <a:ext cx="4952876" cy="954980"/>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Remove Upfront Capital Barriers</a:t>
            </a:r>
            <a:endParaRPr lang="en-US" sz="1600" dirty="0"/>
          </a:p>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Deploy Community Solar Irrigation Grids</a:t>
            </a:r>
            <a:endParaRPr lang="en-US" sz="1600" dirty="0"/>
          </a:p>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Eliminate Dependence on Diesel Pumps</a:t>
            </a:r>
            <a:endParaRPr lang="en-US" sz="1600" dirty="0"/>
          </a:p>
        </p:txBody>
      </p:sp>
      <p:sp>
        <p:nvSpPr>
          <p:cNvPr id="22" name="Shape 16"/>
          <p:cNvSpPr/>
          <p:nvPr/>
        </p:nvSpPr>
        <p:spPr>
          <a:xfrm>
            <a:off x="6172046" y="4699992"/>
            <a:ext cx="5410065" cy="1751211"/>
          </a:xfrm>
          <a:prstGeom prst="roundRect">
            <a:avLst>
              <a:gd name="adj" fmla="val 4873"/>
            </a:avLst>
          </a:prstGeom>
          <a:noFill/>
          <a:ln w="25399">
            <a:solidFill>
              <a:srgbClr val="D7CAB3"/>
            </a:solidFill>
            <a:prstDash val="solid"/>
          </a:ln>
        </p:spPr>
        <p:txBody>
          <a:bodyPr/>
          <a:lstStyle/>
          <a:p>
            <a:endParaRPr lang="en-IN"/>
          </a:p>
        </p:txBody>
      </p:sp>
      <p:sp>
        <p:nvSpPr>
          <p:cNvPr id="23" name="Text 17"/>
          <p:cNvSpPr/>
          <p:nvPr/>
        </p:nvSpPr>
        <p:spPr>
          <a:xfrm>
            <a:off x="6400640" y="4913670"/>
            <a:ext cx="4952876" cy="243780"/>
          </a:xfrm>
          <a:prstGeom prst="rect">
            <a:avLst/>
          </a:prstGeom>
          <a:noFill/>
          <a:ln/>
        </p:spPr>
        <p:txBody>
          <a:bodyPr wrap="none" lIns="0" tIns="0" rIns="0" bIns="0" rtlCol="0" anchor="t"/>
          <a:lstStyle/>
          <a:p>
            <a:pPr marL="0" indent="0" algn="l">
              <a:lnSpc>
                <a:spcPct val="100000"/>
              </a:lnSpc>
              <a:buNone/>
            </a:pPr>
            <a:r>
              <a:rPr lang="en-US" sz="1600" dirty="0">
                <a:solidFill>
                  <a:srgbClr val="DF657D"/>
                </a:solidFill>
                <a:latin typeface="Space Grotesk Medium" pitchFamily="34" charset="0"/>
                <a:ea typeface="Space Grotesk Medium" pitchFamily="34" charset="-122"/>
                <a:cs typeface="Space Grotesk Medium" pitchFamily="34" charset="-120"/>
              </a:rPr>
              <a:t>Desired Outcomes</a:t>
            </a:r>
            <a:endParaRPr lang="en-US" sz="1600" dirty="0"/>
          </a:p>
        </p:txBody>
      </p:sp>
      <p:sp>
        <p:nvSpPr>
          <p:cNvPr id="24" name="Text 18"/>
          <p:cNvSpPr/>
          <p:nvPr/>
        </p:nvSpPr>
        <p:spPr>
          <a:xfrm>
            <a:off x="6400640" y="5293023"/>
            <a:ext cx="4952876" cy="954980"/>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Increase Smallholder Farm Incomes by 33%</a:t>
            </a:r>
            <a:endParaRPr lang="en-US" sz="1600" dirty="0"/>
          </a:p>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Train Farmers in Climate-Smart Agriculture</a:t>
            </a:r>
            <a:endParaRPr lang="en-US" sz="1600" dirty="0"/>
          </a:p>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Mitigate 8,187 tons of CO2e Annually</a:t>
            </a:r>
            <a:endParaRPr lang="en-US" sz="1600" dirty="0"/>
          </a:p>
        </p:txBody>
      </p:sp>
      <p:pic>
        <p:nvPicPr>
          <p:cNvPr id="26" name="Graphic 25" descr="Agriculture with solid fill">
            <a:extLst>
              <a:ext uri="{FF2B5EF4-FFF2-40B4-BE49-F238E27FC236}">
                <a16:creationId xmlns:a16="http://schemas.microsoft.com/office/drawing/2014/main" id="{C7C0C1CC-1744-0808-D551-6E51F4E2806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152092" y="4196"/>
            <a:ext cx="1102659" cy="102226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189" y="304800"/>
            <a:ext cx="4063898" cy="6172200"/>
          </a:xfrm>
          <a:prstGeom prst="rect">
            <a:avLst/>
          </a:prstGeom>
        </p:spPr>
      </p:pic>
      <p:sp>
        <p:nvSpPr>
          <p:cNvPr id="3" name="Text 0"/>
          <p:cNvSpPr/>
          <p:nvPr/>
        </p:nvSpPr>
        <p:spPr>
          <a:xfrm>
            <a:off x="4978275" y="444996"/>
            <a:ext cx="6756231" cy="400050"/>
          </a:xfrm>
          <a:prstGeom prst="rect">
            <a:avLst/>
          </a:prstGeom>
          <a:noFill/>
          <a:ln/>
        </p:spPr>
        <p:txBody>
          <a:bodyPr wrap="none" lIns="0" tIns="0" rIns="0" bIns="0" rtlCol="0" anchor="t"/>
          <a:lstStyle/>
          <a:p>
            <a:pPr marL="0" indent="0" algn="l">
              <a:lnSpc>
                <a:spcPct val="88000"/>
              </a:lnSpc>
              <a:buNone/>
            </a:pPr>
            <a:r>
              <a:rPr lang="en-US" sz="3000" b="1" dirty="0">
                <a:solidFill>
                  <a:srgbClr val="FB5022"/>
                </a:solidFill>
                <a:latin typeface="Fredoka Bold" pitchFamily="34" charset="0"/>
                <a:ea typeface="Fredoka Bold" pitchFamily="34" charset="-122"/>
                <a:cs typeface="Fredoka Bold" pitchFamily="34" charset="-120"/>
              </a:rPr>
              <a:t>Business Challenges</a:t>
            </a:r>
            <a:endParaRPr lang="en-US" sz="3000" dirty="0"/>
          </a:p>
        </p:txBody>
      </p:sp>
      <p:sp>
        <p:nvSpPr>
          <p:cNvPr id="4" name="Shape 1"/>
          <p:cNvSpPr/>
          <p:nvPr/>
        </p:nvSpPr>
        <p:spPr>
          <a:xfrm>
            <a:off x="4978275" y="943471"/>
            <a:ext cx="3301917" cy="1622822"/>
          </a:xfrm>
          <a:prstGeom prst="roundRect">
            <a:avLst>
              <a:gd name="adj" fmla="val 5259"/>
            </a:avLst>
          </a:prstGeom>
          <a:solidFill>
            <a:srgbClr val="FE829A"/>
          </a:solidFill>
          <a:ln/>
        </p:spPr>
        <p:txBody>
          <a:bodyPr/>
          <a:lstStyle/>
          <a:p>
            <a:endParaRPr lang="en-IN"/>
          </a:p>
        </p:txBody>
      </p:sp>
      <p:pic>
        <p:nvPicPr>
          <p:cNvPr id="5" name="Image 1" descr="preencoded.png"/>
          <p:cNvPicPr>
            <a:picLocks noChangeAspect="1"/>
          </p:cNvPicPr>
          <p:nvPr/>
        </p:nvPicPr>
        <p:blipFill>
          <a:blip r:embed="rId4"/>
          <a:stretch>
            <a:fillRect/>
          </a:stretch>
        </p:blipFill>
        <p:spPr>
          <a:xfrm>
            <a:off x="5130672" y="1070471"/>
            <a:ext cx="406390" cy="406400"/>
          </a:xfrm>
          <a:prstGeom prst="rect">
            <a:avLst/>
          </a:prstGeom>
        </p:spPr>
      </p:pic>
      <p:sp>
        <p:nvSpPr>
          <p:cNvPr id="6" name="Text 2"/>
          <p:cNvSpPr/>
          <p:nvPr/>
        </p:nvSpPr>
        <p:spPr>
          <a:xfrm>
            <a:off x="5130672" y="1605141"/>
            <a:ext cx="2997125" cy="198041"/>
          </a:xfrm>
          <a:prstGeom prst="rect">
            <a:avLst/>
          </a:prstGeom>
          <a:noFill/>
          <a:ln/>
        </p:spPr>
        <p:txBody>
          <a:bodyPr wrap="none" lIns="0" tIns="0" rIns="0" bIns="0" rtlCol="0" anchor="t"/>
          <a:lstStyle/>
          <a:p>
            <a:pPr marL="0" indent="0" algn="l">
              <a:lnSpc>
                <a:spcPct val="100000"/>
              </a:lnSpc>
              <a:buNone/>
            </a:pPr>
            <a:r>
              <a:rPr lang="en-US" sz="1300" dirty="0">
                <a:solidFill>
                  <a:srgbClr val="000000"/>
                </a:solidFill>
                <a:latin typeface="Space Grotesk Medium" pitchFamily="34" charset="0"/>
                <a:ea typeface="Space Grotesk Medium" pitchFamily="34" charset="-122"/>
                <a:cs typeface="Space Grotesk Medium" pitchFamily="34" charset="-120"/>
              </a:rPr>
              <a:t>Climate Unpredictability</a:t>
            </a:r>
            <a:endParaRPr lang="en-US" sz="1300" dirty="0"/>
          </a:p>
        </p:txBody>
      </p:sp>
      <p:sp>
        <p:nvSpPr>
          <p:cNvPr id="7" name="Text 3"/>
          <p:cNvSpPr/>
          <p:nvPr/>
        </p:nvSpPr>
        <p:spPr>
          <a:xfrm>
            <a:off x="5130672" y="1941612"/>
            <a:ext cx="2997125"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Extreme weather and erratic rainfall disrupt crop cycles.</a:t>
            </a:r>
            <a:endParaRPr lang="en-US" sz="1400" dirty="0"/>
          </a:p>
        </p:txBody>
      </p:sp>
      <p:sp>
        <p:nvSpPr>
          <p:cNvPr id="8" name="Shape 4"/>
          <p:cNvSpPr/>
          <p:nvPr/>
        </p:nvSpPr>
        <p:spPr>
          <a:xfrm>
            <a:off x="8432589" y="943471"/>
            <a:ext cx="3301917" cy="1622822"/>
          </a:xfrm>
          <a:prstGeom prst="roundRect">
            <a:avLst>
              <a:gd name="adj" fmla="val 5259"/>
            </a:avLst>
          </a:prstGeom>
          <a:solidFill>
            <a:srgbClr val="F9B440"/>
          </a:solidFill>
          <a:ln/>
        </p:spPr>
        <p:txBody>
          <a:bodyPr/>
          <a:lstStyle/>
          <a:p>
            <a:endParaRPr lang="en-IN"/>
          </a:p>
        </p:txBody>
      </p:sp>
      <p:pic>
        <p:nvPicPr>
          <p:cNvPr id="9" name="Image 2" descr="preencoded.png"/>
          <p:cNvPicPr>
            <a:picLocks noChangeAspect="1"/>
          </p:cNvPicPr>
          <p:nvPr/>
        </p:nvPicPr>
        <p:blipFill>
          <a:blip r:embed="rId5"/>
          <a:stretch>
            <a:fillRect/>
          </a:stretch>
        </p:blipFill>
        <p:spPr>
          <a:xfrm>
            <a:off x="8584985" y="1070471"/>
            <a:ext cx="406390" cy="406400"/>
          </a:xfrm>
          <a:prstGeom prst="rect">
            <a:avLst/>
          </a:prstGeom>
        </p:spPr>
      </p:pic>
      <p:sp>
        <p:nvSpPr>
          <p:cNvPr id="10" name="Text 5"/>
          <p:cNvSpPr/>
          <p:nvPr/>
        </p:nvSpPr>
        <p:spPr>
          <a:xfrm>
            <a:off x="8584985" y="1605141"/>
            <a:ext cx="2997125" cy="198041"/>
          </a:xfrm>
          <a:prstGeom prst="rect">
            <a:avLst/>
          </a:prstGeom>
          <a:noFill/>
          <a:ln/>
        </p:spPr>
        <p:txBody>
          <a:bodyPr wrap="none" lIns="0" tIns="0" rIns="0" bIns="0" rtlCol="0" anchor="t"/>
          <a:lstStyle/>
          <a:p>
            <a:pPr marL="0" indent="0" algn="l">
              <a:lnSpc>
                <a:spcPct val="100000"/>
              </a:lnSpc>
              <a:buNone/>
            </a:pPr>
            <a:r>
              <a:rPr lang="en-US" sz="1300" dirty="0">
                <a:solidFill>
                  <a:srgbClr val="000000"/>
                </a:solidFill>
                <a:latin typeface="Space Grotesk Medium" pitchFamily="34" charset="0"/>
                <a:ea typeface="Space Grotesk Medium" pitchFamily="34" charset="-122"/>
                <a:cs typeface="Space Grotesk Medium" pitchFamily="34" charset="-120"/>
              </a:rPr>
              <a:t>Water Scarcity</a:t>
            </a:r>
            <a:endParaRPr lang="en-US" sz="1300" dirty="0"/>
          </a:p>
        </p:txBody>
      </p:sp>
      <p:sp>
        <p:nvSpPr>
          <p:cNvPr id="11" name="Text 6"/>
          <p:cNvSpPr/>
          <p:nvPr/>
        </p:nvSpPr>
        <p:spPr>
          <a:xfrm>
            <a:off x="8584985" y="1941612"/>
            <a:ext cx="2997125"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Droughts, falling aquifers, and little reliable irrigation.</a:t>
            </a:r>
            <a:endParaRPr lang="en-US" sz="1400" dirty="0"/>
          </a:p>
        </p:txBody>
      </p:sp>
      <p:sp>
        <p:nvSpPr>
          <p:cNvPr id="12" name="Shape 7"/>
          <p:cNvSpPr/>
          <p:nvPr/>
        </p:nvSpPr>
        <p:spPr>
          <a:xfrm>
            <a:off x="4978275" y="2718594"/>
            <a:ext cx="3301917" cy="1622822"/>
          </a:xfrm>
          <a:prstGeom prst="roundRect">
            <a:avLst>
              <a:gd name="adj" fmla="val 5259"/>
            </a:avLst>
          </a:prstGeom>
          <a:solidFill>
            <a:srgbClr val="FC9FA5"/>
          </a:solidFill>
          <a:ln/>
        </p:spPr>
        <p:txBody>
          <a:bodyPr/>
          <a:lstStyle/>
          <a:p>
            <a:endParaRPr lang="en-IN"/>
          </a:p>
        </p:txBody>
      </p:sp>
      <p:pic>
        <p:nvPicPr>
          <p:cNvPr id="13" name="Image 3" descr="preencoded.png"/>
          <p:cNvPicPr>
            <a:picLocks noChangeAspect="1"/>
          </p:cNvPicPr>
          <p:nvPr/>
        </p:nvPicPr>
        <p:blipFill>
          <a:blip r:embed="rId6"/>
          <a:stretch>
            <a:fillRect/>
          </a:stretch>
        </p:blipFill>
        <p:spPr>
          <a:xfrm>
            <a:off x="5130672" y="2845594"/>
            <a:ext cx="406390" cy="406400"/>
          </a:xfrm>
          <a:prstGeom prst="rect">
            <a:avLst/>
          </a:prstGeom>
        </p:spPr>
      </p:pic>
      <p:sp>
        <p:nvSpPr>
          <p:cNvPr id="14" name="Text 8"/>
          <p:cNvSpPr/>
          <p:nvPr/>
        </p:nvSpPr>
        <p:spPr>
          <a:xfrm>
            <a:off x="5130672" y="3380264"/>
            <a:ext cx="2997125" cy="198041"/>
          </a:xfrm>
          <a:prstGeom prst="rect">
            <a:avLst/>
          </a:prstGeom>
          <a:noFill/>
          <a:ln/>
        </p:spPr>
        <p:txBody>
          <a:bodyPr wrap="none" lIns="0" tIns="0" rIns="0" bIns="0" rtlCol="0" anchor="t"/>
          <a:lstStyle/>
          <a:p>
            <a:pPr marL="0" indent="0" algn="l">
              <a:lnSpc>
                <a:spcPct val="100000"/>
              </a:lnSpc>
              <a:buNone/>
            </a:pPr>
            <a:r>
              <a:rPr lang="en-US" sz="1300" dirty="0">
                <a:solidFill>
                  <a:srgbClr val="000000"/>
                </a:solidFill>
                <a:latin typeface="Space Grotesk Medium" pitchFamily="34" charset="0"/>
                <a:ea typeface="Space Grotesk Medium" pitchFamily="34" charset="-122"/>
                <a:cs typeface="Space Grotesk Medium" pitchFamily="34" charset="-120"/>
              </a:rPr>
              <a:t>Soil Degradation</a:t>
            </a:r>
            <a:endParaRPr lang="en-US" sz="1300" dirty="0"/>
          </a:p>
        </p:txBody>
      </p:sp>
      <p:sp>
        <p:nvSpPr>
          <p:cNvPr id="15" name="Text 9"/>
          <p:cNvSpPr/>
          <p:nvPr/>
        </p:nvSpPr>
        <p:spPr>
          <a:xfrm>
            <a:off x="5130672" y="3716734"/>
            <a:ext cx="2997125"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Erosion, nutrient loss, and high salinity degrade soil.</a:t>
            </a:r>
            <a:endParaRPr lang="en-US" sz="1400" dirty="0"/>
          </a:p>
        </p:txBody>
      </p:sp>
      <p:sp>
        <p:nvSpPr>
          <p:cNvPr id="16" name="Shape 10"/>
          <p:cNvSpPr/>
          <p:nvPr/>
        </p:nvSpPr>
        <p:spPr>
          <a:xfrm>
            <a:off x="8432589" y="2718594"/>
            <a:ext cx="3301917" cy="1622822"/>
          </a:xfrm>
          <a:prstGeom prst="roundRect">
            <a:avLst>
              <a:gd name="adj" fmla="val 5259"/>
            </a:avLst>
          </a:prstGeom>
          <a:solidFill>
            <a:srgbClr val="FBC5AA"/>
          </a:solidFill>
          <a:ln/>
        </p:spPr>
        <p:txBody>
          <a:bodyPr/>
          <a:lstStyle/>
          <a:p>
            <a:endParaRPr lang="en-IN"/>
          </a:p>
        </p:txBody>
      </p:sp>
      <p:pic>
        <p:nvPicPr>
          <p:cNvPr id="17" name="Image 4" descr="preencoded.png"/>
          <p:cNvPicPr>
            <a:picLocks noChangeAspect="1"/>
          </p:cNvPicPr>
          <p:nvPr/>
        </p:nvPicPr>
        <p:blipFill>
          <a:blip r:embed="rId7"/>
          <a:stretch>
            <a:fillRect/>
          </a:stretch>
        </p:blipFill>
        <p:spPr>
          <a:xfrm>
            <a:off x="8584985" y="2845594"/>
            <a:ext cx="406390" cy="406400"/>
          </a:xfrm>
          <a:prstGeom prst="rect">
            <a:avLst/>
          </a:prstGeom>
        </p:spPr>
      </p:pic>
      <p:sp>
        <p:nvSpPr>
          <p:cNvPr id="18" name="Text 11"/>
          <p:cNvSpPr/>
          <p:nvPr/>
        </p:nvSpPr>
        <p:spPr>
          <a:xfrm>
            <a:off x="8584985" y="3380264"/>
            <a:ext cx="2997125" cy="198041"/>
          </a:xfrm>
          <a:prstGeom prst="rect">
            <a:avLst/>
          </a:prstGeom>
          <a:noFill/>
          <a:ln/>
        </p:spPr>
        <p:txBody>
          <a:bodyPr wrap="none" lIns="0" tIns="0" rIns="0" bIns="0" rtlCol="0" anchor="t"/>
          <a:lstStyle/>
          <a:p>
            <a:pPr marL="0" indent="0" algn="l">
              <a:lnSpc>
                <a:spcPct val="100000"/>
              </a:lnSpc>
              <a:buNone/>
            </a:pPr>
            <a:r>
              <a:rPr lang="en-US" sz="1300" dirty="0">
                <a:solidFill>
                  <a:srgbClr val="000000"/>
                </a:solidFill>
                <a:latin typeface="Space Grotesk Medium" pitchFamily="34" charset="0"/>
                <a:ea typeface="Space Grotesk Medium" pitchFamily="34" charset="-122"/>
                <a:cs typeface="Space Grotesk Medium" pitchFamily="34" charset="-120"/>
              </a:rPr>
              <a:t>Pests &amp; Diseases</a:t>
            </a:r>
            <a:endParaRPr lang="en-US" sz="1300" dirty="0"/>
          </a:p>
        </p:txBody>
      </p:sp>
      <p:sp>
        <p:nvSpPr>
          <p:cNvPr id="19" name="Text 12"/>
          <p:cNvSpPr/>
          <p:nvPr/>
        </p:nvSpPr>
        <p:spPr>
          <a:xfrm>
            <a:off x="8584985" y="3716734"/>
            <a:ext cx="2997125"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Crop damage and rising resistance to chemical treatments.</a:t>
            </a:r>
            <a:endParaRPr lang="en-US" sz="1400" dirty="0"/>
          </a:p>
        </p:txBody>
      </p:sp>
      <p:sp>
        <p:nvSpPr>
          <p:cNvPr id="20" name="Shape 13"/>
          <p:cNvSpPr/>
          <p:nvPr/>
        </p:nvSpPr>
        <p:spPr>
          <a:xfrm>
            <a:off x="4978275" y="4493716"/>
            <a:ext cx="3301917" cy="1871663"/>
          </a:xfrm>
          <a:prstGeom prst="roundRect">
            <a:avLst>
              <a:gd name="adj" fmla="val 4560"/>
            </a:avLst>
          </a:prstGeom>
          <a:solidFill>
            <a:srgbClr val="FE829A"/>
          </a:solidFill>
          <a:ln/>
        </p:spPr>
        <p:txBody>
          <a:bodyPr/>
          <a:lstStyle/>
          <a:p>
            <a:endParaRPr lang="en-IN"/>
          </a:p>
        </p:txBody>
      </p:sp>
      <p:pic>
        <p:nvPicPr>
          <p:cNvPr id="21" name="Image 5" descr="preencoded.png"/>
          <p:cNvPicPr>
            <a:picLocks noChangeAspect="1"/>
          </p:cNvPicPr>
          <p:nvPr/>
        </p:nvPicPr>
        <p:blipFill>
          <a:blip r:embed="rId8"/>
          <a:stretch>
            <a:fillRect/>
          </a:stretch>
        </p:blipFill>
        <p:spPr>
          <a:xfrm>
            <a:off x="5130672" y="4620716"/>
            <a:ext cx="406390" cy="406400"/>
          </a:xfrm>
          <a:prstGeom prst="rect">
            <a:avLst/>
          </a:prstGeom>
        </p:spPr>
      </p:pic>
      <p:sp>
        <p:nvSpPr>
          <p:cNvPr id="22" name="Text 14"/>
          <p:cNvSpPr/>
          <p:nvPr/>
        </p:nvSpPr>
        <p:spPr>
          <a:xfrm>
            <a:off x="5130672" y="5155386"/>
            <a:ext cx="2997125" cy="198041"/>
          </a:xfrm>
          <a:prstGeom prst="rect">
            <a:avLst/>
          </a:prstGeom>
          <a:noFill/>
          <a:ln/>
        </p:spPr>
        <p:txBody>
          <a:bodyPr wrap="none" lIns="0" tIns="0" rIns="0" bIns="0" rtlCol="0" anchor="t"/>
          <a:lstStyle/>
          <a:p>
            <a:pPr marL="0" indent="0" algn="l">
              <a:lnSpc>
                <a:spcPct val="100000"/>
              </a:lnSpc>
              <a:buNone/>
            </a:pPr>
            <a:r>
              <a:rPr lang="en-US" sz="1300" dirty="0">
                <a:solidFill>
                  <a:srgbClr val="000000"/>
                </a:solidFill>
                <a:latin typeface="Space Grotesk Medium" pitchFamily="34" charset="0"/>
                <a:ea typeface="Space Grotesk Medium" pitchFamily="34" charset="-122"/>
                <a:cs typeface="Space Grotesk Medium" pitchFamily="34" charset="-120"/>
              </a:rPr>
              <a:t>Market Volatility &amp; Debt</a:t>
            </a:r>
            <a:endParaRPr lang="en-US" sz="1300" dirty="0"/>
          </a:p>
        </p:txBody>
      </p:sp>
      <p:sp>
        <p:nvSpPr>
          <p:cNvPr id="23" name="Text 15"/>
          <p:cNvSpPr/>
          <p:nvPr/>
        </p:nvSpPr>
        <p:spPr>
          <a:xfrm>
            <a:off x="5130672" y="5491857"/>
            <a:ext cx="2997125"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Price swings, high input costs, and mounting farm debt.</a:t>
            </a:r>
            <a:endParaRPr lang="en-US" sz="1400" dirty="0"/>
          </a:p>
        </p:txBody>
      </p:sp>
      <p:sp>
        <p:nvSpPr>
          <p:cNvPr id="24" name="Shape 16"/>
          <p:cNvSpPr/>
          <p:nvPr/>
        </p:nvSpPr>
        <p:spPr>
          <a:xfrm>
            <a:off x="8432589" y="4493716"/>
            <a:ext cx="3301917" cy="1871663"/>
          </a:xfrm>
          <a:prstGeom prst="roundRect">
            <a:avLst>
              <a:gd name="adj" fmla="val 4560"/>
            </a:avLst>
          </a:prstGeom>
          <a:solidFill>
            <a:srgbClr val="F9B440"/>
          </a:solidFill>
          <a:ln/>
        </p:spPr>
        <p:txBody>
          <a:bodyPr/>
          <a:lstStyle/>
          <a:p>
            <a:endParaRPr lang="en-IN"/>
          </a:p>
        </p:txBody>
      </p:sp>
      <p:pic>
        <p:nvPicPr>
          <p:cNvPr id="25" name="Image 6" descr="preencoded.png"/>
          <p:cNvPicPr>
            <a:picLocks noChangeAspect="1"/>
          </p:cNvPicPr>
          <p:nvPr/>
        </p:nvPicPr>
        <p:blipFill>
          <a:blip r:embed="rId9"/>
          <a:stretch>
            <a:fillRect/>
          </a:stretch>
        </p:blipFill>
        <p:spPr>
          <a:xfrm>
            <a:off x="8584985" y="4620716"/>
            <a:ext cx="406390" cy="406400"/>
          </a:xfrm>
          <a:prstGeom prst="rect">
            <a:avLst/>
          </a:prstGeom>
        </p:spPr>
      </p:pic>
      <p:sp>
        <p:nvSpPr>
          <p:cNvPr id="26" name="Text 17"/>
          <p:cNvSpPr/>
          <p:nvPr/>
        </p:nvSpPr>
        <p:spPr>
          <a:xfrm>
            <a:off x="8584985" y="5155386"/>
            <a:ext cx="2997125" cy="198041"/>
          </a:xfrm>
          <a:prstGeom prst="rect">
            <a:avLst/>
          </a:prstGeom>
          <a:noFill/>
          <a:ln/>
        </p:spPr>
        <p:txBody>
          <a:bodyPr wrap="none" lIns="0" tIns="0" rIns="0" bIns="0" rtlCol="0" anchor="t"/>
          <a:lstStyle/>
          <a:p>
            <a:pPr marL="0" indent="0" algn="l">
              <a:lnSpc>
                <a:spcPct val="100000"/>
              </a:lnSpc>
              <a:buNone/>
            </a:pPr>
            <a:r>
              <a:rPr lang="en-US" sz="1300" dirty="0">
                <a:solidFill>
                  <a:srgbClr val="000000"/>
                </a:solidFill>
                <a:latin typeface="Space Grotesk Medium" pitchFamily="34" charset="0"/>
                <a:ea typeface="Space Grotesk Medium" pitchFamily="34" charset="-122"/>
                <a:cs typeface="Space Grotesk Medium" pitchFamily="34" charset="-120"/>
              </a:rPr>
              <a:t>Rural Labor Shortage</a:t>
            </a:r>
            <a:endParaRPr lang="en-US" sz="1300" dirty="0"/>
          </a:p>
        </p:txBody>
      </p:sp>
      <p:sp>
        <p:nvSpPr>
          <p:cNvPr id="27" name="Text 18"/>
          <p:cNvSpPr/>
          <p:nvPr/>
        </p:nvSpPr>
        <p:spPr>
          <a:xfrm>
            <a:off x="8584985" y="5491857"/>
            <a:ext cx="2997125"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Aging workforce, few skilled workers, and youth migrating to cities.</a:t>
            </a:r>
            <a:endParaRPr lang="en-US" sz="1400" dirty="0"/>
          </a:p>
        </p:txBody>
      </p:sp>
      <p:pic>
        <p:nvPicPr>
          <p:cNvPr id="29" name="Graphic 28" descr="Agriculture with solid fill">
            <a:extLst>
              <a:ext uri="{FF2B5EF4-FFF2-40B4-BE49-F238E27FC236}">
                <a16:creationId xmlns:a16="http://schemas.microsoft.com/office/drawing/2014/main" id="{7F167476-8F0E-4CC5-FEA8-13D3BCE120F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152092" y="-58559"/>
            <a:ext cx="1102659" cy="102226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35" y="646373"/>
            <a:ext cx="10972526" cy="506710"/>
          </a:xfrm>
          <a:prstGeom prst="rect">
            <a:avLst/>
          </a:prstGeom>
          <a:noFill/>
          <a:ln/>
        </p:spPr>
        <p:txBody>
          <a:bodyPr wrap="none" lIns="0" tIns="0" rIns="0" bIns="0" rtlCol="0" anchor="t"/>
          <a:lstStyle/>
          <a:p>
            <a:pPr marL="0" indent="0" algn="ctr">
              <a:lnSpc>
                <a:spcPct val="87000"/>
              </a:lnSpc>
              <a:buNone/>
            </a:pPr>
            <a:r>
              <a:rPr lang="en-US" sz="3800" b="1" dirty="0">
                <a:solidFill>
                  <a:srgbClr val="FB5022"/>
                </a:solidFill>
                <a:latin typeface="Fredoka Bold" pitchFamily="34" charset="0"/>
                <a:ea typeface="Fredoka Bold" pitchFamily="34" charset="-122"/>
                <a:cs typeface="Fredoka Bold" pitchFamily="34" charset="-120"/>
              </a:rPr>
              <a:t>Website Current Scenario And Growth Plan</a:t>
            </a:r>
            <a:endParaRPr lang="en-US" sz="3800" dirty="0"/>
          </a:p>
        </p:txBody>
      </p:sp>
      <p:pic>
        <p:nvPicPr>
          <p:cNvPr id="3" name="Image 0" descr="preencoded.png"/>
          <p:cNvPicPr>
            <a:picLocks noChangeAspect="1"/>
          </p:cNvPicPr>
          <p:nvPr/>
        </p:nvPicPr>
        <p:blipFill>
          <a:blip r:embed="rId3"/>
          <a:stretch>
            <a:fillRect/>
          </a:stretch>
        </p:blipFill>
        <p:spPr>
          <a:xfrm>
            <a:off x="393290" y="614055"/>
            <a:ext cx="5656819" cy="5309890"/>
          </a:xfrm>
          <a:prstGeom prst="rect">
            <a:avLst/>
          </a:prstGeom>
        </p:spPr>
      </p:pic>
      <p:sp>
        <p:nvSpPr>
          <p:cNvPr id="4" name="Text 1"/>
          <p:cNvSpPr/>
          <p:nvPr/>
        </p:nvSpPr>
        <p:spPr>
          <a:xfrm>
            <a:off x="425222" y="6338070"/>
            <a:ext cx="5440524" cy="165100"/>
          </a:xfrm>
          <a:prstGeom prst="rect">
            <a:avLst/>
          </a:prstGeom>
          <a:noFill/>
          <a:ln/>
        </p:spPr>
        <p:txBody>
          <a:bodyPr wrap="none" lIns="0" tIns="0" rIns="0" bIns="0" rtlCol="0" anchor="t"/>
          <a:lstStyle/>
          <a:p>
            <a:pPr marL="0" indent="0" algn="l">
              <a:lnSpc>
                <a:spcPct val="108000"/>
              </a:lnSpc>
              <a:buNone/>
            </a:pPr>
            <a:r>
              <a:rPr lang="en-US" sz="1000" dirty="0">
                <a:solidFill>
                  <a:srgbClr val="000000"/>
                </a:solidFill>
                <a:latin typeface="Space Grotesk Medium" pitchFamily="34" charset="0"/>
                <a:ea typeface="Space Grotesk Medium" pitchFamily="34" charset="-122"/>
                <a:cs typeface="Space Grotesk Medium" pitchFamily="34" charset="-120"/>
              </a:rPr>
              <a:t>Source: SEMRUSH</a:t>
            </a:r>
            <a:endParaRPr lang="en-US" sz="1000" dirty="0"/>
          </a:p>
        </p:txBody>
      </p:sp>
      <p:sp>
        <p:nvSpPr>
          <p:cNvPr id="5" name="Shape 2"/>
          <p:cNvSpPr/>
          <p:nvPr/>
        </p:nvSpPr>
        <p:spPr>
          <a:xfrm>
            <a:off x="6278703" y="1319510"/>
            <a:ext cx="4922417" cy="4547890"/>
          </a:xfrm>
          <a:prstGeom prst="roundRect">
            <a:avLst>
              <a:gd name="adj" fmla="val 1877"/>
            </a:avLst>
          </a:prstGeom>
          <a:solidFill>
            <a:srgbClr val="FE829A"/>
          </a:solidFill>
          <a:ln/>
        </p:spPr>
        <p:txBody>
          <a:bodyPr/>
          <a:lstStyle/>
          <a:p>
            <a:endParaRPr lang="en-IN"/>
          </a:p>
        </p:txBody>
      </p:sp>
      <p:sp>
        <p:nvSpPr>
          <p:cNvPr id="6" name="Text 3"/>
          <p:cNvSpPr/>
          <p:nvPr/>
        </p:nvSpPr>
        <p:spPr>
          <a:xfrm>
            <a:off x="6634294" y="1927324"/>
            <a:ext cx="4211234" cy="3332262"/>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Massive Traffic Spike:</a:t>
            </a:r>
            <a:r>
              <a:rPr lang="en-US" sz="1300" dirty="0">
                <a:solidFill>
                  <a:srgbClr val="000000"/>
                </a:solidFill>
                <a:latin typeface="Space Grotesk" pitchFamily="34" charset="0"/>
                <a:ea typeface="Space Grotesk" pitchFamily="34" charset="-122"/>
                <a:cs typeface="Space Grotesk" pitchFamily="34" charset="-120"/>
              </a:rPr>
              <a:t> Organic desktop traffic from India up 4,179.71% to 3,000 monthly visits.</a:t>
            </a:r>
            <a:endParaRPr lang="en-US" sz="1600" dirty="0"/>
          </a:p>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Rankings Improving:</a:t>
            </a:r>
            <a:r>
              <a:rPr lang="en-US" sz="1300" dirty="0">
                <a:solidFill>
                  <a:srgbClr val="000000"/>
                </a:solidFill>
                <a:latin typeface="Space Grotesk" pitchFamily="34" charset="0"/>
                <a:ea typeface="Space Grotesk" pitchFamily="34" charset="-122"/>
                <a:cs typeface="Space Grotesk" pitchFamily="34" charset="-120"/>
              </a:rPr>
              <a:t> Gained 148,000 global spots; Authority Score is 27.</a:t>
            </a:r>
            <a:endParaRPr lang="en-US" sz="1600" dirty="0"/>
          </a:p>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Backlink Cleanup:</a:t>
            </a:r>
            <a:r>
              <a:rPr lang="en-US" sz="1300" dirty="0">
                <a:solidFill>
                  <a:srgbClr val="000000"/>
                </a:solidFill>
                <a:latin typeface="Space Grotesk" pitchFamily="34" charset="0"/>
                <a:ea typeface="Space Grotesk" pitchFamily="34" charset="-122"/>
                <a:cs typeface="Space Grotesk" pitchFamily="34" charset="-120"/>
              </a:rPr>
              <a:t> Linking sites grew to 1,300 (+16.48%) while total backlinks fell by 82,300.</a:t>
            </a:r>
            <a:endParaRPr lang="en-US" sz="1600" dirty="0"/>
          </a:p>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Concentrated Keywords:</a:t>
            </a:r>
            <a:r>
              <a:rPr lang="en-US" sz="1300" dirty="0">
                <a:solidFill>
                  <a:srgbClr val="000000"/>
                </a:solidFill>
                <a:latin typeface="Space Grotesk" pitchFamily="34" charset="0"/>
                <a:ea typeface="Space Grotesk" pitchFamily="34" charset="-122"/>
                <a:cs typeface="Space Grotesk" pitchFamily="34" charset="-120"/>
              </a:rPr>
              <a:t> Only 57 organic keywords (+16.33%); a few top terms drive new traffic.</a:t>
            </a:r>
            <a:endParaRPr lang="en-US" sz="1600" dirty="0"/>
          </a:p>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100% Organic:</a:t>
            </a:r>
            <a:r>
              <a:rPr lang="en-US" sz="1300" dirty="0">
                <a:solidFill>
                  <a:srgbClr val="000000"/>
                </a:solidFill>
                <a:latin typeface="Space Grotesk" pitchFamily="34" charset="0"/>
                <a:ea typeface="Space Grotesk" pitchFamily="34" charset="-122"/>
                <a:cs typeface="Space Grotesk" pitchFamily="34" charset="-120"/>
              </a:rPr>
              <a:t> No paid ads, 0 paid keywords, 0 paid traffic.</a:t>
            </a:r>
            <a:endParaRPr lang="en-US" sz="1600" dirty="0"/>
          </a:p>
        </p:txBody>
      </p:sp>
      <p:pic>
        <p:nvPicPr>
          <p:cNvPr id="8" name="Graphic 7" descr="Agriculture with solid fill">
            <a:extLst>
              <a:ext uri="{FF2B5EF4-FFF2-40B4-BE49-F238E27FC236}">
                <a16:creationId xmlns:a16="http://schemas.microsoft.com/office/drawing/2014/main" id="{9BB113AE-E765-F3A3-0D20-68F3683813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2092" y="4196"/>
            <a:ext cx="1102659" cy="102226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53994" y="281241"/>
            <a:ext cx="5460863" cy="373360"/>
          </a:xfrm>
          <a:prstGeom prst="rect">
            <a:avLst/>
          </a:prstGeom>
          <a:noFill/>
          <a:ln/>
        </p:spPr>
        <p:txBody>
          <a:bodyPr wrap="none" lIns="0" tIns="0" rIns="0" bIns="0" rtlCol="0" anchor="t"/>
          <a:lstStyle/>
          <a:p>
            <a:pPr marL="0" indent="0" algn="l">
              <a:lnSpc>
                <a:spcPct val="88000"/>
              </a:lnSpc>
              <a:buNone/>
            </a:pPr>
            <a:r>
              <a:rPr lang="en-US" sz="2800" b="1" dirty="0">
                <a:solidFill>
                  <a:srgbClr val="FB5022"/>
                </a:solidFill>
                <a:latin typeface="Fredoka Bold" pitchFamily="34" charset="0"/>
                <a:ea typeface="Fredoka Bold" pitchFamily="34" charset="-122"/>
                <a:cs typeface="Fredoka Bold" pitchFamily="34" charset="-120"/>
              </a:rPr>
              <a:t>Overall SEO audit</a:t>
            </a:r>
            <a:endParaRPr lang="en-US" sz="2800" dirty="0"/>
          </a:p>
        </p:txBody>
      </p:sp>
      <p:pic>
        <p:nvPicPr>
          <p:cNvPr id="3" name="Image 0" descr="preencoded.png"/>
          <p:cNvPicPr>
            <a:picLocks noChangeAspect="1"/>
          </p:cNvPicPr>
          <p:nvPr/>
        </p:nvPicPr>
        <p:blipFill>
          <a:blip r:embed="rId3"/>
          <a:stretch>
            <a:fillRect/>
          </a:stretch>
        </p:blipFill>
        <p:spPr>
          <a:xfrm>
            <a:off x="253994" y="627360"/>
            <a:ext cx="5460863" cy="5474990"/>
          </a:xfrm>
          <a:prstGeom prst="rect">
            <a:avLst/>
          </a:prstGeom>
        </p:spPr>
      </p:pic>
      <p:sp>
        <p:nvSpPr>
          <p:cNvPr id="4" name="Text 1"/>
          <p:cNvSpPr/>
          <p:nvPr/>
        </p:nvSpPr>
        <p:spPr>
          <a:xfrm>
            <a:off x="253994" y="6186488"/>
            <a:ext cx="5841854" cy="165100"/>
          </a:xfrm>
          <a:prstGeom prst="rect">
            <a:avLst/>
          </a:prstGeom>
          <a:noFill/>
          <a:ln/>
        </p:spPr>
        <p:txBody>
          <a:bodyPr wrap="none" lIns="0" tIns="0" rIns="0" bIns="0" rtlCol="0" anchor="t"/>
          <a:lstStyle/>
          <a:p>
            <a:pPr marL="0" indent="0" algn="l">
              <a:lnSpc>
                <a:spcPct val="108000"/>
              </a:lnSpc>
              <a:buNone/>
            </a:pPr>
            <a:r>
              <a:rPr lang="en-US" sz="1000" dirty="0">
                <a:solidFill>
                  <a:srgbClr val="5F5144"/>
                </a:solidFill>
                <a:latin typeface="Space Grotesk Medium" pitchFamily="34" charset="0"/>
                <a:ea typeface="Space Grotesk Medium" pitchFamily="34" charset="-122"/>
                <a:cs typeface="Space Grotesk Medium" pitchFamily="34" charset="-120"/>
              </a:rPr>
              <a:t>Source: SEOPTIMER</a:t>
            </a:r>
            <a:endParaRPr lang="en-US" sz="1000" dirty="0"/>
          </a:p>
        </p:txBody>
      </p:sp>
      <p:sp>
        <p:nvSpPr>
          <p:cNvPr id="5" name="Text 2"/>
          <p:cNvSpPr/>
          <p:nvPr/>
        </p:nvSpPr>
        <p:spPr>
          <a:xfrm>
            <a:off x="6095848" y="677585"/>
            <a:ext cx="6095848"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Overall grade B- with 15 recommended fixes</a:t>
            </a:r>
            <a:endParaRPr lang="en-US" sz="1600" dirty="0"/>
          </a:p>
        </p:txBody>
      </p:sp>
      <p:sp>
        <p:nvSpPr>
          <p:cNvPr id="6" name="Shape 3"/>
          <p:cNvSpPr/>
          <p:nvPr/>
        </p:nvSpPr>
        <p:spPr>
          <a:xfrm>
            <a:off x="6095848" y="1145877"/>
            <a:ext cx="5587860" cy="783530"/>
          </a:xfrm>
          <a:prstGeom prst="roundRect">
            <a:avLst>
              <a:gd name="adj" fmla="val 10892"/>
            </a:avLst>
          </a:prstGeom>
          <a:solidFill>
            <a:srgbClr val="FE829A"/>
          </a:solidFill>
          <a:ln/>
        </p:spPr>
        <p:txBody>
          <a:bodyPr/>
          <a:lstStyle/>
          <a:p>
            <a:endParaRPr lang="en-IN"/>
          </a:p>
        </p:txBody>
      </p:sp>
      <p:sp>
        <p:nvSpPr>
          <p:cNvPr id="7" name="Text 4"/>
          <p:cNvSpPr/>
          <p:nvPr/>
        </p:nvSpPr>
        <p:spPr>
          <a:xfrm>
            <a:off x="6299042" y="1272877"/>
            <a:ext cx="5384665"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On-Page SEO (B-)</a:t>
            </a:r>
            <a:endParaRPr lang="en-US" sz="1200" dirty="0"/>
          </a:p>
        </p:txBody>
      </p:sp>
      <p:sp>
        <p:nvSpPr>
          <p:cNvPr id="8" name="Text 5"/>
          <p:cNvSpPr/>
          <p:nvPr/>
        </p:nvSpPr>
        <p:spPr>
          <a:xfrm>
            <a:off x="6299042" y="1606848"/>
            <a:ext cx="5384665" cy="195560"/>
          </a:xfrm>
          <a:prstGeom prst="rect">
            <a:avLst/>
          </a:prstGeom>
          <a:noFill/>
          <a:ln/>
        </p:spPr>
        <p:txBody>
          <a:bodyPr wrap="none" lIns="0" tIns="0" rIns="0" bIns="0" rtlCol="0" anchor="t"/>
          <a:lstStyle/>
          <a:p>
            <a:pPr marL="0" indent="0" algn="l">
              <a:lnSpc>
                <a:spcPct val="117000"/>
              </a:lnSpc>
              <a:buNone/>
            </a:pPr>
            <a:r>
              <a:rPr lang="en-US" sz="1100" dirty="0">
                <a:solidFill>
                  <a:srgbClr val="000000"/>
                </a:solidFill>
                <a:latin typeface="Space Grotesk" pitchFamily="34" charset="0"/>
                <a:ea typeface="Space Grotesk" pitchFamily="34" charset="-122"/>
                <a:cs typeface="Space Grotesk" pitchFamily="34" charset="-120"/>
              </a:rPr>
              <a:t>Good fundamentals; needs content and keyword refinement.</a:t>
            </a:r>
            <a:endParaRPr lang="en-US" sz="1100" dirty="0"/>
          </a:p>
        </p:txBody>
      </p:sp>
      <p:sp>
        <p:nvSpPr>
          <p:cNvPr id="9" name="Shape 6"/>
          <p:cNvSpPr/>
          <p:nvPr/>
        </p:nvSpPr>
        <p:spPr>
          <a:xfrm>
            <a:off x="6095848" y="2081709"/>
            <a:ext cx="5587860" cy="783530"/>
          </a:xfrm>
          <a:prstGeom prst="roundRect">
            <a:avLst>
              <a:gd name="adj" fmla="val 10892"/>
            </a:avLst>
          </a:prstGeom>
          <a:solidFill>
            <a:srgbClr val="F9B440"/>
          </a:solidFill>
          <a:ln/>
        </p:spPr>
        <p:txBody>
          <a:bodyPr/>
          <a:lstStyle/>
          <a:p>
            <a:endParaRPr lang="en-IN"/>
          </a:p>
        </p:txBody>
      </p:sp>
      <p:sp>
        <p:nvSpPr>
          <p:cNvPr id="10" name="Text 7"/>
          <p:cNvSpPr/>
          <p:nvPr/>
        </p:nvSpPr>
        <p:spPr>
          <a:xfrm>
            <a:off x="6299042" y="2208709"/>
            <a:ext cx="5384665"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SEO (A-)</a:t>
            </a:r>
            <a:endParaRPr lang="en-US" sz="1200" dirty="0"/>
          </a:p>
        </p:txBody>
      </p:sp>
      <p:sp>
        <p:nvSpPr>
          <p:cNvPr id="11" name="Text 8"/>
          <p:cNvSpPr/>
          <p:nvPr/>
        </p:nvSpPr>
        <p:spPr>
          <a:xfrm>
            <a:off x="6299042" y="2542679"/>
            <a:ext cx="5384665" cy="195560"/>
          </a:xfrm>
          <a:prstGeom prst="rect">
            <a:avLst/>
          </a:prstGeom>
          <a:noFill/>
          <a:ln/>
        </p:spPr>
        <p:txBody>
          <a:bodyPr wrap="none" lIns="0" tIns="0" rIns="0" bIns="0" rtlCol="0" anchor="t"/>
          <a:lstStyle/>
          <a:p>
            <a:pPr marL="0" indent="0" algn="l">
              <a:lnSpc>
                <a:spcPct val="117000"/>
              </a:lnSpc>
              <a:buNone/>
            </a:pPr>
            <a:r>
              <a:rPr lang="en-US" sz="1100" dirty="0">
                <a:solidFill>
                  <a:srgbClr val="000000"/>
                </a:solidFill>
                <a:latin typeface="Space Grotesk" pitchFamily="34" charset="0"/>
                <a:ea typeface="Space Grotesk" pitchFamily="34" charset="-122"/>
                <a:cs typeface="Space Grotesk" pitchFamily="34" charset="-120"/>
              </a:rPr>
              <a:t>The site's highest mark: clean basic search parameters.</a:t>
            </a:r>
            <a:endParaRPr lang="en-US" sz="1100" dirty="0"/>
          </a:p>
        </p:txBody>
      </p:sp>
      <p:sp>
        <p:nvSpPr>
          <p:cNvPr id="12" name="Shape 9"/>
          <p:cNvSpPr/>
          <p:nvPr/>
        </p:nvSpPr>
        <p:spPr>
          <a:xfrm>
            <a:off x="6095848" y="3017540"/>
            <a:ext cx="5587860" cy="783530"/>
          </a:xfrm>
          <a:prstGeom prst="roundRect">
            <a:avLst>
              <a:gd name="adj" fmla="val 10892"/>
            </a:avLst>
          </a:prstGeom>
          <a:solidFill>
            <a:srgbClr val="FE829A"/>
          </a:solidFill>
          <a:ln/>
        </p:spPr>
        <p:txBody>
          <a:bodyPr/>
          <a:lstStyle/>
          <a:p>
            <a:endParaRPr lang="en-IN"/>
          </a:p>
        </p:txBody>
      </p:sp>
      <p:sp>
        <p:nvSpPr>
          <p:cNvPr id="13" name="Text 10"/>
          <p:cNvSpPr/>
          <p:nvPr/>
        </p:nvSpPr>
        <p:spPr>
          <a:xfrm>
            <a:off x="6299042" y="3144540"/>
            <a:ext cx="5384665"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Links (B-)</a:t>
            </a:r>
            <a:endParaRPr lang="en-US" sz="1200" dirty="0"/>
          </a:p>
        </p:txBody>
      </p:sp>
      <p:sp>
        <p:nvSpPr>
          <p:cNvPr id="14" name="Text 11"/>
          <p:cNvSpPr/>
          <p:nvPr/>
        </p:nvSpPr>
        <p:spPr>
          <a:xfrm>
            <a:off x="6299042" y="3478510"/>
            <a:ext cx="5384665" cy="195560"/>
          </a:xfrm>
          <a:prstGeom prst="rect">
            <a:avLst/>
          </a:prstGeom>
          <a:noFill/>
          <a:ln/>
        </p:spPr>
        <p:txBody>
          <a:bodyPr wrap="none" lIns="0" tIns="0" rIns="0" bIns="0" rtlCol="0" anchor="t"/>
          <a:lstStyle/>
          <a:p>
            <a:pPr marL="0" indent="0" algn="l">
              <a:lnSpc>
                <a:spcPct val="117000"/>
              </a:lnSpc>
              <a:buNone/>
            </a:pPr>
            <a:r>
              <a:rPr lang="en-US" sz="1100" dirty="0">
                <a:solidFill>
                  <a:srgbClr val="000000"/>
                </a:solidFill>
                <a:latin typeface="Space Grotesk" pitchFamily="34" charset="0"/>
                <a:ea typeface="Space Grotesk" pitchFamily="34" charset="-122"/>
                <a:cs typeface="Space Grotesk" pitchFamily="34" charset="-120"/>
              </a:rPr>
              <a:t>Moderate backlink quality and internal linking.</a:t>
            </a:r>
            <a:endParaRPr lang="en-US" sz="1100" dirty="0"/>
          </a:p>
        </p:txBody>
      </p:sp>
      <p:sp>
        <p:nvSpPr>
          <p:cNvPr id="15" name="Shape 12"/>
          <p:cNvSpPr/>
          <p:nvPr/>
        </p:nvSpPr>
        <p:spPr>
          <a:xfrm>
            <a:off x="6095848" y="3953371"/>
            <a:ext cx="5587860" cy="783530"/>
          </a:xfrm>
          <a:prstGeom prst="roundRect">
            <a:avLst>
              <a:gd name="adj" fmla="val 10892"/>
            </a:avLst>
          </a:prstGeom>
          <a:solidFill>
            <a:srgbClr val="F9B440"/>
          </a:solidFill>
          <a:ln/>
        </p:spPr>
        <p:txBody>
          <a:bodyPr/>
          <a:lstStyle/>
          <a:p>
            <a:endParaRPr lang="en-IN"/>
          </a:p>
        </p:txBody>
      </p:sp>
      <p:sp>
        <p:nvSpPr>
          <p:cNvPr id="16" name="Text 13"/>
          <p:cNvSpPr/>
          <p:nvPr/>
        </p:nvSpPr>
        <p:spPr>
          <a:xfrm>
            <a:off x="6299042" y="4080371"/>
            <a:ext cx="5384665"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Usability (D+)</a:t>
            </a:r>
            <a:endParaRPr lang="en-US" sz="1200" dirty="0"/>
          </a:p>
        </p:txBody>
      </p:sp>
      <p:sp>
        <p:nvSpPr>
          <p:cNvPr id="17" name="Text 14"/>
          <p:cNvSpPr/>
          <p:nvPr/>
        </p:nvSpPr>
        <p:spPr>
          <a:xfrm>
            <a:off x="6299042" y="4414341"/>
            <a:ext cx="5384665" cy="195560"/>
          </a:xfrm>
          <a:prstGeom prst="rect">
            <a:avLst/>
          </a:prstGeom>
          <a:noFill/>
          <a:ln/>
        </p:spPr>
        <p:txBody>
          <a:bodyPr wrap="none" lIns="0" tIns="0" rIns="0" bIns="0" rtlCol="0" anchor="t"/>
          <a:lstStyle/>
          <a:p>
            <a:pPr marL="0" indent="0" algn="l">
              <a:lnSpc>
                <a:spcPct val="117000"/>
              </a:lnSpc>
              <a:buNone/>
            </a:pPr>
            <a:r>
              <a:rPr lang="en-US" sz="1100" dirty="0">
                <a:solidFill>
                  <a:srgbClr val="000000"/>
                </a:solidFill>
                <a:latin typeface="Space Grotesk" pitchFamily="34" charset="0"/>
                <a:ea typeface="Space Grotesk" pitchFamily="34" charset="-122"/>
                <a:cs typeface="Space Grotesk" pitchFamily="34" charset="-120"/>
              </a:rPr>
              <a:t>Poor mobile and desktop accessibility; needs immediate attention.</a:t>
            </a:r>
            <a:endParaRPr lang="en-US" sz="1100" dirty="0"/>
          </a:p>
        </p:txBody>
      </p:sp>
      <p:sp>
        <p:nvSpPr>
          <p:cNvPr id="18" name="Shape 15"/>
          <p:cNvSpPr/>
          <p:nvPr/>
        </p:nvSpPr>
        <p:spPr>
          <a:xfrm>
            <a:off x="6095848" y="4889202"/>
            <a:ext cx="5587860" cy="783530"/>
          </a:xfrm>
          <a:prstGeom prst="roundRect">
            <a:avLst>
              <a:gd name="adj" fmla="val 10892"/>
            </a:avLst>
          </a:prstGeom>
          <a:solidFill>
            <a:srgbClr val="FE829A"/>
          </a:solidFill>
          <a:ln/>
        </p:spPr>
        <p:txBody>
          <a:bodyPr/>
          <a:lstStyle/>
          <a:p>
            <a:endParaRPr lang="en-IN"/>
          </a:p>
        </p:txBody>
      </p:sp>
      <p:sp>
        <p:nvSpPr>
          <p:cNvPr id="19" name="Text 16"/>
          <p:cNvSpPr/>
          <p:nvPr/>
        </p:nvSpPr>
        <p:spPr>
          <a:xfrm>
            <a:off x="6299042" y="5016202"/>
            <a:ext cx="5384665"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Performance (D)</a:t>
            </a:r>
            <a:endParaRPr lang="en-US" sz="1200" dirty="0"/>
          </a:p>
        </p:txBody>
      </p:sp>
      <p:sp>
        <p:nvSpPr>
          <p:cNvPr id="20" name="Text 17"/>
          <p:cNvSpPr/>
          <p:nvPr/>
        </p:nvSpPr>
        <p:spPr>
          <a:xfrm>
            <a:off x="6299042" y="5350173"/>
            <a:ext cx="5384665" cy="195560"/>
          </a:xfrm>
          <a:prstGeom prst="rect">
            <a:avLst/>
          </a:prstGeom>
          <a:noFill/>
          <a:ln/>
        </p:spPr>
        <p:txBody>
          <a:bodyPr wrap="none" lIns="0" tIns="0" rIns="0" bIns="0" rtlCol="0" anchor="t"/>
          <a:lstStyle/>
          <a:p>
            <a:pPr marL="0" indent="0" algn="l">
              <a:lnSpc>
                <a:spcPct val="117000"/>
              </a:lnSpc>
              <a:buNone/>
            </a:pPr>
            <a:r>
              <a:rPr lang="en-US" sz="1100" dirty="0">
                <a:solidFill>
                  <a:srgbClr val="000000"/>
                </a:solidFill>
                <a:latin typeface="Space Grotesk" pitchFamily="34" charset="0"/>
                <a:ea typeface="Space Grotesk" pitchFamily="34" charset="-122"/>
                <a:cs typeface="Space Grotesk" pitchFamily="34" charset="-120"/>
              </a:rPr>
              <a:t>Weakest category: critical page loading delays and slow server response.</a:t>
            </a:r>
            <a:endParaRPr lang="en-US" sz="1100" dirty="0"/>
          </a:p>
        </p:txBody>
      </p:sp>
      <p:pic>
        <p:nvPicPr>
          <p:cNvPr id="22" name="Graphic 21" descr="Agriculture with solid fill">
            <a:extLst>
              <a:ext uri="{FF2B5EF4-FFF2-40B4-BE49-F238E27FC236}">
                <a16:creationId xmlns:a16="http://schemas.microsoft.com/office/drawing/2014/main" id="{FB6E90BC-3F00-5F45-CD6B-3AB540B6D4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2092" y="4196"/>
            <a:ext cx="1102659" cy="102226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7987" y="405545"/>
            <a:ext cx="5333867" cy="319980"/>
          </a:xfrm>
          <a:prstGeom prst="rect">
            <a:avLst/>
          </a:prstGeom>
          <a:noFill/>
          <a:ln/>
        </p:spPr>
        <p:txBody>
          <a:bodyPr wrap="none" lIns="0" tIns="0" rIns="0" bIns="0" rtlCol="0" anchor="t"/>
          <a:lstStyle/>
          <a:p>
            <a:pPr marL="0" indent="0" algn="l">
              <a:lnSpc>
                <a:spcPct val="88000"/>
              </a:lnSpc>
              <a:buNone/>
            </a:pPr>
            <a:r>
              <a:rPr lang="en-US" sz="2400" b="1" dirty="0">
                <a:solidFill>
                  <a:srgbClr val="FB5022"/>
                </a:solidFill>
                <a:latin typeface="Fredoka Bold" pitchFamily="34" charset="0"/>
                <a:ea typeface="Fredoka Bold" pitchFamily="34" charset="-122"/>
                <a:cs typeface="Fredoka Bold" pitchFamily="34" charset="-120"/>
              </a:rPr>
              <a:t>Website authority</a:t>
            </a:r>
            <a:endParaRPr lang="en-US" sz="2400" dirty="0"/>
          </a:p>
        </p:txBody>
      </p:sp>
      <p:pic>
        <p:nvPicPr>
          <p:cNvPr id="3" name="Image 0" descr="preencoded.png"/>
          <p:cNvPicPr>
            <a:picLocks noChangeAspect="1"/>
          </p:cNvPicPr>
          <p:nvPr/>
        </p:nvPicPr>
        <p:blipFill>
          <a:blip r:embed="rId3"/>
          <a:stretch>
            <a:fillRect/>
          </a:stretch>
        </p:blipFill>
        <p:spPr>
          <a:xfrm>
            <a:off x="507987" y="700980"/>
            <a:ext cx="5333867" cy="4569520"/>
          </a:xfrm>
          <a:prstGeom prst="rect">
            <a:avLst/>
          </a:prstGeom>
        </p:spPr>
      </p:pic>
      <p:sp>
        <p:nvSpPr>
          <p:cNvPr id="4" name="Text 1"/>
          <p:cNvSpPr/>
          <p:nvPr/>
        </p:nvSpPr>
        <p:spPr>
          <a:xfrm>
            <a:off x="507987" y="5454650"/>
            <a:ext cx="5333867" cy="895350"/>
          </a:xfrm>
          <a:prstGeom prst="rect">
            <a:avLst/>
          </a:prstGeom>
          <a:noFill/>
          <a:ln/>
        </p:spPr>
        <p:txBody>
          <a:bodyPr wrap="square" lIns="0" tIns="0" rIns="0" bIns="0" rtlCol="0" anchor="t">
            <a:normAutofit/>
          </a:bodyPr>
          <a:lstStyle/>
          <a:p>
            <a:pPr marL="0" indent="0" algn="l">
              <a:lnSpc>
                <a:spcPct val="117000"/>
              </a:lnSpc>
              <a:spcAft>
                <a:spcPts val="1400"/>
              </a:spcAft>
              <a:buNone/>
            </a:pPr>
            <a:r>
              <a:rPr lang="en-US" sz="1000" b="1" dirty="0">
                <a:solidFill>
                  <a:srgbClr val="000000"/>
                </a:solidFill>
                <a:latin typeface="Space Grotesk Bold" pitchFamily="34" charset="0"/>
                <a:ea typeface="Space Grotesk Bold" pitchFamily="34" charset="-122"/>
                <a:cs typeface="Space Grotesk Bold" pitchFamily="34" charset="-120"/>
              </a:rPr>
              <a:t>Please note</a:t>
            </a:r>
            <a:r>
              <a:rPr lang="en-US" sz="1000" dirty="0">
                <a:solidFill>
                  <a:srgbClr val="000000"/>
                </a:solidFill>
                <a:latin typeface="Space Grotesk" pitchFamily="34" charset="0"/>
                <a:ea typeface="Space Grotesk" pitchFamily="34" charset="-122"/>
                <a:cs typeface="Space Grotesk" pitchFamily="34" charset="-120"/>
              </a:rPr>
              <a:t>, the data presented is subject to change over time due to evolving metrics such as performance fluctuations, strategic adjustments, and external market dynamics</a:t>
            </a:r>
            <a:endParaRPr lang="en-US" sz="1000" dirty="0"/>
          </a:p>
          <a:p>
            <a:pPr marL="0" indent="0" algn="l">
              <a:lnSpc>
                <a:spcPct val="117000"/>
              </a:lnSpc>
              <a:buNone/>
            </a:pPr>
            <a:r>
              <a:rPr lang="en-US" sz="1000" b="1" dirty="0">
                <a:solidFill>
                  <a:srgbClr val="000000"/>
                </a:solidFill>
                <a:latin typeface="Space Grotesk Bold" pitchFamily="34" charset="0"/>
                <a:ea typeface="Space Grotesk Bold" pitchFamily="34" charset="-122"/>
                <a:cs typeface="Space Grotesk Bold" pitchFamily="34" charset="-120"/>
              </a:rPr>
              <a:t>Source:</a:t>
            </a:r>
            <a:r>
              <a:rPr lang="en-US" sz="1000" dirty="0">
                <a:solidFill>
                  <a:srgbClr val="000000"/>
                </a:solidFill>
                <a:latin typeface="Space Grotesk" pitchFamily="34" charset="0"/>
                <a:ea typeface="Space Grotesk" pitchFamily="34" charset="-122"/>
                <a:cs typeface="Space Grotesk" pitchFamily="34" charset="-120"/>
              </a:rPr>
              <a:t> </a:t>
            </a:r>
            <a:r>
              <a:rPr lang="en-US" sz="1000" b="1" dirty="0">
                <a:solidFill>
                  <a:srgbClr val="000000"/>
                </a:solidFill>
                <a:latin typeface="Space Grotesk Bold" pitchFamily="34" charset="0"/>
                <a:ea typeface="Space Grotesk Bold" pitchFamily="34" charset="-122"/>
                <a:cs typeface="Space Grotesk Bold" pitchFamily="34" charset="-120"/>
              </a:rPr>
              <a:t>websiteseochecker</a:t>
            </a:r>
            <a:endParaRPr lang="en-US" sz="1000" dirty="0"/>
          </a:p>
        </p:txBody>
      </p:sp>
      <p:sp>
        <p:nvSpPr>
          <p:cNvPr id="5" name="Text 2"/>
          <p:cNvSpPr/>
          <p:nvPr/>
        </p:nvSpPr>
        <p:spPr>
          <a:xfrm>
            <a:off x="6349841" y="1528068"/>
            <a:ext cx="5841854" cy="248841"/>
          </a:xfrm>
          <a:prstGeom prst="rect">
            <a:avLst/>
          </a:prstGeom>
          <a:noFill/>
          <a:ln/>
        </p:spPr>
        <p:txBody>
          <a:bodyPr wrap="none" lIns="0" tIns="0" rIns="0" bIns="0" rtlCol="0" anchor="t"/>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Website authority report: oorjasolutions.org</a:t>
            </a:r>
            <a:endParaRPr lang="en-US" sz="1400" dirty="0"/>
          </a:p>
        </p:txBody>
      </p:sp>
      <p:sp>
        <p:nvSpPr>
          <p:cNvPr id="6" name="Shape 3"/>
          <p:cNvSpPr/>
          <p:nvPr/>
        </p:nvSpPr>
        <p:spPr>
          <a:xfrm>
            <a:off x="6349841" y="1961059"/>
            <a:ext cx="5333867" cy="979091"/>
          </a:xfrm>
          <a:prstGeom prst="roundRect">
            <a:avLst>
              <a:gd name="adj" fmla="val 8716"/>
            </a:avLst>
          </a:prstGeom>
          <a:solidFill>
            <a:srgbClr val="FE829A"/>
          </a:solidFill>
          <a:ln/>
        </p:spPr>
        <p:txBody>
          <a:bodyPr/>
          <a:lstStyle/>
          <a:p>
            <a:endParaRPr lang="en-IN"/>
          </a:p>
        </p:txBody>
      </p:sp>
      <p:sp>
        <p:nvSpPr>
          <p:cNvPr id="7" name="Text 4"/>
          <p:cNvSpPr/>
          <p:nvPr/>
        </p:nvSpPr>
        <p:spPr>
          <a:xfrm>
            <a:off x="6553036" y="2088059"/>
            <a:ext cx="5130672"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Authority scores</a:t>
            </a:r>
            <a:endParaRPr lang="en-US" sz="1200" dirty="0"/>
          </a:p>
        </p:txBody>
      </p:sp>
      <p:sp>
        <p:nvSpPr>
          <p:cNvPr id="8" name="Text 5"/>
          <p:cNvSpPr/>
          <p:nvPr/>
        </p:nvSpPr>
        <p:spPr>
          <a:xfrm>
            <a:off x="6553036" y="2422029"/>
            <a:ext cx="4927477" cy="391120"/>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000000"/>
                </a:solidFill>
                <a:latin typeface="Space Grotesk" pitchFamily="34" charset="0"/>
                <a:ea typeface="Space Grotesk" pitchFamily="34" charset="-122"/>
                <a:cs typeface="Space Grotesk" pitchFamily="34" charset="-120"/>
              </a:rPr>
              <a:t>Moz Domain Authority 34, Page Authority 36, Semrush Authority Score 27: solid mid-tier authority over a domain age of 10 years and 266 days.</a:t>
            </a:r>
            <a:endParaRPr lang="en-US" sz="1100" dirty="0"/>
          </a:p>
        </p:txBody>
      </p:sp>
      <p:sp>
        <p:nvSpPr>
          <p:cNvPr id="9" name="Shape 6"/>
          <p:cNvSpPr/>
          <p:nvPr/>
        </p:nvSpPr>
        <p:spPr>
          <a:xfrm>
            <a:off x="6349841" y="3092450"/>
            <a:ext cx="5333867" cy="979091"/>
          </a:xfrm>
          <a:prstGeom prst="roundRect">
            <a:avLst>
              <a:gd name="adj" fmla="val 8716"/>
            </a:avLst>
          </a:prstGeom>
          <a:solidFill>
            <a:srgbClr val="F9B440"/>
          </a:solidFill>
          <a:ln/>
        </p:spPr>
        <p:txBody>
          <a:bodyPr/>
          <a:lstStyle/>
          <a:p>
            <a:endParaRPr lang="en-IN"/>
          </a:p>
        </p:txBody>
      </p:sp>
      <p:sp>
        <p:nvSpPr>
          <p:cNvPr id="10" name="Text 7"/>
          <p:cNvSpPr/>
          <p:nvPr/>
        </p:nvSpPr>
        <p:spPr>
          <a:xfrm>
            <a:off x="6553036" y="3219450"/>
            <a:ext cx="5130672"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Backlink quality profile</a:t>
            </a:r>
            <a:endParaRPr lang="en-US" sz="1200" dirty="0"/>
          </a:p>
        </p:txBody>
      </p:sp>
      <p:sp>
        <p:nvSpPr>
          <p:cNvPr id="11" name="Text 8"/>
          <p:cNvSpPr/>
          <p:nvPr/>
        </p:nvSpPr>
        <p:spPr>
          <a:xfrm>
            <a:off x="6553036" y="3553420"/>
            <a:ext cx="4927477" cy="391120"/>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000000"/>
                </a:solidFill>
                <a:latin typeface="Space Grotesk" pitchFamily="34" charset="0"/>
                <a:ea typeface="Space Grotesk" pitchFamily="34" charset="-122"/>
                <a:cs typeface="Space Grotesk" pitchFamily="34" charset="-120"/>
              </a:rPr>
              <a:t>97% of 3,650 backlinks (3,531) are quality links, with a minimal 1% spam score.</a:t>
            </a:r>
            <a:endParaRPr lang="en-US" sz="1100" dirty="0"/>
          </a:p>
        </p:txBody>
      </p:sp>
      <p:sp>
        <p:nvSpPr>
          <p:cNvPr id="12" name="Shape 9"/>
          <p:cNvSpPr/>
          <p:nvPr/>
        </p:nvSpPr>
        <p:spPr>
          <a:xfrm>
            <a:off x="6349841" y="4223841"/>
            <a:ext cx="5333867" cy="979091"/>
          </a:xfrm>
          <a:prstGeom prst="roundRect">
            <a:avLst>
              <a:gd name="adj" fmla="val 8716"/>
            </a:avLst>
          </a:prstGeom>
          <a:solidFill>
            <a:srgbClr val="FE829A"/>
          </a:solidFill>
          <a:ln/>
        </p:spPr>
        <p:txBody>
          <a:bodyPr/>
          <a:lstStyle/>
          <a:p>
            <a:endParaRPr lang="en-IN"/>
          </a:p>
        </p:txBody>
      </p:sp>
      <p:sp>
        <p:nvSpPr>
          <p:cNvPr id="13" name="Text 10"/>
          <p:cNvSpPr/>
          <p:nvPr/>
        </p:nvSpPr>
        <p:spPr>
          <a:xfrm>
            <a:off x="6553036" y="4350841"/>
            <a:ext cx="5130672"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Link type discrepancy</a:t>
            </a:r>
            <a:endParaRPr lang="en-US" sz="1200" dirty="0"/>
          </a:p>
        </p:txBody>
      </p:sp>
      <p:sp>
        <p:nvSpPr>
          <p:cNvPr id="14" name="Text 11"/>
          <p:cNvSpPr/>
          <p:nvPr/>
        </p:nvSpPr>
        <p:spPr>
          <a:xfrm>
            <a:off x="6553036" y="4684812"/>
            <a:ext cx="4927477" cy="391120"/>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000000"/>
                </a:solidFill>
                <a:latin typeface="Space Grotesk" pitchFamily="34" charset="0"/>
                <a:ea typeface="Space Grotesk" pitchFamily="34" charset="-122"/>
                <a:cs typeface="Space Grotesk" pitchFamily="34" charset="-120"/>
              </a:rPr>
              <a:t>Only 21% are DoFollow (pass link equity); 79% are NoFollow, the main area to optimize.</a:t>
            </a:r>
            <a:endParaRPr lang="en-US" sz="1100" dirty="0"/>
          </a:p>
        </p:txBody>
      </p:sp>
      <p:sp>
        <p:nvSpPr>
          <p:cNvPr id="16" name="Shape 9">
            <a:extLst>
              <a:ext uri="{FF2B5EF4-FFF2-40B4-BE49-F238E27FC236}">
                <a16:creationId xmlns:a16="http://schemas.microsoft.com/office/drawing/2014/main" id="{AA0A2234-5712-93E8-9735-3F359519D3FA}"/>
              </a:ext>
            </a:extLst>
          </p:cNvPr>
          <p:cNvSpPr/>
          <p:nvPr/>
        </p:nvSpPr>
        <p:spPr>
          <a:xfrm>
            <a:off x="6349844" y="1192306"/>
            <a:ext cx="5333867" cy="639894"/>
          </a:xfrm>
          <a:prstGeom prst="roundRect">
            <a:avLst>
              <a:gd name="adj" fmla="val 8716"/>
            </a:avLst>
          </a:prstGeom>
          <a:solidFill>
            <a:schemeClr val="accent4">
              <a:lumMod val="60000"/>
              <a:lumOff val="40000"/>
            </a:schemeClr>
          </a:solidFill>
          <a:ln/>
        </p:spPr>
        <p:txBody>
          <a:bodyPr/>
          <a:lstStyle/>
          <a:p>
            <a:r>
              <a:rPr lang="en-US" dirty="0">
                <a:solidFill>
                  <a:srgbClr val="000000"/>
                </a:solidFill>
                <a:latin typeface="Space Grotesk" pitchFamily="34" charset="0"/>
                <a:ea typeface="Space Grotesk" pitchFamily="34" charset="-122"/>
                <a:cs typeface="Space Grotesk" pitchFamily="34" charset="-120"/>
              </a:rPr>
              <a:t>Website authority report: oorjasolutions.org</a:t>
            </a:r>
            <a:endParaRPr lang="en-US" dirty="0"/>
          </a:p>
          <a:p>
            <a:endParaRPr lang="en-IN" dirty="0"/>
          </a:p>
        </p:txBody>
      </p:sp>
      <p:pic>
        <p:nvPicPr>
          <p:cNvPr id="17" name="Graphic 16" descr="Agriculture with solid fill">
            <a:extLst>
              <a:ext uri="{FF2B5EF4-FFF2-40B4-BE49-F238E27FC236}">
                <a16:creationId xmlns:a16="http://schemas.microsoft.com/office/drawing/2014/main" id="{F274E86E-DEA1-3800-E848-184F15791F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2092" y="4196"/>
            <a:ext cx="1102659" cy="10222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7987" y="312577"/>
            <a:ext cx="11175720" cy="319980"/>
          </a:xfrm>
          <a:prstGeom prst="rect">
            <a:avLst/>
          </a:prstGeom>
          <a:noFill/>
          <a:ln/>
        </p:spPr>
        <p:txBody>
          <a:bodyPr wrap="none" lIns="0" tIns="0" rIns="0" bIns="0" rtlCol="0" anchor="t"/>
          <a:lstStyle/>
          <a:p>
            <a:pPr marL="0" indent="0" algn="l">
              <a:lnSpc>
                <a:spcPct val="88000"/>
              </a:lnSpc>
              <a:buNone/>
            </a:pPr>
            <a:r>
              <a:rPr lang="en-US" sz="2400" b="1" dirty="0">
                <a:solidFill>
                  <a:srgbClr val="FB5022"/>
                </a:solidFill>
                <a:latin typeface="Fredoka Bold" pitchFamily="34" charset="0"/>
                <a:ea typeface="Fredoka Bold" pitchFamily="34" charset="-122"/>
                <a:cs typeface="Fredoka Bold" pitchFamily="34" charset="-120"/>
              </a:rPr>
              <a:t>Page rendering check</a:t>
            </a:r>
            <a:endParaRPr lang="en-US" sz="2400" dirty="0"/>
          </a:p>
        </p:txBody>
      </p:sp>
      <p:pic>
        <p:nvPicPr>
          <p:cNvPr id="3" name="Image 0" descr="preencoded.png"/>
          <p:cNvPicPr>
            <a:picLocks noChangeAspect="1"/>
          </p:cNvPicPr>
          <p:nvPr/>
        </p:nvPicPr>
        <p:blipFill>
          <a:blip r:embed="rId3"/>
          <a:stretch>
            <a:fillRect/>
          </a:stretch>
        </p:blipFill>
        <p:spPr>
          <a:xfrm>
            <a:off x="711182" y="811213"/>
            <a:ext cx="4135830" cy="4374356"/>
          </a:xfrm>
          <a:prstGeom prst="rect">
            <a:avLst/>
          </a:prstGeom>
        </p:spPr>
      </p:pic>
      <p:sp>
        <p:nvSpPr>
          <p:cNvPr id="4" name="Text 1"/>
          <p:cNvSpPr/>
          <p:nvPr/>
        </p:nvSpPr>
        <p:spPr>
          <a:xfrm>
            <a:off x="711182" y="5306219"/>
            <a:ext cx="4135830" cy="831850"/>
          </a:xfrm>
          <a:prstGeom prst="rect">
            <a:avLst/>
          </a:prstGeom>
          <a:noFill/>
          <a:ln/>
        </p:spPr>
        <p:txBody>
          <a:bodyPr wrap="square" lIns="0" tIns="0" rIns="0" bIns="0" rtlCol="0" anchor="t">
            <a:normAutofit/>
          </a:bodyPr>
          <a:lstStyle/>
          <a:p>
            <a:pPr marL="0" indent="0" algn="l">
              <a:lnSpc>
                <a:spcPct val="117000"/>
              </a:lnSpc>
              <a:spcAft>
                <a:spcPts val="900"/>
              </a:spcAft>
              <a:buNone/>
            </a:pPr>
            <a:r>
              <a:rPr lang="en-US" sz="1000" b="1" dirty="0">
                <a:solidFill>
                  <a:srgbClr val="000000"/>
                </a:solidFill>
                <a:latin typeface="Space Grotesk Bold" pitchFamily="34" charset="0"/>
                <a:ea typeface="Space Grotesk Bold" pitchFamily="34" charset="-122"/>
                <a:cs typeface="Space Grotesk Bold" pitchFamily="34" charset="-120"/>
              </a:rPr>
              <a:t>Please note</a:t>
            </a:r>
            <a:r>
              <a:rPr lang="en-US" sz="1000" dirty="0">
                <a:solidFill>
                  <a:srgbClr val="000000"/>
                </a:solidFill>
                <a:latin typeface="Space Grotesk" pitchFamily="34" charset="0"/>
                <a:ea typeface="Space Grotesk" pitchFamily="34" charset="-122"/>
                <a:cs typeface="Space Grotesk" pitchFamily="34" charset="-120"/>
              </a:rPr>
              <a:t>, the data presented is subject to change over time due to evolving metrics such as performance fluctuations, strategic adjustments, and external market dynamics</a:t>
            </a:r>
            <a:endParaRPr lang="en-US" sz="1000" dirty="0"/>
          </a:p>
          <a:p>
            <a:pPr marL="0" indent="0" algn="l">
              <a:lnSpc>
                <a:spcPct val="117000"/>
              </a:lnSpc>
              <a:buNone/>
            </a:pPr>
            <a:r>
              <a:rPr lang="en-US" sz="1000" b="1" dirty="0">
                <a:solidFill>
                  <a:srgbClr val="000000"/>
                </a:solidFill>
                <a:latin typeface="Space Grotesk Bold" pitchFamily="34" charset="0"/>
                <a:ea typeface="Space Grotesk Bold" pitchFamily="34" charset="-122"/>
                <a:cs typeface="Space Grotesk Bold" pitchFamily="34" charset="-120"/>
              </a:rPr>
              <a:t>Source:</a:t>
            </a:r>
            <a:r>
              <a:rPr lang="en-US" sz="1000" dirty="0">
                <a:solidFill>
                  <a:srgbClr val="000000"/>
                </a:solidFill>
                <a:latin typeface="Space Grotesk" pitchFamily="34" charset="0"/>
                <a:ea typeface="Space Grotesk" pitchFamily="34" charset="-122"/>
                <a:cs typeface="Space Grotesk" pitchFamily="34" charset="-120"/>
              </a:rPr>
              <a:t> </a:t>
            </a:r>
            <a:r>
              <a:rPr lang="en-US" sz="1000" b="1" dirty="0">
                <a:solidFill>
                  <a:srgbClr val="000000"/>
                </a:solidFill>
                <a:latin typeface="Space Grotesk Bold" pitchFamily="34" charset="0"/>
                <a:ea typeface="Space Grotesk Bold" pitchFamily="34" charset="-122"/>
                <a:cs typeface="Space Grotesk Bold" pitchFamily="34" charset="-120"/>
              </a:rPr>
              <a:t>SEOPTIMER</a:t>
            </a:r>
            <a:endParaRPr lang="en-US" sz="1000" dirty="0"/>
          </a:p>
        </p:txBody>
      </p:sp>
      <p:sp>
        <p:nvSpPr>
          <p:cNvPr id="5" name="Shape 2"/>
          <p:cNvSpPr/>
          <p:nvPr/>
        </p:nvSpPr>
        <p:spPr>
          <a:xfrm>
            <a:off x="5253402" y="811213"/>
            <a:ext cx="6430306" cy="979091"/>
          </a:xfrm>
          <a:prstGeom prst="roundRect">
            <a:avLst>
              <a:gd name="adj" fmla="val 8716"/>
            </a:avLst>
          </a:prstGeom>
          <a:solidFill>
            <a:srgbClr val="FE829A"/>
          </a:solidFill>
          <a:ln/>
        </p:spPr>
        <p:txBody>
          <a:bodyPr/>
          <a:lstStyle/>
          <a:p>
            <a:endParaRPr lang="en-IN"/>
          </a:p>
        </p:txBody>
      </p:sp>
      <p:sp>
        <p:nvSpPr>
          <p:cNvPr id="6" name="Text 3"/>
          <p:cNvSpPr/>
          <p:nvPr/>
        </p:nvSpPr>
        <p:spPr>
          <a:xfrm>
            <a:off x="5456597" y="938212"/>
            <a:ext cx="6227111"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Mobile phone viewport</a:t>
            </a:r>
            <a:endParaRPr lang="en-US" sz="1200" dirty="0"/>
          </a:p>
        </p:txBody>
      </p:sp>
      <p:sp>
        <p:nvSpPr>
          <p:cNvPr id="7" name="Text 4"/>
          <p:cNvSpPr/>
          <p:nvPr/>
        </p:nvSpPr>
        <p:spPr>
          <a:xfrm>
            <a:off x="5456597" y="1272183"/>
            <a:ext cx="6023916" cy="391120"/>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000000"/>
                </a:solidFill>
                <a:latin typeface="Space Grotesk" pitchFamily="34" charset="0"/>
                <a:ea typeface="Space Grotesk" pitchFamily="34" charset="-122"/>
                <a:cs typeface="Space Grotesk" pitchFamily="34" charset="-120"/>
              </a:rPr>
              <a:t>Layout scales cleanly; navigation collapses into a hamburger menu beside the OORJA logo.</a:t>
            </a:r>
            <a:endParaRPr lang="en-US" sz="1100" dirty="0"/>
          </a:p>
        </p:txBody>
      </p:sp>
      <p:sp>
        <p:nvSpPr>
          <p:cNvPr id="8" name="Shape 5"/>
          <p:cNvSpPr/>
          <p:nvPr/>
        </p:nvSpPr>
        <p:spPr>
          <a:xfrm>
            <a:off x="5253402" y="1942604"/>
            <a:ext cx="6430306" cy="979091"/>
          </a:xfrm>
          <a:prstGeom prst="roundRect">
            <a:avLst>
              <a:gd name="adj" fmla="val 8716"/>
            </a:avLst>
          </a:prstGeom>
          <a:solidFill>
            <a:srgbClr val="F9B440"/>
          </a:solidFill>
          <a:ln/>
        </p:spPr>
        <p:txBody>
          <a:bodyPr/>
          <a:lstStyle/>
          <a:p>
            <a:endParaRPr lang="en-IN"/>
          </a:p>
        </p:txBody>
      </p:sp>
      <p:sp>
        <p:nvSpPr>
          <p:cNvPr id="9" name="Text 6"/>
          <p:cNvSpPr/>
          <p:nvPr/>
        </p:nvSpPr>
        <p:spPr>
          <a:xfrm>
            <a:off x="5456597" y="2069604"/>
            <a:ext cx="6227111"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Tablet viewport</a:t>
            </a:r>
            <a:endParaRPr lang="en-US" sz="1200" dirty="0"/>
          </a:p>
        </p:txBody>
      </p:sp>
      <p:sp>
        <p:nvSpPr>
          <p:cNvPr id="10" name="Text 7"/>
          <p:cNvSpPr/>
          <p:nvPr/>
        </p:nvSpPr>
        <p:spPr>
          <a:xfrm>
            <a:off x="5456597" y="2403574"/>
            <a:ext cx="6227111" cy="195560"/>
          </a:xfrm>
          <a:prstGeom prst="rect">
            <a:avLst/>
          </a:prstGeom>
          <a:noFill/>
          <a:ln/>
        </p:spPr>
        <p:txBody>
          <a:bodyPr wrap="none" lIns="0" tIns="0" rIns="0" bIns="0" rtlCol="0" anchor="t"/>
          <a:lstStyle/>
          <a:p>
            <a:pPr marL="0" indent="0" algn="l">
              <a:lnSpc>
                <a:spcPct val="117000"/>
              </a:lnSpc>
              <a:buNone/>
            </a:pPr>
            <a:r>
              <a:rPr lang="en-US" sz="1100" dirty="0">
                <a:solidFill>
                  <a:srgbClr val="000000"/>
                </a:solidFill>
                <a:latin typeface="Space Grotesk" pitchFamily="34" charset="0"/>
                <a:ea typeface="Space Grotesk" pitchFamily="34" charset="-122"/>
                <a:cs typeface="Space Grotesk" pitchFamily="34" charset="-120"/>
              </a:rPr>
              <a:t>The header stretches wider, giving the social row whitespace and a wider hero image.</a:t>
            </a:r>
            <a:endParaRPr lang="en-US" sz="1100" dirty="0"/>
          </a:p>
        </p:txBody>
      </p:sp>
      <p:sp>
        <p:nvSpPr>
          <p:cNvPr id="11" name="Shape 8"/>
          <p:cNvSpPr/>
          <p:nvPr/>
        </p:nvSpPr>
        <p:spPr>
          <a:xfrm>
            <a:off x="5253402" y="3073995"/>
            <a:ext cx="6430306" cy="979091"/>
          </a:xfrm>
          <a:prstGeom prst="roundRect">
            <a:avLst>
              <a:gd name="adj" fmla="val 8716"/>
            </a:avLst>
          </a:prstGeom>
          <a:solidFill>
            <a:srgbClr val="FC9FA5"/>
          </a:solidFill>
          <a:ln/>
        </p:spPr>
        <p:txBody>
          <a:bodyPr/>
          <a:lstStyle/>
          <a:p>
            <a:endParaRPr lang="en-IN"/>
          </a:p>
        </p:txBody>
      </p:sp>
      <p:sp>
        <p:nvSpPr>
          <p:cNvPr id="12" name="Text 9"/>
          <p:cNvSpPr/>
          <p:nvPr/>
        </p:nvSpPr>
        <p:spPr>
          <a:xfrm>
            <a:off x="5456597" y="3200995"/>
            <a:ext cx="6227111"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Text readability over images</a:t>
            </a:r>
            <a:endParaRPr lang="en-US" sz="1200" dirty="0"/>
          </a:p>
        </p:txBody>
      </p:sp>
      <p:sp>
        <p:nvSpPr>
          <p:cNvPr id="13" name="Text 10"/>
          <p:cNvSpPr/>
          <p:nvPr/>
        </p:nvSpPr>
        <p:spPr>
          <a:xfrm>
            <a:off x="5456597" y="3534966"/>
            <a:ext cx="6227111" cy="195560"/>
          </a:xfrm>
          <a:prstGeom prst="rect">
            <a:avLst/>
          </a:prstGeom>
          <a:noFill/>
          <a:ln/>
        </p:spPr>
        <p:txBody>
          <a:bodyPr wrap="none" lIns="0" tIns="0" rIns="0" bIns="0" rtlCol="0" anchor="t"/>
          <a:lstStyle/>
          <a:p>
            <a:pPr marL="0" indent="0" algn="l">
              <a:lnSpc>
                <a:spcPct val="117000"/>
              </a:lnSpc>
              <a:buNone/>
            </a:pPr>
            <a:r>
              <a:rPr lang="en-US" sz="1100" dirty="0">
                <a:solidFill>
                  <a:srgbClr val="000000"/>
                </a:solidFill>
                <a:latin typeface="Space Grotesk" pitchFamily="34" charset="0"/>
                <a:ea typeface="Space Grotesk" pitchFamily="34" charset="-122"/>
                <a:cs typeface="Space Grotesk" pitchFamily="34" charset="-120"/>
              </a:rPr>
              <a:t>Add a semi-transparent dark tint or soft text shadow to meet WCAG 2.1 contrast.</a:t>
            </a:r>
            <a:endParaRPr lang="en-US" sz="1100" dirty="0"/>
          </a:p>
        </p:txBody>
      </p:sp>
      <p:sp>
        <p:nvSpPr>
          <p:cNvPr id="14" name="Shape 11"/>
          <p:cNvSpPr/>
          <p:nvPr/>
        </p:nvSpPr>
        <p:spPr>
          <a:xfrm>
            <a:off x="5253402" y="4205387"/>
            <a:ext cx="6430306" cy="979091"/>
          </a:xfrm>
          <a:prstGeom prst="roundRect">
            <a:avLst>
              <a:gd name="adj" fmla="val 8716"/>
            </a:avLst>
          </a:prstGeom>
          <a:solidFill>
            <a:srgbClr val="FE829A"/>
          </a:solidFill>
          <a:ln/>
        </p:spPr>
        <p:txBody>
          <a:bodyPr/>
          <a:lstStyle/>
          <a:p>
            <a:endParaRPr lang="en-IN"/>
          </a:p>
        </p:txBody>
      </p:sp>
      <p:sp>
        <p:nvSpPr>
          <p:cNvPr id="15" name="Text 12"/>
          <p:cNvSpPr/>
          <p:nvPr/>
        </p:nvSpPr>
        <p:spPr>
          <a:xfrm>
            <a:off x="5456597" y="4332387"/>
            <a:ext cx="6227111"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Mobile-first indexing</a:t>
            </a:r>
            <a:endParaRPr lang="en-US" sz="1200" dirty="0"/>
          </a:p>
        </p:txBody>
      </p:sp>
      <p:sp>
        <p:nvSpPr>
          <p:cNvPr id="16" name="Text 13"/>
          <p:cNvSpPr/>
          <p:nvPr/>
        </p:nvSpPr>
        <p:spPr>
          <a:xfrm>
            <a:off x="5456597" y="4666357"/>
            <a:ext cx="6227111" cy="195560"/>
          </a:xfrm>
          <a:prstGeom prst="rect">
            <a:avLst/>
          </a:prstGeom>
          <a:noFill/>
          <a:ln/>
        </p:spPr>
        <p:txBody>
          <a:bodyPr wrap="none" lIns="0" tIns="0" rIns="0" bIns="0" rtlCol="0" anchor="t"/>
          <a:lstStyle/>
          <a:p>
            <a:pPr marL="0" indent="0" algn="l">
              <a:lnSpc>
                <a:spcPct val="117000"/>
              </a:lnSpc>
              <a:buNone/>
            </a:pPr>
            <a:r>
              <a:rPr lang="en-US" sz="1100" dirty="0">
                <a:solidFill>
                  <a:srgbClr val="000000"/>
                </a:solidFill>
                <a:latin typeface="Space Grotesk" pitchFamily="34" charset="0"/>
                <a:ea typeface="Space Grotesk" pitchFamily="34" charset="-122"/>
                <a:cs typeface="Space Grotesk" pitchFamily="34" charset="-120"/>
              </a:rPr>
              <a:t>Hamburger menu content must match the desktop sitemap exactly.</a:t>
            </a:r>
            <a:endParaRPr lang="en-US" sz="1100" dirty="0"/>
          </a:p>
        </p:txBody>
      </p:sp>
      <p:sp>
        <p:nvSpPr>
          <p:cNvPr id="17" name="Shape 14"/>
          <p:cNvSpPr/>
          <p:nvPr/>
        </p:nvSpPr>
        <p:spPr>
          <a:xfrm>
            <a:off x="5253402" y="5336778"/>
            <a:ext cx="6430306" cy="979091"/>
          </a:xfrm>
          <a:prstGeom prst="roundRect">
            <a:avLst>
              <a:gd name="adj" fmla="val 8716"/>
            </a:avLst>
          </a:prstGeom>
          <a:solidFill>
            <a:srgbClr val="F9B440"/>
          </a:solidFill>
          <a:ln/>
        </p:spPr>
        <p:txBody>
          <a:bodyPr/>
          <a:lstStyle/>
          <a:p>
            <a:endParaRPr lang="en-IN"/>
          </a:p>
        </p:txBody>
      </p:sp>
      <p:sp>
        <p:nvSpPr>
          <p:cNvPr id="18" name="Text 15"/>
          <p:cNvSpPr/>
          <p:nvPr/>
        </p:nvSpPr>
        <p:spPr>
          <a:xfrm>
            <a:off x="5456597" y="5463778"/>
            <a:ext cx="6227111"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Footer links</a:t>
            </a:r>
            <a:endParaRPr lang="en-US" sz="1200" dirty="0"/>
          </a:p>
        </p:txBody>
      </p:sp>
      <p:sp>
        <p:nvSpPr>
          <p:cNvPr id="19" name="Text 16"/>
          <p:cNvSpPr/>
          <p:nvPr/>
        </p:nvSpPr>
        <p:spPr>
          <a:xfrm>
            <a:off x="5456597" y="5797748"/>
            <a:ext cx="6227111" cy="195560"/>
          </a:xfrm>
          <a:prstGeom prst="rect">
            <a:avLst/>
          </a:prstGeom>
          <a:noFill/>
          <a:ln/>
        </p:spPr>
        <p:txBody>
          <a:bodyPr wrap="none" lIns="0" tIns="0" rIns="0" bIns="0" rtlCol="0" anchor="t"/>
          <a:lstStyle/>
          <a:p>
            <a:pPr marL="0" indent="0" algn="l">
              <a:lnSpc>
                <a:spcPct val="117000"/>
              </a:lnSpc>
              <a:buNone/>
            </a:pPr>
            <a:r>
              <a:rPr lang="en-US" sz="1100" dirty="0">
                <a:solidFill>
                  <a:srgbClr val="000000"/>
                </a:solidFill>
                <a:latin typeface="Space Grotesk" pitchFamily="34" charset="0"/>
                <a:ea typeface="Space Grotesk" pitchFamily="34" charset="-122"/>
                <a:cs typeface="Space Grotesk" pitchFamily="34" charset="-120"/>
              </a:rPr>
              <a:t>Secondary footer links should not disappear on mobile breakpoints.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7987" y="277283"/>
            <a:ext cx="6349841" cy="293291"/>
          </a:xfrm>
          <a:prstGeom prst="rect">
            <a:avLst/>
          </a:prstGeom>
          <a:noFill/>
          <a:ln/>
        </p:spPr>
        <p:txBody>
          <a:bodyPr wrap="none" lIns="0" tIns="0" rIns="0" bIns="0" rtlCol="0" anchor="t"/>
          <a:lstStyle/>
          <a:p>
            <a:pPr marL="0" indent="0" algn="l">
              <a:lnSpc>
                <a:spcPct val="88000"/>
              </a:lnSpc>
              <a:buNone/>
            </a:pPr>
            <a:r>
              <a:rPr lang="en-US" sz="2200" b="1" dirty="0">
                <a:solidFill>
                  <a:srgbClr val="FB5022"/>
                </a:solidFill>
                <a:latin typeface="Fredoka Bold" pitchFamily="34" charset="0"/>
                <a:ea typeface="Fredoka Bold" pitchFamily="34" charset="-122"/>
                <a:cs typeface="Fredoka Bold" pitchFamily="34" charset="-120"/>
              </a:rPr>
              <a:t>Page speed check: mobile</a:t>
            </a:r>
            <a:endParaRPr lang="en-US" sz="2200" dirty="0"/>
          </a:p>
        </p:txBody>
      </p:sp>
      <p:pic>
        <p:nvPicPr>
          <p:cNvPr id="3" name="Image 0" descr="preencoded.png"/>
          <p:cNvPicPr>
            <a:picLocks noChangeAspect="1"/>
          </p:cNvPicPr>
          <p:nvPr/>
        </p:nvPicPr>
        <p:blipFill>
          <a:blip r:embed="rId3"/>
          <a:stretch>
            <a:fillRect/>
          </a:stretch>
        </p:blipFill>
        <p:spPr>
          <a:xfrm>
            <a:off x="507987" y="547291"/>
            <a:ext cx="6349841" cy="5028009"/>
          </a:xfrm>
          <a:prstGeom prst="rect">
            <a:avLst/>
          </a:prstGeom>
        </p:spPr>
      </p:pic>
      <p:sp>
        <p:nvSpPr>
          <p:cNvPr id="4" name="Text 1"/>
          <p:cNvSpPr/>
          <p:nvPr/>
        </p:nvSpPr>
        <p:spPr>
          <a:xfrm>
            <a:off x="507987" y="5759450"/>
            <a:ext cx="6349841" cy="717550"/>
          </a:xfrm>
          <a:prstGeom prst="rect">
            <a:avLst/>
          </a:prstGeom>
          <a:noFill/>
          <a:ln/>
        </p:spPr>
        <p:txBody>
          <a:bodyPr wrap="square" lIns="0" tIns="0" rIns="0" bIns="0" rtlCol="0" anchor="t">
            <a:normAutofit/>
          </a:bodyPr>
          <a:lstStyle/>
          <a:p>
            <a:pPr marL="0" indent="0" algn="l">
              <a:lnSpc>
                <a:spcPct val="117000"/>
              </a:lnSpc>
              <a:spcAft>
                <a:spcPts val="1400"/>
              </a:spcAft>
              <a:buNone/>
            </a:pPr>
            <a:r>
              <a:rPr lang="en-US" sz="1000" b="1" dirty="0">
                <a:solidFill>
                  <a:srgbClr val="000000"/>
                </a:solidFill>
                <a:latin typeface="Space Grotesk Bold" pitchFamily="34" charset="0"/>
                <a:ea typeface="Space Grotesk Bold" pitchFamily="34" charset="-122"/>
                <a:cs typeface="Space Grotesk Bold" pitchFamily="34" charset="-120"/>
              </a:rPr>
              <a:t>Please note</a:t>
            </a:r>
            <a:r>
              <a:rPr lang="en-US" sz="1000" dirty="0">
                <a:solidFill>
                  <a:srgbClr val="000000"/>
                </a:solidFill>
                <a:latin typeface="Space Grotesk" pitchFamily="34" charset="0"/>
                <a:ea typeface="Space Grotesk" pitchFamily="34" charset="-122"/>
                <a:cs typeface="Space Grotesk" pitchFamily="34" charset="-120"/>
              </a:rPr>
              <a:t>, the data presented is subject to change over time due to evolving metrics such as performance fluctuations, strategic adjustments, and external market dynamics</a:t>
            </a:r>
            <a:endParaRPr lang="en-US" sz="1000" dirty="0"/>
          </a:p>
          <a:p>
            <a:pPr marL="0" indent="0" algn="l">
              <a:lnSpc>
                <a:spcPct val="117000"/>
              </a:lnSpc>
              <a:buNone/>
            </a:pPr>
            <a:r>
              <a:rPr lang="en-US" sz="1000" b="1" dirty="0">
                <a:solidFill>
                  <a:srgbClr val="000000"/>
                </a:solidFill>
                <a:latin typeface="Space Grotesk Bold" pitchFamily="34" charset="0"/>
                <a:ea typeface="Space Grotesk Bold" pitchFamily="34" charset="-122"/>
                <a:cs typeface="Space Grotesk Bold" pitchFamily="34" charset="-120"/>
              </a:rPr>
              <a:t>Source:</a:t>
            </a:r>
            <a:r>
              <a:rPr lang="en-US" sz="1000" dirty="0">
                <a:solidFill>
                  <a:srgbClr val="000000"/>
                </a:solidFill>
                <a:latin typeface="Space Grotesk" pitchFamily="34" charset="0"/>
                <a:ea typeface="Space Grotesk" pitchFamily="34" charset="-122"/>
                <a:cs typeface="Space Grotesk" pitchFamily="34" charset="-120"/>
              </a:rPr>
              <a:t> </a:t>
            </a:r>
            <a:r>
              <a:rPr lang="en-US" sz="1000" b="1" dirty="0">
                <a:solidFill>
                  <a:srgbClr val="000000"/>
                </a:solidFill>
                <a:latin typeface="Space Grotesk Bold" pitchFamily="34" charset="0"/>
                <a:ea typeface="Space Grotesk Bold" pitchFamily="34" charset="-122"/>
                <a:cs typeface="Space Grotesk Bold" pitchFamily="34" charset="-120"/>
              </a:rPr>
              <a:t>Page Insights</a:t>
            </a:r>
            <a:endParaRPr lang="en-US" sz="1000" dirty="0"/>
          </a:p>
        </p:txBody>
      </p:sp>
      <p:sp>
        <p:nvSpPr>
          <p:cNvPr id="5" name="Text 2"/>
          <p:cNvSpPr/>
          <p:nvPr/>
        </p:nvSpPr>
        <p:spPr>
          <a:xfrm>
            <a:off x="7315017" y="1385788"/>
            <a:ext cx="4876678"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Insights</a:t>
            </a:r>
            <a:endParaRPr lang="en-US" sz="1200" dirty="0"/>
          </a:p>
        </p:txBody>
      </p:sp>
      <p:sp>
        <p:nvSpPr>
          <p:cNvPr id="6" name="Shape 3"/>
          <p:cNvSpPr/>
          <p:nvPr/>
        </p:nvSpPr>
        <p:spPr>
          <a:xfrm>
            <a:off x="7315017" y="1783259"/>
            <a:ext cx="4495588" cy="824210"/>
          </a:xfrm>
          <a:prstGeom prst="roundRect">
            <a:avLst>
              <a:gd name="adj" fmla="val 10354"/>
            </a:avLst>
          </a:prstGeom>
          <a:solidFill>
            <a:srgbClr val="FE829A"/>
          </a:solidFill>
          <a:ln/>
        </p:spPr>
        <p:txBody>
          <a:bodyPr/>
          <a:lstStyle/>
          <a:p>
            <a:endParaRPr lang="en-IN"/>
          </a:p>
        </p:txBody>
      </p:sp>
      <p:sp>
        <p:nvSpPr>
          <p:cNvPr id="7" name="Text 4"/>
          <p:cNvSpPr/>
          <p:nvPr/>
        </p:nvSpPr>
        <p:spPr>
          <a:xfrm>
            <a:off x="7442014" y="1859459"/>
            <a:ext cx="4368591" cy="195560"/>
          </a:xfrm>
          <a:prstGeom prst="rect">
            <a:avLst/>
          </a:prstGeom>
          <a:noFill/>
          <a:ln/>
        </p:spPr>
        <p:txBody>
          <a:bodyPr wrap="none" lIns="0" tIns="0" rIns="0" bIns="0" rtlCol="0" anchor="t"/>
          <a:lstStyle/>
          <a:p>
            <a:pPr marL="0" indent="0" algn="l">
              <a:lnSpc>
                <a:spcPct val="117000"/>
              </a:lnSpc>
              <a:buNone/>
            </a:pPr>
            <a:r>
              <a:rPr lang="en-US" sz="1100" b="1" dirty="0">
                <a:solidFill>
                  <a:srgbClr val="000000"/>
                </a:solidFill>
                <a:latin typeface="Space Grotesk Bold" pitchFamily="34" charset="0"/>
                <a:ea typeface="Space Grotesk Bold" pitchFamily="34" charset="-122"/>
                <a:cs typeface="Space Grotesk Bold" pitchFamily="34" charset="-120"/>
              </a:rPr>
              <a:t>Top-tier optimization</a:t>
            </a:r>
            <a:endParaRPr lang="en-US" sz="1100" dirty="0"/>
          </a:p>
        </p:txBody>
      </p:sp>
      <p:sp>
        <p:nvSpPr>
          <p:cNvPr id="8" name="Text 5"/>
          <p:cNvSpPr/>
          <p:nvPr/>
        </p:nvSpPr>
        <p:spPr>
          <a:xfrm>
            <a:off x="7442014" y="2175669"/>
            <a:ext cx="4241595" cy="355600"/>
          </a:xfrm>
          <a:prstGeom prst="rect">
            <a:avLst/>
          </a:prstGeom>
          <a:noFill/>
          <a:ln/>
        </p:spPr>
        <p:txBody>
          <a:bodyPr wrap="square" lIns="0" tIns="0" rIns="0" bIns="0" rtlCol="0" anchor="t">
            <a:normAutofit/>
          </a:bodyPr>
          <a:lstStyle/>
          <a:p>
            <a:pPr marL="0" indent="0" algn="l">
              <a:lnSpc>
                <a:spcPct val="117000"/>
              </a:lnSpc>
              <a:buNone/>
            </a:pPr>
            <a:r>
              <a:rPr lang="en-US" sz="1000" dirty="0">
                <a:solidFill>
                  <a:srgbClr val="000000"/>
                </a:solidFill>
                <a:latin typeface="Space Grotesk" pitchFamily="34" charset="0"/>
                <a:ea typeface="Space Grotesk" pitchFamily="34" charset="-122"/>
                <a:cs typeface="Space Grotesk" pitchFamily="34" charset="-120"/>
              </a:rPr>
              <a:t>Perfect 100/100 for SEO and Best Practices, and a strong 89 for Accessibility.</a:t>
            </a:r>
            <a:endParaRPr lang="en-US" sz="1000" dirty="0"/>
          </a:p>
        </p:txBody>
      </p:sp>
      <p:sp>
        <p:nvSpPr>
          <p:cNvPr id="9" name="Shape 6"/>
          <p:cNvSpPr/>
          <p:nvPr/>
        </p:nvSpPr>
        <p:spPr>
          <a:xfrm>
            <a:off x="7315017" y="2759770"/>
            <a:ext cx="4495588" cy="646410"/>
          </a:xfrm>
          <a:prstGeom prst="roundRect">
            <a:avLst>
              <a:gd name="adj" fmla="val 13202"/>
            </a:avLst>
          </a:prstGeom>
          <a:solidFill>
            <a:srgbClr val="F9B440"/>
          </a:solidFill>
          <a:ln/>
        </p:spPr>
        <p:txBody>
          <a:bodyPr/>
          <a:lstStyle/>
          <a:p>
            <a:endParaRPr lang="en-IN"/>
          </a:p>
        </p:txBody>
      </p:sp>
      <p:sp>
        <p:nvSpPr>
          <p:cNvPr id="10" name="Text 7"/>
          <p:cNvSpPr/>
          <p:nvPr/>
        </p:nvSpPr>
        <p:spPr>
          <a:xfrm>
            <a:off x="7442014" y="2835970"/>
            <a:ext cx="4368591" cy="195560"/>
          </a:xfrm>
          <a:prstGeom prst="rect">
            <a:avLst/>
          </a:prstGeom>
          <a:noFill/>
          <a:ln/>
        </p:spPr>
        <p:txBody>
          <a:bodyPr wrap="none" lIns="0" tIns="0" rIns="0" bIns="0" rtlCol="0" anchor="t"/>
          <a:lstStyle/>
          <a:p>
            <a:pPr marL="0" indent="0" algn="l">
              <a:lnSpc>
                <a:spcPct val="117000"/>
              </a:lnSpc>
              <a:buNone/>
            </a:pPr>
            <a:r>
              <a:rPr lang="en-US" sz="1100" b="1" dirty="0">
                <a:solidFill>
                  <a:srgbClr val="000000"/>
                </a:solidFill>
                <a:latin typeface="Space Grotesk Bold" pitchFamily="34" charset="0"/>
                <a:ea typeface="Space Grotesk Bold" pitchFamily="34" charset="-122"/>
                <a:cs typeface="Space Grotesk Bold" pitchFamily="34" charset="-120"/>
              </a:rPr>
              <a:t>Performance bottleneck</a:t>
            </a:r>
            <a:endParaRPr lang="en-US" sz="1100" dirty="0"/>
          </a:p>
        </p:txBody>
      </p:sp>
      <p:sp>
        <p:nvSpPr>
          <p:cNvPr id="11" name="Text 8"/>
          <p:cNvSpPr/>
          <p:nvPr/>
        </p:nvSpPr>
        <p:spPr>
          <a:xfrm>
            <a:off x="7442014" y="3152180"/>
            <a:ext cx="4368591" cy="177800"/>
          </a:xfrm>
          <a:prstGeom prst="rect">
            <a:avLst/>
          </a:prstGeom>
          <a:noFill/>
          <a:ln/>
        </p:spPr>
        <p:txBody>
          <a:bodyPr wrap="none" lIns="0" tIns="0" rIns="0" bIns="0" rtlCol="0" anchor="t"/>
          <a:lstStyle/>
          <a:p>
            <a:pPr marL="0" indent="0" algn="l">
              <a:lnSpc>
                <a:spcPct val="117000"/>
              </a:lnSpc>
              <a:buNone/>
            </a:pPr>
            <a:r>
              <a:rPr lang="en-US" sz="1000" dirty="0">
                <a:solidFill>
                  <a:srgbClr val="000000"/>
                </a:solidFill>
                <a:latin typeface="Space Grotesk" pitchFamily="34" charset="0"/>
                <a:ea typeface="Space Grotesk" pitchFamily="34" charset="-122"/>
                <a:cs typeface="Space Grotesk" pitchFamily="34" charset="-120"/>
              </a:rPr>
              <a:t>Overall Performance drops to 63 because of critical loading delays.</a:t>
            </a:r>
            <a:endParaRPr lang="en-US" sz="1000" dirty="0"/>
          </a:p>
        </p:txBody>
      </p:sp>
      <p:sp>
        <p:nvSpPr>
          <p:cNvPr id="12" name="Shape 9"/>
          <p:cNvSpPr/>
          <p:nvPr/>
        </p:nvSpPr>
        <p:spPr>
          <a:xfrm>
            <a:off x="7315017" y="3558480"/>
            <a:ext cx="4495588" cy="824210"/>
          </a:xfrm>
          <a:prstGeom prst="roundRect">
            <a:avLst>
              <a:gd name="adj" fmla="val 10354"/>
            </a:avLst>
          </a:prstGeom>
          <a:solidFill>
            <a:srgbClr val="FC9FA5"/>
          </a:solidFill>
          <a:ln/>
        </p:spPr>
        <p:txBody>
          <a:bodyPr/>
          <a:lstStyle/>
          <a:p>
            <a:endParaRPr lang="en-IN"/>
          </a:p>
        </p:txBody>
      </p:sp>
      <p:sp>
        <p:nvSpPr>
          <p:cNvPr id="13" name="Text 10"/>
          <p:cNvSpPr/>
          <p:nvPr/>
        </p:nvSpPr>
        <p:spPr>
          <a:xfrm>
            <a:off x="7442014" y="3634680"/>
            <a:ext cx="4368591" cy="195560"/>
          </a:xfrm>
          <a:prstGeom prst="rect">
            <a:avLst/>
          </a:prstGeom>
          <a:noFill/>
          <a:ln/>
        </p:spPr>
        <p:txBody>
          <a:bodyPr wrap="none" lIns="0" tIns="0" rIns="0" bIns="0" rtlCol="0" anchor="t"/>
          <a:lstStyle/>
          <a:p>
            <a:pPr marL="0" indent="0" algn="l">
              <a:lnSpc>
                <a:spcPct val="117000"/>
              </a:lnSpc>
              <a:buNone/>
            </a:pPr>
            <a:r>
              <a:rPr lang="en-US" sz="1100" b="1" dirty="0">
                <a:solidFill>
                  <a:srgbClr val="000000"/>
                </a:solidFill>
                <a:latin typeface="Space Grotesk Bold" pitchFamily="34" charset="0"/>
                <a:ea typeface="Space Grotesk Bold" pitchFamily="34" charset="-122"/>
                <a:cs typeface="Space Grotesk Bold" pitchFamily="34" charset="-120"/>
              </a:rPr>
              <a:t>Severe loading delay</a:t>
            </a:r>
            <a:endParaRPr lang="en-US" sz="1100" dirty="0"/>
          </a:p>
        </p:txBody>
      </p:sp>
      <p:sp>
        <p:nvSpPr>
          <p:cNvPr id="14" name="Text 11"/>
          <p:cNvSpPr/>
          <p:nvPr/>
        </p:nvSpPr>
        <p:spPr>
          <a:xfrm>
            <a:off x="7442014" y="3950891"/>
            <a:ext cx="4241595" cy="355600"/>
          </a:xfrm>
          <a:prstGeom prst="rect">
            <a:avLst/>
          </a:prstGeom>
          <a:noFill/>
          <a:ln/>
        </p:spPr>
        <p:txBody>
          <a:bodyPr wrap="square" lIns="0" tIns="0" rIns="0" bIns="0" rtlCol="0" anchor="t">
            <a:normAutofit/>
          </a:bodyPr>
          <a:lstStyle/>
          <a:p>
            <a:pPr marL="0" indent="0" algn="l">
              <a:lnSpc>
                <a:spcPct val="117000"/>
              </a:lnSpc>
              <a:buNone/>
            </a:pPr>
            <a:r>
              <a:rPr lang="en-US" sz="1000" dirty="0">
                <a:solidFill>
                  <a:srgbClr val="000000"/>
                </a:solidFill>
                <a:latin typeface="Space Grotesk" pitchFamily="34" charset="0"/>
                <a:ea typeface="Space Grotesk" pitchFamily="34" charset="-122"/>
                <a:cs typeface="Space Grotesk" pitchFamily="34" charset="-120"/>
              </a:rPr>
              <a:t>Largest Contentful Paint takes 86.3 seconds, so the hero image shows far too late on mobile.</a:t>
            </a:r>
            <a:endParaRPr lang="en-US" sz="1000" dirty="0"/>
          </a:p>
        </p:txBody>
      </p:sp>
      <p:sp>
        <p:nvSpPr>
          <p:cNvPr id="15" name="Shape 12"/>
          <p:cNvSpPr/>
          <p:nvPr/>
        </p:nvSpPr>
        <p:spPr>
          <a:xfrm>
            <a:off x="7315017" y="4534991"/>
            <a:ext cx="4495588" cy="646410"/>
          </a:xfrm>
          <a:prstGeom prst="roundRect">
            <a:avLst>
              <a:gd name="adj" fmla="val 13202"/>
            </a:avLst>
          </a:prstGeom>
          <a:solidFill>
            <a:srgbClr val="FE829A"/>
          </a:solidFill>
          <a:ln/>
        </p:spPr>
        <p:txBody>
          <a:bodyPr/>
          <a:lstStyle/>
          <a:p>
            <a:endParaRPr lang="en-IN"/>
          </a:p>
        </p:txBody>
      </p:sp>
      <p:sp>
        <p:nvSpPr>
          <p:cNvPr id="16" name="Text 13"/>
          <p:cNvSpPr/>
          <p:nvPr/>
        </p:nvSpPr>
        <p:spPr>
          <a:xfrm>
            <a:off x="7442014" y="4611191"/>
            <a:ext cx="4368591" cy="195560"/>
          </a:xfrm>
          <a:prstGeom prst="rect">
            <a:avLst/>
          </a:prstGeom>
          <a:noFill/>
          <a:ln/>
        </p:spPr>
        <p:txBody>
          <a:bodyPr wrap="none" lIns="0" tIns="0" rIns="0" bIns="0" rtlCol="0" anchor="t"/>
          <a:lstStyle/>
          <a:p>
            <a:pPr marL="0" indent="0" algn="l">
              <a:lnSpc>
                <a:spcPct val="117000"/>
              </a:lnSpc>
              <a:buNone/>
            </a:pPr>
            <a:r>
              <a:rPr lang="en-US" sz="1100" b="1" dirty="0">
                <a:solidFill>
                  <a:srgbClr val="000000"/>
                </a:solidFill>
                <a:latin typeface="Space Grotesk Bold" pitchFamily="34" charset="0"/>
                <a:ea typeface="Space Grotesk Bold" pitchFamily="34" charset="-122"/>
                <a:cs typeface="Space Grotesk Bold" pitchFamily="34" charset="-120"/>
              </a:rPr>
              <a:t>Slow visual setup</a:t>
            </a:r>
            <a:endParaRPr lang="en-US" sz="1100" dirty="0"/>
          </a:p>
        </p:txBody>
      </p:sp>
      <p:sp>
        <p:nvSpPr>
          <p:cNvPr id="17" name="Text 14"/>
          <p:cNvSpPr/>
          <p:nvPr/>
        </p:nvSpPr>
        <p:spPr>
          <a:xfrm>
            <a:off x="7442014" y="4927402"/>
            <a:ext cx="4368591" cy="177800"/>
          </a:xfrm>
          <a:prstGeom prst="rect">
            <a:avLst/>
          </a:prstGeom>
          <a:noFill/>
          <a:ln/>
        </p:spPr>
        <p:txBody>
          <a:bodyPr wrap="none" lIns="0" tIns="0" rIns="0" bIns="0" rtlCol="0" anchor="t"/>
          <a:lstStyle/>
          <a:p>
            <a:pPr marL="0" indent="0" algn="l">
              <a:lnSpc>
                <a:spcPct val="117000"/>
              </a:lnSpc>
              <a:buNone/>
            </a:pPr>
            <a:r>
              <a:rPr lang="en-US" sz="1000" dirty="0">
                <a:solidFill>
                  <a:srgbClr val="000000"/>
                </a:solidFill>
                <a:latin typeface="Space Grotesk" pitchFamily="34" charset="0"/>
                <a:ea typeface="Space Grotesk" pitchFamily="34" charset="-122"/>
                <a:cs typeface="Space Grotesk" pitchFamily="34" charset="-120"/>
              </a:rPr>
              <a:t>Speed Index is high at 15.6 seconds, delaying a fully populated page.</a:t>
            </a:r>
            <a:endParaRPr lang="en-US" sz="1000" dirty="0"/>
          </a:p>
        </p:txBody>
      </p:sp>
      <p:sp>
        <p:nvSpPr>
          <p:cNvPr id="18" name="Shape 15"/>
          <p:cNvSpPr/>
          <p:nvPr/>
        </p:nvSpPr>
        <p:spPr>
          <a:xfrm>
            <a:off x="7315017" y="5333702"/>
            <a:ext cx="4495588" cy="646410"/>
          </a:xfrm>
          <a:prstGeom prst="roundRect">
            <a:avLst>
              <a:gd name="adj" fmla="val 13202"/>
            </a:avLst>
          </a:prstGeom>
          <a:solidFill>
            <a:srgbClr val="F9B440"/>
          </a:solidFill>
          <a:ln/>
        </p:spPr>
        <p:txBody>
          <a:bodyPr/>
          <a:lstStyle/>
          <a:p>
            <a:endParaRPr lang="en-IN"/>
          </a:p>
        </p:txBody>
      </p:sp>
      <p:sp>
        <p:nvSpPr>
          <p:cNvPr id="19" name="Text 16"/>
          <p:cNvSpPr/>
          <p:nvPr/>
        </p:nvSpPr>
        <p:spPr>
          <a:xfrm>
            <a:off x="7442014" y="5409902"/>
            <a:ext cx="4368591" cy="195560"/>
          </a:xfrm>
          <a:prstGeom prst="rect">
            <a:avLst/>
          </a:prstGeom>
          <a:noFill/>
          <a:ln/>
        </p:spPr>
        <p:txBody>
          <a:bodyPr wrap="none" lIns="0" tIns="0" rIns="0" bIns="0" rtlCol="0" anchor="t"/>
          <a:lstStyle/>
          <a:p>
            <a:pPr marL="0" indent="0" algn="l">
              <a:lnSpc>
                <a:spcPct val="117000"/>
              </a:lnSpc>
              <a:buNone/>
            </a:pPr>
            <a:r>
              <a:rPr lang="en-US" sz="1100" b="1" dirty="0">
                <a:solidFill>
                  <a:srgbClr val="000000"/>
                </a:solidFill>
                <a:latin typeface="Space Grotesk Bold" pitchFamily="34" charset="0"/>
                <a:ea typeface="Space Grotesk Bold" pitchFamily="34" charset="-122"/>
                <a:cs typeface="Space Grotesk Bold" pitchFamily="34" charset="-120"/>
              </a:rPr>
              <a:t>Stable layout</a:t>
            </a:r>
            <a:endParaRPr lang="en-US" sz="1100" dirty="0"/>
          </a:p>
        </p:txBody>
      </p:sp>
      <p:sp>
        <p:nvSpPr>
          <p:cNvPr id="20" name="Text 17"/>
          <p:cNvSpPr/>
          <p:nvPr/>
        </p:nvSpPr>
        <p:spPr>
          <a:xfrm>
            <a:off x="7442014" y="5726113"/>
            <a:ext cx="4368591" cy="177800"/>
          </a:xfrm>
          <a:prstGeom prst="rect">
            <a:avLst/>
          </a:prstGeom>
          <a:noFill/>
          <a:ln/>
        </p:spPr>
        <p:txBody>
          <a:bodyPr wrap="none" lIns="0" tIns="0" rIns="0" bIns="0" rtlCol="0" anchor="t"/>
          <a:lstStyle/>
          <a:p>
            <a:pPr marL="0" indent="0" algn="l">
              <a:lnSpc>
                <a:spcPct val="117000"/>
              </a:lnSpc>
              <a:buNone/>
            </a:pPr>
            <a:r>
              <a:rPr lang="en-US" sz="1000" dirty="0">
                <a:solidFill>
                  <a:srgbClr val="000000"/>
                </a:solidFill>
                <a:latin typeface="Space Grotesk" pitchFamily="34" charset="0"/>
                <a:ea typeface="Space Grotesk" pitchFamily="34" charset="-122"/>
                <a:cs typeface="Space Grotesk" pitchFamily="34" charset="-120"/>
              </a:rPr>
              <a:t>Cumulative Layout Shift is a perfect 0; nothing jumps while loading.</a:t>
            </a:r>
            <a:endParaRPr lang="en-US" sz="1000" dirty="0"/>
          </a:p>
        </p:txBody>
      </p:sp>
      <p:pic>
        <p:nvPicPr>
          <p:cNvPr id="22" name="Graphic 21" descr="Agriculture with solid fill">
            <a:extLst>
              <a:ext uri="{FF2B5EF4-FFF2-40B4-BE49-F238E27FC236}">
                <a16:creationId xmlns:a16="http://schemas.microsoft.com/office/drawing/2014/main" id="{AF773A6E-83E1-9711-1537-64FB367D6F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2092" y="4196"/>
            <a:ext cx="1102659" cy="102226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7987" y="277283"/>
            <a:ext cx="6349841" cy="293291"/>
          </a:xfrm>
          <a:prstGeom prst="rect">
            <a:avLst/>
          </a:prstGeom>
          <a:noFill/>
          <a:ln/>
        </p:spPr>
        <p:txBody>
          <a:bodyPr wrap="none" lIns="0" tIns="0" rIns="0" bIns="0" rtlCol="0" anchor="t"/>
          <a:lstStyle/>
          <a:p>
            <a:pPr marL="0" indent="0" algn="l">
              <a:lnSpc>
                <a:spcPct val="88000"/>
              </a:lnSpc>
              <a:buNone/>
            </a:pPr>
            <a:r>
              <a:rPr lang="en-US" sz="2200" b="1" dirty="0">
                <a:solidFill>
                  <a:srgbClr val="FB5022"/>
                </a:solidFill>
                <a:latin typeface="Fredoka Bold" pitchFamily="34" charset="0"/>
                <a:ea typeface="Fredoka Bold" pitchFamily="34" charset="-122"/>
                <a:cs typeface="Fredoka Bold" pitchFamily="34" charset="-120"/>
              </a:rPr>
              <a:t>Page speed check: desktop</a:t>
            </a:r>
            <a:endParaRPr lang="en-US" sz="2200" dirty="0"/>
          </a:p>
        </p:txBody>
      </p:sp>
      <p:pic>
        <p:nvPicPr>
          <p:cNvPr id="3" name="Image 0" descr="preencoded.png"/>
          <p:cNvPicPr>
            <a:picLocks noChangeAspect="1"/>
          </p:cNvPicPr>
          <p:nvPr/>
        </p:nvPicPr>
        <p:blipFill>
          <a:blip r:embed="rId3"/>
          <a:stretch>
            <a:fillRect/>
          </a:stretch>
        </p:blipFill>
        <p:spPr>
          <a:xfrm>
            <a:off x="507987" y="547291"/>
            <a:ext cx="6349841" cy="5028009"/>
          </a:xfrm>
          <a:prstGeom prst="rect">
            <a:avLst/>
          </a:prstGeom>
        </p:spPr>
      </p:pic>
      <p:sp>
        <p:nvSpPr>
          <p:cNvPr id="4" name="Text 1"/>
          <p:cNvSpPr/>
          <p:nvPr/>
        </p:nvSpPr>
        <p:spPr>
          <a:xfrm>
            <a:off x="507987" y="5759450"/>
            <a:ext cx="6349841" cy="717550"/>
          </a:xfrm>
          <a:prstGeom prst="rect">
            <a:avLst/>
          </a:prstGeom>
          <a:noFill/>
          <a:ln/>
        </p:spPr>
        <p:txBody>
          <a:bodyPr wrap="square" lIns="0" tIns="0" rIns="0" bIns="0" rtlCol="0" anchor="t">
            <a:normAutofit/>
          </a:bodyPr>
          <a:lstStyle/>
          <a:p>
            <a:pPr marL="0" indent="0" algn="l">
              <a:lnSpc>
                <a:spcPct val="117000"/>
              </a:lnSpc>
              <a:spcAft>
                <a:spcPts val="1400"/>
              </a:spcAft>
              <a:buNone/>
            </a:pPr>
            <a:r>
              <a:rPr lang="en-US" sz="1000" b="1" dirty="0">
                <a:solidFill>
                  <a:srgbClr val="000000"/>
                </a:solidFill>
                <a:latin typeface="Space Grotesk Bold" pitchFamily="34" charset="0"/>
                <a:ea typeface="Space Grotesk Bold" pitchFamily="34" charset="-122"/>
                <a:cs typeface="Space Grotesk Bold" pitchFamily="34" charset="-120"/>
              </a:rPr>
              <a:t>Please note</a:t>
            </a:r>
            <a:r>
              <a:rPr lang="en-US" sz="1000" dirty="0">
                <a:solidFill>
                  <a:srgbClr val="000000"/>
                </a:solidFill>
                <a:latin typeface="Space Grotesk" pitchFamily="34" charset="0"/>
                <a:ea typeface="Space Grotesk" pitchFamily="34" charset="-122"/>
                <a:cs typeface="Space Grotesk" pitchFamily="34" charset="-120"/>
              </a:rPr>
              <a:t>, the data presented is subject to change over time due to evolving metrics such as performance fluctuations, strategic adjustments, and external market dynamics</a:t>
            </a:r>
            <a:endParaRPr lang="en-US" sz="1000" dirty="0"/>
          </a:p>
          <a:p>
            <a:pPr marL="0" indent="0" algn="l">
              <a:lnSpc>
                <a:spcPct val="117000"/>
              </a:lnSpc>
              <a:buNone/>
            </a:pPr>
            <a:r>
              <a:rPr lang="en-US" sz="1000" b="1" dirty="0">
                <a:solidFill>
                  <a:srgbClr val="000000"/>
                </a:solidFill>
                <a:latin typeface="Space Grotesk Bold" pitchFamily="34" charset="0"/>
                <a:ea typeface="Space Grotesk Bold" pitchFamily="34" charset="-122"/>
                <a:cs typeface="Space Grotesk Bold" pitchFamily="34" charset="-120"/>
              </a:rPr>
              <a:t>Source:</a:t>
            </a:r>
            <a:r>
              <a:rPr lang="en-US" sz="1000" dirty="0">
                <a:solidFill>
                  <a:srgbClr val="000000"/>
                </a:solidFill>
                <a:latin typeface="Space Grotesk" pitchFamily="34" charset="0"/>
                <a:ea typeface="Space Grotesk" pitchFamily="34" charset="-122"/>
                <a:cs typeface="Space Grotesk" pitchFamily="34" charset="-120"/>
              </a:rPr>
              <a:t> </a:t>
            </a:r>
            <a:r>
              <a:rPr lang="en-US" sz="1000" b="1" dirty="0">
                <a:solidFill>
                  <a:srgbClr val="000000"/>
                </a:solidFill>
                <a:latin typeface="Space Grotesk Bold" pitchFamily="34" charset="0"/>
                <a:ea typeface="Space Grotesk Bold" pitchFamily="34" charset="-122"/>
                <a:cs typeface="Space Grotesk Bold" pitchFamily="34" charset="-120"/>
              </a:rPr>
              <a:t>Page Speed Insights</a:t>
            </a:r>
            <a:endParaRPr lang="en-US" sz="1000" dirty="0"/>
          </a:p>
        </p:txBody>
      </p:sp>
      <p:sp>
        <p:nvSpPr>
          <p:cNvPr id="5" name="Text 2"/>
          <p:cNvSpPr/>
          <p:nvPr/>
        </p:nvSpPr>
        <p:spPr>
          <a:xfrm>
            <a:off x="7315017" y="1207988"/>
            <a:ext cx="4876678"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Insights</a:t>
            </a:r>
            <a:endParaRPr lang="en-US" sz="1200" dirty="0"/>
          </a:p>
        </p:txBody>
      </p:sp>
      <p:sp>
        <p:nvSpPr>
          <p:cNvPr id="6" name="Shape 3"/>
          <p:cNvSpPr/>
          <p:nvPr/>
        </p:nvSpPr>
        <p:spPr>
          <a:xfrm>
            <a:off x="7315017" y="1605459"/>
            <a:ext cx="4495588" cy="824210"/>
          </a:xfrm>
          <a:prstGeom prst="roundRect">
            <a:avLst>
              <a:gd name="adj" fmla="val 10354"/>
            </a:avLst>
          </a:prstGeom>
          <a:solidFill>
            <a:srgbClr val="FE829A"/>
          </a:solidFill>
          <a:ln/>
        </p:spPr>
        <p:txBody>
          <a:bodyPr/>
          <a:lstStyle/>
          <a:p>
            <a:endParaRPr lang="en-IN"/>
          </a:p>
        </p:txBody>
      </p:sp>
      <p:sp>
        <p:nvSpPr>
          <p:cNvPr id="7" name="Text 4"/>
          <p:cNvSpPr/>
          <p:nvPr/>
        </p:nvSpPr>
        <p:spPr>
          <a:xfrm>
            <a:off x="7442014" y="1681659"/>
            <a:ext cx="4368591" cy="195560"/>
          </a:xfrm>
          <a:prstGeom prst="rect">
            <a:avLst/>
          </a:prstGeom>
          <a:noFill/>
          <a:ln/>
        </p:spPr>
        <p:txBody>
          <a:bodyPr wrap="none" lIns="0" tIns="0" rIns="0" bIns="0" rtlCol="0" anchor="t"/>
          <a:lstStyle/>
          <a:p>
            <a:pPr marL="0" indent="0" algn="l">
              <a:lnSpc>
                <a:spcPct val="117000"/>
              </a:lnSpc>
              <a:buNone/>
            </a:pPr>
            <a:r>
              <a:rPr lang="en-US" sz="1100" b="1" dirty="0">
                <a:solidFill>
                  <a:srgbClr val="000000"/>
                </a:solidFill>
                <a:latin typeface="Space Grotesk Bold" pitchFamily="34" charset="0"/>
                <a:ea typeface="Space Grotesk Bold" pitchFamily="34" charset="-122"/>
                <a:cs typeface="Space Grotesk Bold" pitchFamily="34" charset="-120"/>
              </a:rPr>
              <a:t>Perfect scores, slow load</a:t>
            </a:r>
            <a:endParaRPr lang="en-US" sz="1100" dirty="0"/>
          </a:p>
        </p:txBody>
      </p:sp>
      <p:sp>
        <p:nvSpPr>
          <p:cNvPr id="8" name="Text 5"/>
          <p:cNvSpPr/>
          <p:nvPr/>
        </p:nvSpPr>
        <p:spPr>
          <a:xfrm>
            <a:off x="7442014" y="1997869"/>
            <a:ext cx="4241595" cy="355600"/>
          </a:xfrm>
          <a:prstGeom prst="rect">
            <a:avLst/>
          </a:prstGeom>
          <a:noFill/>
          <a:ln/>
        </p:spPr>
        <p:txBody>
          <a:bodyPr wrap="square" lIns="0" tIns="0" rIns="0" bIns="0" rtlCol="0" anchor="t">
            <a:normAutofit/>
          </a:bodyPr>
          <a:lstStyle/>
          <a:p>
            <a:pPr marL="0" indent="0" algn="l">
              <a:lnSpc>
                <a:spcPct val="117000"/>
              </a:lnSpc>
              <a:buNone/>
            </a:pPr>
            <a:r>
              <a:rPr lang="en-US" sz="1000" dirty="0">
                <a:solidFill>
                  <a:srgbClr val="000000"/>
                </a:solidFill>
                <a:latin typeface="Space Grotesk" pitchFamily="34" charset="0"/>
                <a:ea typeface="Space Grotesk" pitchFamily="34" charset="-122"/>
                <a:cs typeface="Space Grotesk" pitchFamily="34" charset="-120"/>
              </a:rPr>
              <a:t>Best Practices and SEO are 100/100, but Performance is 57/100 because the page loads visually too slowly.</a:t>
            </a:r>
            <a:endParaRPr lang="en-US" sz="1000" dirty="0"/>
          </a:p>
        </p:txBody>
      </p:sp>
      <p:sp>
        <p:nvSpPr>
          <p:cNvPr id="9" name="Shape 6"/>
          <p:cNvSpPr/>
          <p:nvPr/>
        </p:nvSpPr>
        <p:spPr>
          <a:xfrm>
            <a:off x="7315017" y="2581970"/>
            <a:ext cx="4495588" cy="824210"/>
          </a:xfrm>
          <a:prstGeom prst="roundRect">
            <a:avLst>
              <a:gd name="adj" fmla="val 10354"/>
            </a:avLst>
          </a:prstGeom>
          <a:solidFill>
            <a:srgbClr val="F9B440"/>
          </a:solidFill>
          <a:ln/>
        </p:spPr>
        <p:txBody>
          <a:bodyPr/>
          <a:lstStyle/>
          <a:p>
            <a:endParaRPr lang="en-IN"/>
          </a:p>
        </p:txBody>
      </p:sp>
      <p:sp>
        <p:nvSpPr>
          <p:cNvPr id="10" name="Text 7"/>
          <p:cNvSpPr/>
          <p:nvPr/>
        </p:nvSpPr>
        <p:spPr>
          <a:xfrm>
            <a:off x="7442014" y="2658170"/>
            <a:ext cx="4368591" cy="195560"/>
          </a:xfrm>
          <a:prstGeom prst="rect">
            <a:avLst/>
          </a:prstGeom>
          <a:noFill/>
          <a:ln/>
        </p:spPr>
        <p:txBody>
          <a:bodyPr wrap="none" lIns="0" tIns="0" rIns="0" bIns="0" rtlCol="0" anchor="t"/>
          <a:lstStyle/>
          <a:p>
            <a:pPr marL="0" indent="0" algn="l">
              <a:lnSpc>
                <a:spcPct val="117000"/>
              </a:lnSpc>
              <a:buNone/>
            </a:pPr>
            <a:r>
              <a:rPr lang="en-US" sz="1100" b="1" dirty="0">
                <a:solidFill>
                  <a:srgbClr val="000000"/>
                </a:solidFill>
                <a:latin typeface="Space Grotesk Bold" pitchFamily="34" charset="0"/>
                <a:ea typeface="Space Grotesk Bold" pitchFamily="34" charset="-122"/>
                <a:cs typeface="Space Grotesk Bold" pitchFamily="34" charset="-120"/>
              </a:rPr>
              <a:t>The main problem</a:t>
            </a:r>
            <a:endParaRPr lang="en-US" sz="1100" dirty="0"/>
          </a:p>
        </p:txBody>
      </p:sp>
      <p:sp>
        <p:nvSpPr>
          <p:cNvPr id="11" name="Text 8"/>
          <p:cNvSpPr/>
          <p:nvPr/>
        </p:nvSpPr>
        <p:spPr>
          <a:xfrm>
            <a:off x="7442014" y="2974380"/>
            <a:ext cx="4241595" cy="355600"/>
          </a:xfrm>
          <a:prstGeom prst="rect">
            <a:avLst/>
          </a:prstGeom>
          <a:noFill/>
          <a:ln/>
        </p:spPr>
        <p:txBody>
          <a:bodyPr wrap="square" lIns="0" tIns="0" rIns="0" bIns="0" rtlCol="0" anchor="t">
            <a:normAutofit/>
          </a:bodyPr>
          <a:lstStyle/>
          <a:p>
            <a:pPr marL="0" indent="0" algn="l">
              <a:lnSpc>
                <a:spcPct val="117000"/>
              </a:lnSpc>
              <a:buNone/>
            </a:pPr>
            <a:r>
              <a:rPr lang="en-US" sz="1000" dirty="0">
                <a:solidFill>
                  <a:srgbClr val="000000"/>
                </a:solidFill>
                <a:latin typeface="Space Grotesk" pitchFamily="34" charset="0"/>
                <a:ea typeface="Space Grotesk" pitchFamily="34" charset="-122"/>
                <a:cs typeface="Space Grotesk" pitchFamily="34" charset="-120"/>
              </a:rPr>
              <a:t>Largest Contentful Paint is 14.7 seconds; the solar-panel hero banner should show in under 2.5 seconds.</a:t>
            </a:r>
            <a:endParaRPr lang="en-US" sz="1000" dirty="0"/>
          </a:p>
        </p:txBody>
      </p:sp>
      <p:sp>
        <p:nvSpPr>
          <p:cNvPr id="12" name="Shape 9"/>
          <p:cNvSpPr/>
          <p:nvPr/>
        </p:nvSpPr>
        <p:spPr>
          <a:xfrm>
            <a:off x="7315017" y="3558480"/>
            <a:ext cx="4495588" cy="824210"/>
          </a:xfrm>
          <a:prstGeom prst="roundRect">
            <a:avLst>
              <a:gd name="adj" fmla="val 10354"/>
            </a:avLst>
          </a:prstGeom>
          <a:solidFill>
            <a:srgbClr val="FC9FA5"/>
          </a:solidFill>
          <a:ln/>
        </p:spPr>
        <p:txBody>
          <a:bodyPr/>
          <a:lstStyle/>
          <a:p>
            <a:endParaRPr lang="en-IN"/>
          </a:p>
        </p:txBody>
      </p:sp>
      <p:sp>
        <p:nvSpPr>
          <p:cNvPr id="13" name="Text 10"/>
          <p:cNvSpPr/>
          <p:nvPr/>
        </p:nvSpPr>
        <p:spPr>
          <a:xfrm>
            <a:off x="7442014" y="3634680"/>
            <a:ext cx="4368591" cy="195560"/>
          </a:xfrm>
          <a:prstGeom prst="rect">
            <a:avLst/>
          </a:prstGeom>
          <a:noFill/>
          <a:ln/>
        </p:spPr>
        <p:txBody>
          <a:bodyPr wrap="none" lIns="0" tIns="0" rIns="0" bIns="0" rtlCol="0" anchor="t"/>
          <a:lstStyle/>
          <a:p>
            <a:pPr marL="0" indent="0" algn="l">
              <a:lnSpc>
                <a:spcPct val="117000"/>
              </a:lnSpc>
              <a:buNone/>
            </a:pPr>
            <a:r>
              <a:rPr lang="en-US" sz="1100" b="1" dirty="0">
                <a:solidFill>
                  <a:srgbClr val="000000"/>
                </a:solidFill>
                <a:latin typeface="Space Grotesk Bold" pitchFamily="34" charset="0"/>
                <a:ea typeface="Space Grotesk Bold" pitchFamily="34" charset="-122"/>
                <a:cs typeface="Space Grotesk Bold" pitchFamily="34" charset="-120"/>
              </a:rPr>
              <a:t>Compress the main image</a:t>
            </a:r>
            <a:endParaRPr lang="en-US" sz="1100" dirty="0"/>
          </a:p>
        </p:txBody>
      </p:sp>
      <p:sp>
        <p:nvSpPr>
          <p:cNvPr id="14" name="Text 11"/>
          <p:cNvSpPr/>
          <p:nvPr/>
        </p:nvSpPr>
        <p:spPr>
          <a:xfrm>
            <a:off x="7442014" y="3950891"/>
            <a:ext cx="4241595" cy="355600"/>
          </a:xfrm>
          <a:prstGeom prst="rect">
            <a:avLst/>
          </a:prstGeom>
          <a:noFill/>
          <a:ln/>
        </p:spPr>
        <p:txBody>
          <a:bodyPr wrap="square" lIns="0" tIns="0" rIns="0" bIns="0" rtlCol="0" anchor="t">
            <a:normAutofit/>
          </a:bodyPr>
          <a:lstStyle/>
          <a:p>
            <a:pPr marL="0" indent="0" algn="l">
              <a:lnSpc>
                <a:spcPct val="117000"/>
              </a:lnSpc>
              <a:buNone/>
            </a:pPr>
            <a:r>
              <a:rPr lang="en-US" sz="1000" dirty="0">
                <a:solidFill>
                  <a:srgbClr val="000000"/>
                </a:solidFill>
                <a:latin typeface="Space Grotesk" pitchFamily="34" charset="0"/>
                <a:ea typeface="Space Grotesk" pitchFamily="34" charset="-122"/>
                <a:cs typeface="Space Grotesk" pitchFamily="34" charset="-120"/>
              </a:rPr>
              <a:t>Convert the banner to a modern format like WebP or AVIF to shrink its file size.</a:t>
            </a:r>
            <a:endParaRPr lang="en-US" sz="1000" dirty="0"/>
          </a:p>
        </p:txBody>
      </p:sp>
      <p:sp>
        <p:nvSpPr>
          <p:cNvPr id="15" name="Shape 12"/>
          <p:cNvSpPr/>
          <p:nvPr/>
        </p:nvSpPr>
        <p:spPr>
          <a:xfrm>
            <a:off x="7315017" y="4534991"/>
            <a:ext cx="4495588" cy="824210"/>
          </a:xfrm>
          <a:prstGeom prst="roundRect">
            <a:avLst>
              <a:gd name="adj" fmla="val 10354"/>
            </a:avLst>
          </a:prstGeom>
          <a:solidFill>
            <a:srgbClr val="FE829A"/>
          </a:solidFill>
          <a:ln/>
        </p:spPr>
        <p:txBody>
          <a:bodyPr/>
          <a:lstStyle/>
          <a:p>
            <a:endParaRPr lang="en-IN"/>
          </a:p>
        </p:txBody>
      </p:sp>
      <p:sp>
        <p:nvSpPr>
          <p:cNvPr id="16" name="Text 13"/>
          <p:cNvSpPr/>
          <p:nvPr/>
        </p:nvSpPr>
        <p:spPr>
          <a:xfrm>
            <a:off x="7442014" y="4611191"/>
            <a:ext cx="4368591" cy="195560"/>
          </a:xfrm>
          <a:prstGeom prst="rect">
            <a:avLst/>
          </a:prstGeom>
          <a:noFill/>
          <a:ln/>
        </p:spPr>
        <p:txBody>
          <a:bodyPr wrap="none" lIns="0" tIns="0" rIns="0" bIns="0" rtlCol="0" anchor="t"/>
          <a:lstStyle/>
          <a:p>
            <a:pPr marL="0" indent="0" algn="l">
              <a:lnSpc>
                <a:spcPct val="117000"/>
              </a:lnSpc>
              <a:buNone/>
            </a:pPr>
            <a:r>
              <a:rPr lang="en-US" sz="1100" b="1" dirty="0">
                <a:solidFill>
                  <a:srgbClr val="000000"/>
                </a:solidFill>
                <a:latin typeface="Space Grotesk Bold" pitchFamily="34" charset="0"/>
                <a:ea typeface="Space Grotesk Bold" pitchFamily="34" charset="-122"/>
                <a:cs typeface="Space Grotesk Bold" pitchFamily="34" charset="-120"/>
              </a:rPr>
              <a:t>Prioritize banner loading</a:t>
            </a:r>
            <a:endParaRPr lang="en-US" sz="1100" dirty="0"/>
          </a:p>
        </p:txBody>
      </p:sp>
      <p:sp>
        <p:nvSpPr>
          <p:cNvPr id="17" name="Text 14"/>
          <p:cNvSpPr/>
          <p:nvPr/>
        </p:nvSpPr>
        <p:spPr>
          <a:xfrm>
            <a:off x="7442014" y="4927402"/>
            <a:ext cx="4241595" cy="355600"/>
          </a:xfrm>
          <a:prstGeom prst="rect">
            <a:avLst/>
          </a:prstGeom>
          <a:noFill/>
          <a:ln/>
        </p:spPr>
        <p:txBody>
          <a:bodyPr wrap="square" lIns="0" tIns="0" rIns="0" bIns="0" rtlCol="0" anchor="t">
            <a:normAutofit/>
          </a:bodyPr>
          <a:lstStyle/>
          <a:p>
            <a:pPr marL="0" indent="0" algn="l">
              <a:lnSpc>
                <a:spcPct val="117000"/>
              </a:lnSpc>
              <a:buNone/>
            </a:pPr>
            <a:r>
              <a:rPr lang="en-US" sz="1000" dirty="0">
                <a:solidFill>
                  <a:srgbClr val="000000"/>
                </a:solidFill>
                <a:latin typeface="Space Grotesk" pitchFamily="34" charset="0"/>
                <a:ea typeface="Space Grotesk" pitchFamily="34" charset="-122"/>
                <a:cs typeface="Space Grotesk" pitchFamily="34" charset="-120"/>
              </a:rPr>
              <a:t>Remove loading="lazy" from the hero image and add fetchpriority="high" so the browser loads it immediately.</a:t>
            </a:r>
            <a:endParaRPr lang="en-US" sz="1000" dirty="0"/>
          </a:p>
        </p:txBody>
      </p:sp>
      <p:sp>
        <p:nvSpPr>
          <p:cNvPr id="18" name="Shape 15"/>
          <p:cNvSpPr/>
          <p:nvPr/>
        </p:nvSpPr>
        <p:spPr>
          <a:xfrm>
            <a:off x="7315017" y="5511502"/>
            <a:ext cx="4495588" cy="646410"/>
          </a:xfrm>
          <a:prstGeom prst="roundRect">
            <a:avLst>
              <a:gd name="adj" fmla="val 13202"/>
            </a:avLst>
          </a:prstGeom>
          <a:solidFill>
            <a:srgbClr val="F9B440"/>
          </a:solidFill>
          <a:ln/>
        </p:spPr>
        <p:txBody>
          <a:bodyPr/>
          <a:lstStyle/>
          <a:p>
            <a:endParaRPr lang="en-IN"/>
          </a:p>
        </p:txBody>
      </p:sp>
      <p:sp>
        <p:nvSpPr>
          <p:cNvPr id="19" name="Text 16"/>
          <p:cNvSpPr/>
          <p:nvPr/>
        </p:nvSpPr>
        <p:spPr>
          <a:xfrm>
            <a:off x="7442014" y="5587702"/>
            <a:ext cx="4368591" cy="195560"/>
          </a:xfrm>
          <a:prstGeom prst="rect">
            <a:avLst/>
          </a:prstGeom>
          <a:noFill/>
          <a:ln/>
        </p:spPr>
        <p:txBody>
          <a:bodyPr wrap="none" lIns="0" tIns="0" rIns="0" bIns="0" rtlCol="0" anchor="t"/>
          <a:lstStyle/>
          <a:p>
            <a:pPr marL="0" indent="0" algn="l">
              <a:lnSpc>
                <a:spcPct val="117000"/>
              </a:lnSpc>
              <a:buNone/>
            </a:pPr>
            <a:r>
              <a:rPr lang="en-US" sz="1100" b="1" dirty="0">
                <a:solidFill>
                  <a:srgbClr val="000000"/>
                </a:solidFill>
                <a:latin typeface="Space Grotesk Bold" pitchFamily="34" charset="0"/>
                <a:ea typeface="Space Grotesk Bold" pitchFamily="34" charset="-122"/>
                <a:cs typeface="Space Grotesk Bold" pitchFamily="34" charset="-120"/>
              </a:rPr>
              <a:t>Preload the asset</a:t>
            </a:r>
            <a:endParaRPr lang="en-US" sz="1100" dirty="0"/>
          </a:p>
        </p:txBody>
      </p:sp>
      <p:sp>
        <p:nvSpPr>
          <p:cNvPr id="20" name="Text 17"/>
          <p:cNvSpPr/>
          <p:nvPr/>
        </p:nvSpPr>
        <p:spPr>
          <a:xfrm>
            <a:off x="7442014" y="5903913"/>
            <a:ext cx="4368591" cy="177800"/>
          </a:xfrm>
          <a:prstGeom prst="rect">
            <a:avLst/>
          </a:prstGeom>
          <a:noFill/>
          <a:ln/>
        </p:spPr>
        <p:txBody>
          <a:bodyPr wrap="none" lIns="0" tIns="0" rIns="0" bIns="0" rtlCol="0" anchor="t"/>
          <a:lstStyle/>
          <a:p>
            <a:pPr marL="0" indent="0" algn="l">
              <a:lnSpc>
                <a:spcPct val="117000"/>
              </a:lnSpc>
              <a:buNone/>
            </a:pPr>
            <a:r>
              <a:rPr lang="en-US" sz="1000" dirty="0">
                <a:solidFill>
                  <a:srgbClr val="000000"/>
                </a:solidFill>
                <a:latin typeface="Space Grotesk" pitchFamily="34" charset="0"/>
                <a:ea typeface="Space Grotesk" pitchFamily="34" charset="-122"/>
                <a:cs typeface="Space Grotesk" pitchFamily="34" charset="-120"/>
              </a:rPr>
              <a:t>Add a &lt;link rel="preload"&gt; tag in the HTML header for that image.</a:t>
            </a:r>
            <a:endParaRPr lang="en-US" sz="1000" dirty="0"/>
          </a:p>
        </p:txBody>
      </p:sp>
      <p:pic>
        <p:nvPicPr>
          <p:cNvPr id="22" name="Graphic 21" descr="Agriculture with solid fill">
            <a:extLst>
              <a:ext uri="{FF2B5EF4-FFF2-40B4-BE49-F238E27FC236}">
                <a16:creationId xmlns:a16="http://schemas.microsoft.com/office/drawing/2014/main" id="{8DC626D6-1906-1C43-6EC7-B011A89C67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2092" y="4196"/>
            <a:ext cx="1102659" cy="102226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06390" y="380145"/>
            <a:ext cx="11404315" cy="319980"/>
          </a:xfrm>
          <a:prstGeom prst="rect">
            <a:avLst/>
          </a:prstGeom>
          <a:noFill/>
          <a:ln/>
        </p:spPr>
        <p:txBody>
          <a:bodyPr wrap="none" lIns="0" tIns="0" rIns="0" bIns="0" rtlCol="0" anchor="t"/>
          <a:lstStyle/>
          <a:p>
            <a:pPr marL="0" indent="0" algn="l">
              <a:lnSpc>
                <a:spcPct val="88000"/>
              </a:lnSpc>
              <a:buNone/>
            </a:pPr>
            <a:r>
              <a:rPr lang="en-US" sz="2400" b="1" dirty="0">
                <a:solidFill>
                  <a:srgbClr val="FB5022"/>
                </a:solidFill>
                <a:latin typeface="Fredoka Bold" pitchFamily="34" charset="0"/>
                <a:ea typeface="Fredoka Bold" pitchFamily="34" charset="-122"/>
                <a:cs typeface="Fredoka Bold" pitchFamily="34" charset="-120"/>
              </a:rPr>
              <a:t>Mobile friendliness</a:t>
            </a:r>
            <a:endParaRPr lang="en-US" sz="2400" dirty="0"/>
          </a:p>
        </p:txBody>
      </p:sp>
      <p:sp>
        <p:nvSpPr>
          <p:cNvPr id="3" name="Text 1"/>
          <p:cNvSpPr/>
          <p:nvPr/>
        </p:nvSpPr>
        <p:spPr>
          <a:xfrm>
            <a:off x="406390" y="1107380"/>
            <a:ext cx="2204585" cy="213320"/>
          </a:xfrm>
          <a:prstGeom prst="rect">
            <a:avLst/>
          </a:prstGeom>
          <a:noFill/>
          <a:ln/>
        </p:spPr>
        <p:txBody>
          <a:bodyPr wrap="none" lIns="0" tIns="0" rIns="0" bIns="0" rtlCol="0" anchor="t"/>
          <a:lstStyle/>
          <a:p>
            <a:pPr marL="0" indent="0" algn="ctr">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IPHONE 15</a:t>
            </a:r>
            <a:endParaRPr lang="en-US" sz="1200" dirty="0"/>
          </a:p>
        </p:txBody>
      </p:sp>
      <p:pic>
        <p:nvPicPr>
          <p:cNvPr id="4" name="Image 0" descr="preencoded.png"/>
          <p:cNvPicPr>
            <a:picLocks noChangeAspect="1"/>
          </p:cNvPicPr>
          <p:nvPr/>
        </p:nvPicPr>
        <p:blipFill>
          <a:blip r:embed="rId3"/>
          <a:stretch>
            <a:fillRect/>
          </a:stretch>
        </p:blipFill>
        <p:spPr>
          <a:xfrm>
            <a:off x="634984" y="1320701"/>
            <a:ext cx="1747397" cy="4583609"/>
          </a:xfrm>
          <a:prstGeom prst="rect">
            <a:avLst/>
          </a:prstGeom>
        </p:spPr>
      </p:pic>
      <p:sp>
        <p:nvSpPr>
          <p:cNvPr id="5" name="Text 2"/>
          <p:cNvSpPr/>
          <p:nvPr/>
        </p:nvSpPr>
        <p:spPr>
          <a:xfrm>
            <a:off x="2763371" y="1107380"/>
            <a:ext cx="2204685" cy="213320"/>
          </a:xfrm>
          <a:prstGeom prst="rect">
            <a:avLst/>
          </a:prstGeom>
          <a:noFill/>
          <a:ln/>
        </p:spPr>
        <p:txBody>
          <a:bodyPr wrap="none" lIns="0" tIns="0" rIns="0" bIns="0" rtlCol="0" anchor="t"/>
          <a:lstStyle/>
          <a:p>
            <a:pPr marL="0" indent="0" algn="ctr">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S24</a:t>
            </a:r>
            <a:endParaRPr lang="en-US" sz="1200" dirty="0"/>
          </a:p>
        </p:txBody>
      </p:sp>
      <p:pic>
        <p:nvPicPr>
          <p:cNvPr id="6" name="Image 1" descr="preencoded.png"/>
          <p:cNvPicPr>
            <a:picLocks noChangeAspect="1"/>
          </p:cNvPicPr>
          <p:nvPr/>
        </p:nvPicPr>
        <p:blipFill>
          <a:blip r:embed="rId4"/>
          <a:stretch>
            <a:fillRect/>
          </a:stretch>
        </p:blipFill>
        <p:spPr>
          <a:xfrm>
            <a:off x="2991966" y="1320701"/>
            <a:ext cx="1747496" cy="4583609"/>
          </a:xfrm>
          <a:prstGeom prst="rect">
            <a:avLst/>
          </a:prstGeom>
        </p:spPr>
      </p:pic>
      <p:sp>
        <p:nvSpPr>
          <p:cNvPr id="7" name="Text 3"/>
          <p:cNvSpPr/>
          <p:nvPr/>
        </p:nvSpPr>
        <p:spPr>
          <a:xfrm>
            <a:off x="5272849" y="878780"/>
            <a:ext cx="6537856"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Key observations</a:t>
            </a:r>
            <a:endParaRPr lang="en-US" sz="1400" dirty="0"/>
          </a:p>
        </p:txBody>
      </p:sp>
      <p:sp>
        <p:nvSpPr>
          <p:cNvPr id="8" name="Shape 4"/>
          <p:cNvSpPr/>
          <p:nvPr/>
        </p:nvSpPr>
        <p:spPr>
          <a:xfrm>
            <a:off x="5272849" y="1248271"/>
            <a:ext cx="6537856" cy="1526580"/>
          </a:xfrm>
          <a:prstGeom prst="roundRect">
            <a:avLst>
              <a:gd name="adj" fmla="val 5590"/>
            </a:avLst>
          </a:prstGeom>
          <a:solidFill>
            <a:srgbClr val="FE829A"/>
          </a:solidFill>
          <a:ln/>
        </p:spPr>
        <p:txBody>
          <a:bodyPr/>
          <a:lstStyle/>
          <a:p>
            <a:endParaRPr lang="en-IN"/>
          </a:p>
        </p:txBody>
      </p:sp>
      <p:sp>
        <p:nvSpPr>
          <p:cNvPr id="9" name="Text 5"/>
          <p:cNvSpPr/>
          <p:nvPr/>
        </p:nvSpPr>
        <p:spPr>
          <a:xfrm>
            <a:off x="5552242" y="1476871"/>
            <a:ext cx="6258463" cy="266700"/>
          </a:xfrm>
          <a:prstGeom prst="rect">
            <a:avLst/>
          </a:prstGeom>
          <a:noFill/>
          <a:ln/>
        </p:spPr>
        <p:txBody>
          <a:bodyPr wrap="none" lIns="0" tIns="0" rIns="0" bIns="0" rtlCol="0" anchor="t"/>
          <a:lstStyle/>
          <a:p>
            <a:pPr marL="0" indent="0" algn="l">
              <a:lnSpc>
                <a:spcPct val="117000"/>
              </a:lnSpc>
              <a:buNone/>
            </a:pPr>
            <a:r>
              <a:rPr lang="en-US" sz="1500" b="1" dirty="0">
                <a:solidFill>
                  <a:srgbClr val="000000"/>
                </a:solidFill>
                <a:latin typeface="Space Grotesk Bold" pitchFamily="34" charset="0"/>
                <a:ea typeface="Space Grotesk Bold" pitchFamily="34" charset="-122"/>
                <a:cs typeface="Space Grotesk Bold" pitchFamily="34" charset="-120"/>
              </a:rPr>
              <a:t>Excellent visual continuity</a:t>
            </a:r>
            <a:endParaRPr lang="en-US" sz="1500" dirty="0"/>
          </a:p>
        </p:txBody>
      </p:sp>
      <p:sp>
        <p:nvSpPr>
          <p:cNvPr id="10" name="Text 6"/>
          <p:cNvSpPr/>
          <p:nvPr/>
        </p:nvSpPr>
        <p:spPr>
          <a:xfrm>
            <a:off x="5552242" y="1864221"/>
            <a:ext cx="5979070" cy="46216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The mobile site scales cleanly across iPhone 15 and Galaxy S24, keeping the solar panels and landscape centred.</a:t>
            </a:r>
            <a:endParaRPr lang="en-US" sz="1300" dirty="0"/>
          </a:p>
        </p:txBody>
      </p:sp>
      <p:sp>
        <p:nvSpPr>
          <p:cNvPr id="11" name="Shape 7"/>
          <p:cNvSpPr/>
          <p:nvPr/>
        </p:nvSpPr>
        <p:spPr>
          <a:xfrm>
            <a:off x="5272849" y="2927152"/>
            <a:ext cx="6537856" cy="1526778"/>
          </a:xfrm>
          <a:prstGeom prst="roundRect">
            <a:avLst>
              <a:gd name="adj" fmla="val 5590"/>
            </a:avLst>
          </a:prstGeom>
          <a:solidFill>
            <a:srgbClr val="F9B440"/>
          </a:solidFill>
          <a:ln/>
        </p:spPr>
        <p:txBody>
          <a:bodyPr/>
          <a:lstStyle/>
          <a:p>
            <a:endParaRPr lang="en-IN"/>
          </a:p>
        </p:txBody>
      </p:sp>
      <p:sp>
        <p:nvSpPr>
          <p:cNvPr id="12" name="Text 8"/>
          <p:cNvSpPr/>
          <p:nvPr/>
        </p:nvSpPr>
        <p:spPr>
          <a:xfrm>
            <a:off x="5552242" y="3155752"/>
            <a:ext cx="6258463" cy="266700"/>
          </a:xfrm>
          <a:prstGeom prst="rect">
            <a:avLst/>
          </a:prstGeom>
          <a:noFill/>
          <a:ln/>
        </p:spPr>
        <p:txBody>
          <a:bodyPr wrap="none" lIns="0" tIns="0" rIns="0" bIns="0" rtlCol="0" anchor="t"/>
          <a:lstStyle/>
          <a:p>
            <a:pPr marL="0" indent="0" algn="l">
              <a:lnSpc>
                <a:spcPct val="117000"/>
              </a:lnSpc>
              <a:buNone/>
            </a:pPr>
            <a:r>
              <a:rPr lang="en-US" sz="1500" b="1" dirty="0">
                <a:solidFill>
                  <a:srgbClr val="000000"/>
                </a:solidFill>
                <a:latin typeface="Space Grotesk Bold" pitchFamily="34" charset="0"/>
                <a:ea typeface="Space Grotesk Bold" pitchFamily="34" charset="-122"/>
                <a:cs typeface="Space Grotesk Bold" pitchFamily="34" charset="-120"/>
              </a:rPr>
              <a:t>Strong brand identity</a:t>
            </a:r>
            <a:endParaRPr lang="en-US" sz="1500" dirty="0"/>
          </a:p>
        </p:txBody>
      </p:sp>
      <p:sp>
        <p:nvSpPr>
          <p:cNvPr id="13" name="Text 9"/>
          <p:cNvSpPr/>
          <p:nvPr/>
        </p:nvSpPr>
        <p:spPr>
          <a:xfrm>
            <a:off x="5552242" y="3543102"/>
            <a:ext cx="5979070" cy="46216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The orange header (#F16522) against clean white makes the menu and Get In Touch button instantly visible.</a:t>
            </a:r>
            <a:endParaRPr lang="en-US" sz="1300" dirty="0"/>
          </a:p>
        </p:txBody>
      </p:sp>
      <p:sp>
        <p:nvSpPr>
          <p:cNvPr id="14" name="Shape 10"/>
          <p:cNvSpPr/>
          <p:nvPr/>
        </p:nvSpPr>
        <p:spPr>
          <a:xfrm>
            <a:off x="5272849" y="4606230"/>
            <a:ext cx="6537856" cy="1526679"/>
          </a:xfrm>
          <a:prstGeom prst="roundRect">
            <a:avLst>
              <a:gd name="adj" fmla="val 5590"/>
            </a:avLst>
          </a:prstGeom>
          <a:solidFill>
            <a:srgbClr val="FC9FA5"/>
          </a:solidFill>
          <a:ln/>
        </p:spPr>
        <p:txBody>
          <a:bodyPr/>
          <a:lstStyle/>
          <a:p>
            <a:endParaRPr lang="en-IN"/>
          </a:p>
        </p:txBody>
      </p:sp>
      <p:sp>
        <p:nvSpPr>
          <p:cNvPr id="15" name="Text 11"/>
          <p:cNvSpPr/>
          <p:nvPr/>
        </p:nvSpPr>
        <p:spPr>
          <a:xfrm>
            <a:off x="5552242" y="4834830"/>
            <a:ext cx="6258463" cy="266700"/>
          </a:xfrm>
          <a:prstGeom prst="rect">
            <a:avLst/>
          </a:prstGeom>
          <a:noFill/>
          <a:ln/>
        </p:spPr>
        <p:txBody>
          <a:bodyPr wrap="none" lIns="0" tIns="0" rIns="0" bIns="0" rtlCol="0" anchor="t"/>
          <a:lstStyle/>
          <a:p>
            <a:pPr marL="0" indent="0" algn="l">
              <a:lnSpc>
                <a:spcPct val="117000"/>
              </a:lnSpc>
              <a:buNone/>
            </a:pPr>
            <a:r>
              <a:rPr lang="en-US" sz="1500" b="1" dirty="0">
                <a:solidFill>
                  <a:srgbClr val="000000"/>
                </a:solidFill>
                <a:latin typeface="Space Grotesk Bold" pitchFamily="34" charset="0"/>
                <a:ea typeface="Space Grotesk Bold" pitchFamily="34" charset="-122"/>
                <a:cs typeface="Space Grotesk Bold" pitchFamily="34" charset="-120"/>
              </a:rPr>
              <a:t>Font legibility challenges</a:t>
            </a:r>
            <a:endParaRPr lang="en-US" sz="1500" dirty="0"/>
          </a:p>
        </p:txBody>
      </p:sp>
      <p:sp>
        <p:nvSpPr>
          <p:cNvPr id="16" name="Text 12"/>
          <p:cNvSpPr/>
          <p:nvPr/>
        </p:nvSpPr>
        <p:spPr>
          <a:xfrm>
            <a:off x="5552242" y="5222180"/>
            <a:ext cx="5979070" cy="46216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White hero text blends into the bright sky and field on sunlit mobile screens.</a:t>
            </a:r>
            <a:endParaRPr lang="en-US" sz="1300" dirty="0"/>
          </a:p>
        </p:txBody>
      </p:sp>
      <p:sp>
        <p:nvSpPr>
          <p:cNvPr id="17" name="Text 13"/>
          <p:cNvSpPr/>
          <p:nvPr/>
        </p:nvSpPr>
        <p:spPr>
          <a:xfrm>
            <a:off x="406390" y="6317059"/>
            <a:ext cx="11785305" cy="159941"/>
          </a:xfrm>
          <a:prstGeom prst="rect">
            <a:avLst/>
          </a:prstGeom>
          <a:noFill/>
          <a:ln/>
        </p:spPr>
        <p:txBody>
          <a:bodyPr wrap="none" lIns="0" tIns="0" rIns="0" bIns="0" rtlCol="0" anchor="t"/>
          <a:lstStyle/>
          <a:p>
            <a:pPr marL="0" indent="0" algn="l">
              <a:lnSpc>
                <a:spcPct val="117000"/>
              </a:lnSpc>
              <a:buNone/>
            </a:pPr>
            <a:r>
              <a:rPr lang="en-US" sz="900" b="1" dirty="0">
                <a:solidFill>
                  <a:srgbClr val="000000"/>
                </a:solidFill>
                <a:latin typeface="Space Grotesk Bold" pitchFamily="34" charset="0"/>
                <a:ea typeface="Space Grotesk Bold" pitchFamily="34" charset="-122"/>
                <a:cs typeface="Space Grotesk Bold" pitchFamily="34" charset="-120"/>
              </a:rPr>
              <a:t>Source:</a:t>
            </a:r>
            <a:r>
              <a:rPr lang="en-US" sz="900" dirty="0">
                <a:solidFill>
                  <a:srgbClr val="000000"/>
                </a:solidFill>
                <a:latin typeface="Space Grotesk" pitchFamily="34" charset="0"/>
                <a:ea typeface="Space Grotesk" pitchFamily="34" charset="-122"/>
                <a:cs typeface="Space Grotesk" pitchFamily="34" charset="-120"/>
              </a:rPr>
              <a:t> </a:t>
            </a:r>
            <a:r>
              <a:rPr lang="en-US" sz="900" b="1" dirty="0">
                <a:solidFill>
                  <a:srgbClr val="000000"/>
                </a:solidFill>
                <a:latin typeface="Space Grotesk Bold" pitchFamily="34" charset="0"/>
                <a:ea typeface="Space Grotesk Bold" pitchFamily="34" charset="-122"/>
                <a:cs typeface="Space Grotesk Bold" pitchFamily="34" charset="-120"/>
              </a:rPr>
              <a:t>Mobile Viewer</a:t>
            </a:r>
            <a:endParaRPr lang="en-US" sz="900" dirty="0"/>
          </a:p>
        </p:txBody>
      </p:sp>
      <p:pic>
        <p:nvPicPr>
          <p:cNvPr id="19" name="Graphic 18" descr="Agriculture with solid fill">
            <a:extLst>
              <a:ext uri="{FF2B5EF4-FFF2-40B4-BE49-F238E27FC236}">
                <a16:creationId xmlns:a16="http://schemas.microsoft.com/office/drawing/2014/main" id="{70958B7C-E1BC-F585-8B54-B300CDED012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52092" y="4196"/>
            <a:ext cx="1102659" cy="102226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189" y="491299"/>
            <a:ext cx="6680033"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Website traffic analysis</a:t>
            </a:r>
            <a:endParaRPr lang="en-US" sz="3400" dirty="0"/>
          </a:p>
        </p:txBody>
      </p:sp>
      <p:pic>
        <p:nvPicPr>
          <p:cNvPr id="3" name="Image 0" descr="preencoded.png"/>
          <p:cNvPicPr>
            <a:picLocks noChangeAspect="1"/>
          </p:cNvPicPr>
          <p:nvPr/>
        </p:nvPicPr>
        <p:blipFill>
          <a:blip r:embed="rId3"/>
          <a:stretch>
            <a:fillRect/>
          </a:stretch>
        </p:blipFill>
        <p:spPr>
          <a:xfrm>
            <a:off x="457189" y="910530"/>
            <a:ext cx="6680033" cy="4642148"/>
          </a:xfrm>
          <a:prstGeom prst="rect">
            <a:avLst/>
          </a:prstGeom>
        </p:spPr>
      </p:pic>
      <p:sp>
        <p:nvSpPr>
          <p:cNvPr id="4" name="Text 1"/>
          <p:cNvSpPr/>
          <p:nvPr/>
        </p:nvSpPr>
        <p:spPr>
          <a:xfrm>
            <a:off x="457189" y="5736828"/>
            <a:ext cx="6680033" cy="663972"/>
          </a:xfrm>
          <a:prstGeom prst="rect">
            <a:avLst/>
          </a:prstGeom>
          <a:noFill/>
          <a:ln/>
        </p:spPr>
        <p:txBody>
          <a:bodyPr wrap="square" lIns="0" tIns="0" rIns="0" bIns="0" rtlCol="0" anchor="t">
            <a:normAutofit/>
          </a:bodyPr>
          <a:lstStyle/>
          <a:p>
            <a:pPr marL="0" indent="0" algn="l">
              <a:lnSpc>
                <a:spcPct val="117000"/>
              </a:lnSpc>
              <a:spcAft>
                <a:spcPts val="1400"/>
              </a:spcAft>
              <a:buNone/>
            </a:pPr>
            <a:r>
              <a:rPr lang="en-US" sz="900" b="1" dirty="0">
                <a:solidFill>
                  <a:srgbClr val="000000"/>
                </a:solidFill>
                <a:latin typeface="Space Grotesk Bold" pitchFamily="34" charset="0"/>
                <a:ea typeface="Space Grotesk Bold" pitchFamily="34" charset="-122"/>
                <a:cs typeface="Space Grotesk Bold" pitchFamily="34" charset="-120"/>
              </a:rPr>
              <a:t>Please note</a:t>
            </a:r>
            <a:r>
              <a:rPr lang="en-US" sz="900" dirty="0">
                <a:solidFill>
                  <a:srgbClr val="000000"/>
                </a:solidFill>
                <a:latin typeface="Space Grotesk" pitchFamily="34" charset="0"/>
                <a:ea typeface="Space Grotesk" pitchFamily="34" charset="-122"/>
                <a:cs typeface="Space Grotesk" pitchFamily="34" charset="-120"/>
              </a:rPr>
              <a:t>, the data presented is subject to change over time due to evolving metrics such as performance fluctuations, strategic adjustments, and external market dynamics</a:t>
            </a:r>
            <a:endParaRPr lang="en-US" sz="900" dirty="0"/>
          </a:p>
          <a:p>
            <a:pPr marL="0" indent="0" algn="l">
              <a:lnSpc>
                <a:spcPct val="117000"/>
              </a:lnSpc>
              <a:buNone/>
            </a:pPr>
            <a:r>
              <a:rPr lang="en-US" sz="900" b="1" dirty="0">
                <a:solidFill>
                  <a:srgbClr val="000000"/>
                </a:solidFill>
                <a:latin typeface="Space Grotesk Bold" pitchFamily="34" charset="0"/>
                <a:ea typeface="Space Grotesk Bold" pitchFamily="34" charset="-122"/>
                <a:cs typeface="Space Grotesk Bold" pitchFamily="34" charset="-120"/>
              </a:rPr>
              <a:t>Source:</a:t>
            </a:r>
            <a:r>
              <a:rPr lang="en-US" sz="900" dirty="0">
                <a:solidFill>
                  <a:srgbClr val="000000"/>
                </a:solidFill>
                <a:latin typeface="Space Grotesk" pitchFamily="34" charset="0"/>
                <a:ea typeface="Space Grotesk" pitchFamily="34" charset="-122"/>
                <a:cs typeface="Space Grotesk" pitchFamily="34" charset="-120"/>
              </a:rPr>
              <a:t> </a:t>
            </a:r>
            <a:r>
              <a:rPr lang="en-US" sz="900" b="1" dirty="0">
                <a:solidFill>
                  <a:srgbClr val="000000"/>
                </a:solidFill>
                <a:latin typeface="Space Grotesk Bold" pitchFamily="34" charset="0"/>
                <a:ea typeface="Space Grotesk Bold" pitchFamily="34" charset="-122"/>
                <a:cs typeface="Space Grotesk Bold" pitchFamily="34" charset="-120"/>
              </a:rPr>
              <a:t>trafficchecker.net</a:t>
            </a:r>
            <a:endParaRPr lang="en-US" sz="900" dirty="0"/>
          </a:p>
        </p:txBody>
      </p:sp>
      <p:sp>
        <p:nvSpPr>
          <p:cNvPr id="5" name="Text 2"/>
          <p:cNvSpPr/>
          <p:nvPr/>
        </p:nvSpPr>
        <p:spPr>
          <a:xfrm>
            <a:off x="7518212" y="457200"/>
            <a:ext cx="4673483" cy="355600"/>
          </a:xfrm>
          <a:prstGeom prst="rect">
            <a:avLst/>
          </a:prstGeom>
          <a:noFill/>
          <a:ln/>
        </p:spPr>
        <p:txBody>
          <a:bodyPr wrap="none" lIns="0" tIns="0" rIns="0" bIns="0" rtlCol="0" anchor="t"/>
          <a:lstStyle/>
          <a:p>
            <a:pPr marL="0" indent="0" algn="l">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Traffic trend analysis</a:t>
            </a:r>
            <a:endParaRPr lang="en-US" sz="2000" dirty="0"/>
          </a:p>
        </p:txBody>
      </p:sp>
      <p:sp>
        <p:nvSpPr>
          <p:cNvPr id="6" name="Shape 3"/>
          <p:cNvSpPr/>
          <p:nvPr/>
        </p:nvSpPr>
        <p:spPr>
          <a:xfrm>
            <a:off x="7518212" y="996950"/>
            <a:ext cx="4216295" cy="2663825"/>
          </a:xfrm>
          <a:prstGeom prst="roundRect">
            <a:avLst>
              <a:gd name="adj" fmla="val 3204"/>
            </a:avLst>
          </a:prstGeom>
          <a:solidFill>
            <a:srgbClr val="FE829A"/>
          </a:solidFill>
          <a:ln/>
        </p:spPr>
        <p:txBody>
          <a:bodyPr/>
          <a:lstStyle/>
          <a:p>
            <a:endParaRPr lang="en-IN"/>
          </a:p>
        </p:txBody>
      </p:sp>
      <p:sp>
        <p:nvSpPr>
          <p:cNvPr id="7" name="Text 4"/>
          <p:cNvSpPr/>
          <p:nvPr/>
        </p:nvSpPr>
        <p:spPr>
          <a:xfrm>
            <a:off x="7797605" y="1302703"/>
            <a:ext cx="3936902"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August recovery</a:t>
            </a:r>
            <a:endParaRPr lang="en-US" sz="1800" dirty="0"/>
          </a:p>
        </p:txBody>
      </p:sp>
      <p:sp>
        <p:nvSpPr>
          <p:cNvPr id="8" name="Text 5"/>
          <p:cNvSpPr/>
          <p:nvPr/>
        </p:nvSpPr>
        <p:spPr>
          <a:xfrm>
            <a:off x="7797605" y="1742698"/>
            <a:ext cx="3657509" cy="85338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Monthly traffic sits at 2.8K visits, a modest 10.1% increase from July's low of 2.6K.</a:t>
            </a:r>
            <a:endParaRPr lang="en-US" sz="1600" dirty="0"/>
          </a:p>
        </p:txBody>
      </p:sp>
      <p:sp>
        <p:nvSpPr>
          <p:cNvPr id="9" name="Shape 6"/>
          <p:cNvSpPr/>
          <p:nvPr/>
        </p:nvSpPr>
        <p:spPr>
          <a:xfrm>
            <a:off x="7518212" y="3813175"/>
            <a:ext cx="4216295" cy="2663825"/>
          </a:xfrm>
          <a:prstGeom prst="roundRect">
            <a:avLst>
              <a:gd name="adj" fmla="val 3204"/>
            </a:avLst>
          </a:prstGeom>
          <a:solidFill>
            <a:srgbClr val="F9B440"/>
          </a:solidFill>
          <a:ln/>
        </p:spPr>
        <p:txBody>
          <a:bodyPr/>
          <a:lstStyle/>
          <a:p>
            <a:endParaRPr lang="en-IN"/>
          </a:p>
        </p:txBody>
      </p:sp>
      <p:sp>
        <p:nvSpPr>
          <p:cNvPr id="10" name="Text 7"/>
          <p:cNvSpPr/>
          <p:nvPr/>
        </p:nvSpPr>
        <p:spPr>
          <a:xfrm>
            <a:off x="7797605" y="4118928"/>
            <a:ext cx="3936902"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The June collapse</a:t>
            </a:r>
            <a:endParaRPr lang="en-US" sz="1800" dirty="0"/>
          </a:p>
        </p:txBody>
      </p:sp>
      <p:sp>
        <p:nvSpPr>
          <p:cNvPr id="11" name="Text 8"/>
          <p:cNvSpPr/>
          <p:nvPr/>
        </p:nvSpPr>
        <p:spPr>
          <a:xfrm>
            <a:off x="7797605" y="4558923"/>
            <a:ext cx="3657509" cy="85338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Despite the recent uptick, traffic is still down by over 68% compared to June's 8.8K visits.</a:t>
            </a:r>
            <a:endParaRPr lang="en-US" sz="1600" dirty="0"/>
          </a:p>
        </p:txBody>
      </p:sp>
      <p:pic>
        <p:nvPicPr>
          <p:cNvPr id="13" name="Graphic 12" descr="Agriculture with solid fill">
            <a:extLst>
              <a:ext uri="{FF2B5EF4-FFF2-40B4-BE49-F238E27FC236}">
                <a16:creationId xmlns:a16="http://schemas.microsoft.com/office/drawing/2014/main" id="{28EB32BB-2118-D202-5E15-8A1DFD7DA2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2092" y="4196"/>
            <a:ext cx="1102659" cy="102226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189" y="485591"/>
            <a:ext cx="6273643" cy="369094"/>
          </a:xfrm>
          <a:prstGeom prst="rect">
            <a:avLst/>
          </a:prstGeom>
          <a:noFill/>
          <a:ln/>
        </p:spPr>
        <p:txBody>
          <a:bodyPr wrap="none" lIns="0" tIns="0" rIns="0" bIns="0" rtlCol="0" anchor="t"/>
          <a:lstStyle/>
          <a:p>
            <a:pPr marL="0" indent="0" algn="l">
              <a:lnSpc>
                <a:spcPct val="88000"/>
              </a:lnSpc>
              <a:buNone/>
            </a:pPr>
            <a:r>
              <a:rPr lang="en-US" sz="2750" b="1" dirty="0">
                <a:solidFill>
                  <a:srgbClr val="FB5022"/>
                </a:solidFill>
                <a:latin typeface="Fredoka Bold" pitchFamily="34" charset="0"/>
                <a:ea typeface="Fredoka Bold" pitchFamily="34" charset="-122"/>
                <a:cs typeface="Fredoka Bold" pitchFamily="34" charset="-120"/>
              </a:rPr>
              <a:t>Website traffic analysis: rank history</a:t>
            </a:r>
            <a:endParaRPr lang="en-US" sz="2750" dirty="0"/>
          </a:p>
        </p:txBody>
      </p:sp>
      <p:pic>
        <p:nvPicPr>
          <p:cNvPr id="3" name="Image 0" descr="preencoded.png"/>
          <p:cNvPicPr>
            <a:picLocks noChangeAspect="1"/>
          </p:cNvPicPr>
          <p:nvPr/>
        </p:nvPicPr>
        <p:blipFill>
          <a:blip r:embed="rId3"/>
          <a:stretch>
            <a:fillRect/>
          </a:stretch>
        </p:blipFill>
        <p:spPr>
          <a:xfrm>
            <a:off x="457189" y="826294"/>
            <a:ext cx="6273643" cy="4975920"/>
          </a:xfrm>
          <a:prstGeom prst="rect">
            <a:avLst/>
          </a:prstGeom>
        </p:spPr>
      </p:pic>
      <p:sp>
        <p:nvSpPr>
          <p:cNvPr id="4" name="Text 1"/>
          <p:cNvSpPr/>
          <p:nvPr/>
        </p:nvSpPr>
        <p:spPr>
          <a:xfrm>
            <a:off x="457189" y="5924252"/>
            <a:ext cx="6273643" cy="476548"/>
          </a:xfrm>
          <a:prstGeom prst="rect">
            <a:avLst/>
          </a:prstGeom>
          <a:noFill/>
          <a:ln/>
        </p:spPr>
        <p:txBody>
          <a:bodyPr wrap="square" lIns="0" tIns="0" rIns="0" bIns="0" rtlCol="0" anchor="t">
            <a:normAutofit lnSpcReduction="10000"/>
          </a:bodyPr>
          <a:lstStyle/>
          <a:p>
            <a:pPr marL="0" indent="0" algn="l">
              <a:lnSpc>
                <a:spcPct val="106000"/>
              </a:lnSpc>
              <a:spcAft>
                <a:spcPts val="950"/>
              </a:spcAft>
              <a:buNone/>
            </a:pPr>
            <a:r>
              <a:rPr lang="en-US" sz="750" b="1" dirty="0">
                <a:solidFill>
                  <a:srgbClr val="000000"/>
                </a:solidFill>
                <a:latin typeface="Space Grotesk Bold" pitchFamily="34" charset="0"/>
                <a:ea typeface="Space Grotesk Bold" pitchFamily="34" charset="-122"/>
                <a:cs typeface="Space Grotesk Bold" pitchFamily="34" charset="-120"/>
              </a:rPr>
              <a:t>Please note</a:t>
            </a:r>
            <a:r>
              <a:rPr lang="en-US" sz="750" dirty="0">
                <a:solidFill>
                  <a:srgbClr val="000000"/>
                </a:solidFill>
                <a:latin typeface="Space Grotesk" pitchFamily="34" charset="0"/>
                <a:ea typeface="Space Grotesk" pitchFamily="34" charset="-122"/>
                <a:cs typeface="Space Grotesk" pitchFamily="34" charset="-120"/>
              </a:rPr>
              <a:t>, the data presented is subject to change over time due to evolving metrics such as performance fluctuations, strategic adjustments, and external market dynamics</a:t>
            </a:r>
            <a:endParaRPr lang="en-US" sz="750" dirty="0"/>
          </a:p>
          <a:p>
            <a:pPr marL="0" indent="0" algn="l">
              <a:lnSpc>
                <a:spcPct val="106000"/>
              </a:lnSpc>
              <a:buNone/>
            </a:pPr>
            <a:r>
              <a:rPr lang="en-US" sz="750" b="1" dirty="0">
                <a:solidFill>
                  <a:srgbClr val="000000"/>
                </a:solidFill>
                <a:latin typeface="Space Grotesk Bold" pitchFamily="34" charset="0"/>
                <a:ea typeface="Space Grotesk Bold" pitchFamily="34" charset="-122"/>
                <a:cs typeface="Space Grotesk Bold" pitchFamily="34" charset="-120"/>
              </a:rPr>
              <a:t>Source:</a:t>
            </a:r>
            <a:r>
              <a:rPr lang="en-US" sz="750" dirty="0">
                <a:solidFill>
                  <a:srgbClr val="000000"/>
                </a:solidFill>
                <a:latin typeface="Space Grotesk" pitchFamily="34" charset="0"/>
                <a:ea typeface="Space Grotesk" pitchFamily="34" charset="-122"/>
                <a:cs typeface="Space Grotesk" pitchFamily="34" charset="-120"/>
              </a:rPr>
              <a:t> </a:t>
            </a:r>
            <a:r>
              <a:rPr lang="en-US" sz="750" b="1" dirty="0">
                <a:solidFill>
                  <a:srgbClr val="000000"/>
                </a:solidFill>
                <a:latin typeface="Space Grotesk Bold" pitchFamily="34" charset="0"/>
                <a:ea typeface="Space Grotesk Bold" pitchFamily="34" charset="-122"/>
                <a:cs typeface="Space Grotesk Bold" pitchFamily="34" charset="-120"/>
              </a:rPr>
              <a:t>trafficchecker.net</a:t>
            </a:r>
            <a:endParaRPr lang="en-US" sz="750" dirty="0"/>
          </a:p>
        </p:txBody>
      </p:sp>
      <p:sp>
        <p:nvSpPr>
          <p:cNvPr id="5" name="Text 2"/>
          <p:cNvSpPr/>
          <p:nvPr/>
        </p:nvSpPr>
        <p:spPr>
          <a:xfrm>
            <a:off x="7111822" y="462981"/>
            <a:ext cx="5079873" cy="262533"/>
          </a:xfrm>
          <a:prstGeom prst="rect">
            <a:avLst/>
          </a:prstGeom>
          <a:noFill/>
          <a:ln/>
        </p:spPr>
        <p:txBody>
          <a:bodyPr wrap="none" lIns="0" tIns="0" rIns="0" bIns="0" rtlCol="0" anchor="t"/>
          <a:lstStyle/>
          <a:p>
            <a:pPr marL="0" indent="0" algn="l">
              <a:lnSpc>
                <a:spcPct val="106000"/>
              </a:lnSpc>
              <a:buNone/>
            </a:pPr>
            <a:r>
              <a:rPr lang="en-US" sz="1650" b="1" dirty="0">
                <a:solidFill>
                  <a:srgbClr val="000000"/>
                </a:solidFill>
                <a:latin typeface="Space Grotesk Bold" pitchFamily="34" charset="0"/>
                <a:ea typeface="Space Grotesk Bold" pitchFamily="34" charset="-122"/>
                <a:cs typeface="Space Grotesk Bold" pitchFamily="34" charset="-120"/>
              </a:rPr>
              <a:t>Insights</a:t>
            </a:r>
            <a:endParaRPr lang="en-US" sz="1650" dirty="0"/>
          </a:p>
        </p:txBody>
      </p:sp>
      <p:sp>
        <p:nvSpPr>
          <p:cNvPr id="6" name="Shape 3"/>
          <p:cNvSpPr/>
          <p:nvPr/>
        </p:nvSpPr>
        <p:spPr>
          <a:xfrm>
            <a:off x="7111822" y="841772"/>
            <a:ext cx="4622684" cy="1294507"/>
          </a:xfrm>
          <a:prstGeom prst="roundRect">
            <a:avLst>
              <a:gd name="adj" fmla="val 5368"/>
            </a:avLst>
          </a:prstGeom>
          <a:solidFill>
            <a:srgbClr val="FE829A"/>
          </a:solidFill>
          <a:ln/>
        </p:spPr>
        <p:txBody>
          <a:bodyPr/>
          <a:lstStyle/>
          <a:p>
            <a:endParaRPr lang="en-IN"/>
          </a:p>
        </p:txBody>
      </p:sp>
      <p:sp>
        <p:nvSpPr>
          <p:cNvPr id="7" name="Text 4"/>
          <p:cNvSpPr/>
          <p:nvPr/>
        </p:nvSpPr>
        <p:spPr>
          <a:xfrm>
            <a:off x="7365816" y="1073193"/>
            <a:ext cx="4368691" cy="236339"/>
          </a:xfrm>
          <a:prstGeom prst="rect">
            <a:avLst/>
          </a:prstGeom>
          <a:noFill/>
          <a:ln/>
        </p:spPr>
        <p:txBody>
          <a:bodyPr wrap="none" lIns="0" tIns="0" rIns="0" bIns="0" rtlCol="0" anchor="t"/>
          <a:lstStyle/>
          <a:p>
            <a:pPr marL="0" indent="0" algn="l">
              <a:lnSpc>
                <a:spcPct val="106000"/>
              </a:lnSpc>
              <a:buNone/>
            </a:pPr>
            <a:r>
              <a:rPr lang="en-US" sz="1450" b="1" dirty="0">
                <a:solidFill>
                  <a:srgbClr val="000000"/>
                </a:solidFill>
                <a:latin typeface="Space Grotesk Bold" pitchFamily="34" charset="0"/>
                <a:ea typeface="Space Grotesk Bold" pitchFamily="34" charset="-122"/>
                <a:cs typeface="Space Grotesk Bold" pitchFamily="34" charset="-120"/>
              </a:rPr>
              <a:t>The main crisis: ranking collapse</a:t>
            </a:r>
            <a:endParaRPr lang="en-US" sz="1450" dirty="0"/>
          </a:p>
        </p:txBody>
      </p:sp>
      <p:sp>
        <p:nvSpPr>
          <p:cNvPr id="8" name="Text 5"/>
          <p:cNvSpPr/>
          <p:nvPr/>
        </p:nvSpPr>
        <p:spPr>
          <a:xfrm>
            <a:off x="7365816" y="1391306"/>
            <a:ext cx="4114697" cy="419894"/>
          </a:xfrm>
          <a:prstGeom prst="rect">
            <a:avLst/>
          </a:prstGeom>
          <a:noFill/>
          <a:ln/>
        </p:spPr>
        <p:txBody>
          <a:bodyPr wrap="square" lIns="0" tIns="0" rIns="0" bIns="0" rtlCol="0" anchor="t">
            <a:normAutofit/>
          </a:bodyPr>
          <a:lstStyle/>
          <a:p>
            <a:pPr marL="0" indent="0" algn="l">
              <a:lnSpc>
                <a:spcPct val="106000"/>
              </a:lnSpc>
              <a:buNone/>
            </a:pPr>
            <a:r>
              <a:rPr lang="en-US" sz="1300" dirty="0">
                <a:solidFill>
                  <a:srgbClr val="000000"/>
                </a:solidFill>
                <a:latin typeface="Space Grotesk" pitchFamily="34" charset="0"/>
                <a:ea typeface="Space Grotesk" pitchFamily="34" charset="-122"/>
                <a:cs typeface="Space Grotesk" pitchFamily="34" charset="-120"/>
              </a:rPr>
              <a:t>Peaked at #1,314,248 between Dec '25 and Feb '26; now plunged to #4,346,048.</a:t>
            </a:r>
            <a:endParaRPr lang="en-US" sz="1300" dirty="0"/>
          </a:p>
        </p:txBody>
      </p:sp>
      <p:sp>
        <p:nvSpPr>
          <p:cNvPr id="9" name="Shape 6"/>
          <p:cNvSpPr/>
          <p:nvPr/>
        </p:nvSpPr>
        <p:spPr>
          <a:xfrm>
            <a:off x="7111822" y="2288679"/>
            <a:ext cx="4622684" cy="1294507"/>
          </a:xfrm>
          <a:prstGeom prst="roundRect">
            <a:avLst>
              <a:gd name="adj" fmla="val 5368"/>
            </a:avLst>
          </a:prstGeom>
          <a:solidFill>
            <a:srgbClr val="F9B440"/>
          </a:solidFill>
          <a:ln/>
        </p:spPr>
        <p:txBody>
          <a:bodyPr/>
          <a:lstStyle/>
          <a:p>
            <a:endParaRPr lang="en-IN"/>
          </a:p>
        </p:txBody>
      </p:sp>
      <p:sp>
        <p:nvSpPr>
          <p:cNvPr id="10" name="Text 7"/>
          <p:cNvSpPr/>
          <p:nvPr/>
        </p:nvSpPr>
        <p:spPr>
          <a:xfrm>
            <a:off x="7365816" y="2520100"/>
            <a:ext cx="4368691" cy="236339"/>
          </a:xfrm>
          <a:prstGeom prst="rect">
            <a:avLst/>
          </a:prstGeom>
          <a:noFill/>
          <a:ln/>
        </p:spPr>
        <p:txBody>
          <a:bodyPr wrap="none" lIns="0" tIns="0" rIns="0" bIns="0" rtlCol="0" anchor="t"/>
          <a:lstStyle/>
          <a:p>
            <a:pPr marL="0" indent="0" algn="l">
              <a:lnSpc>
                <a:spcPct val="106000"/>
              </a:lnSpc>
              <a:buNone/>
            </a:pPr>
            <a:r>
              <a:rPr lang="en-US" sz="1450" b="1" dirty="0">
                <a:solidFill>
                  <a:srgbClr val="000000"/>
                </a:solidFill>
                <a:latin typeface="Space Grotesk Bold" pitchFamily="34" charset="0"/>
                <a:ea typeface="Space Grotesk Bold" pitchFamily="34" charset="-122"/>
                <a:cs typeface="Space Grotesk Bold" pitchFamily="34" charset="-120"/>
              </a:rPr>
              <a:t>Recent acceleration</a:t>
            </a:r>
            <a:endParaRPr lang="en-US" sz="1450" dirty="0"/>
          </a:p>
        </p:txBody>
      </p:sp>
      <p:sp>
        <p:nvSpPr>
          <p:cNvPr id="11" name="Text 8"/>
          <p:cNvSpPr/>
          <p:nvPr/>
        </p:nvSpPr>
        <p:spPr>
          <a:xfrm>
            <a:off x="7365816" y="2838213"/>
            <a:ext cx="4114697" cy="419894"/>
          </a:xfrm>
          <a:prstGeom prst="rect">
            <a:avLst/>
          </a:prstGeom>
          <a:noFill/>
          <a:ln/>
        </p:spPr>
        <p:txBody>
          <a:bodyPr wrap="square" lIns="0" tIns="0" rIns="0" bIns="0" rtlCol="0" anchor="t">
            <a:normAutofit/>
          </a:bodyPr>
          <a:lstStyle/>
          <a:p>
            <a:pPr marL="0" indent="0" algn="l">
              <a:lnSpc>
                <a:spcPct val="106000"/>
              </a:lnSpc>
              <a:buNone/>
            </a:pPr>
            <a:r>
              <a:rPr lang="en-US" sz="1300" dirty="0">
                <a:solidFill>
                  <a:srgbClr val="000000"/>
                </a:solidFill>
                <a:latin typeface="Space Grotesk" pitchFamily="34" charset="0"/>
                <a:ea typeface="Space Grotesk" pitchFamily="34" charset="-122"/>
                <a:cs typeface="Space Grotesk" pitchFamily="34" charset="-120"/>
              </a:rPr>
              <a:t>Rank fell by 324,576 positions since yesterday alone, a worsening downward spiral.</a:t>
            </a:r>
            <a:endParaRPr lang="en-US" sz="1300" dirty="0"/>
          </a:p>
        </p:txBody>
      </p:sp>
      <p:sp>
        <p:nvSpPr>
          <p:cNvPr id="12" name="Shape 9"/>
          <p:cNvSpPr/>
          <p:nvPr/>
        </p:nvSpPr>
        <p:spPr>
          <a:xfrm>
            <a:off x="7111822" y="3735586"/>
            <a:ext cx="4622684" cy="1294507"/>
          </a:xfrm>
          <a:prstGeom prst="roundRect">
            <a:avLst>
              <a:gd name="adj" fmla="val 5368"/>
            </a:avLst>
          </a:prstGeom>
          <a:solidFill>
            <a:srgbClr val="FC9FA5"/>
          </a:solidFill>
          <a:ln/>
        </p:spPr>
        <p:txBody>
          <a:bodyPr/>
          <a:lstStyle/>
          <a:p>
            <a:endParaRPr lang="en-IN"/>
          </a:p>
        </p:txBody>
      </p:sp>
      <p:sp>
        <p:nvSpPr>
          <p:cNvPr id="13" name="Text 10"/>
          <p:cNvSpPr/>
          <p:nvPr/>
        </p:nvSpPr>
        <p:spPr>
          <a:xfrm>
            <a:off x="7365816" y="3967007"/>
            <a:ext cx="4368691" cy="236339"/>
          </a:xfrm>
          <a:prstGeom prst="rect">
            <a:avLst/>
          </a:prstGeom>
          <a:noFill/>
          <a:ln/>
        </p:spPr>
        <p:txBody>
          <a:bodyPr wrap="none" lIns="0" tIns="0" rIns="0" bIns="0" rtlCol="0" anchor="t"/>
          <a:lstStyle/>
          <a:p>
            <a:pPr marL="0" indent="0" algn="l">
              <a:lnSpc>
                <a:spcPct val="106000"/>
              </a:lnSpc>
              <a:buNone/>
            </a:pPr>
            <a:r>
              <a:rPr lang="en-US" sz="1450" b="1" dirty="0">
                <a:solidFill>
                  <a:srgbClr val="000000"/>
                </a:solidFill>
                <a:latin typeface="Space Grotesk Bold" pitchFamily="34" charset="0"/>
                <a:ea typeface="Space Grotesk Bold" pitchFamily="34" charset="-122"/>
                <a:cs typeface="Space Grotesk Bold" pitchFamily="34" charset="-120"/>
              </a:rPr>
              <a:t>Likely cause</a:t>
            </a:r>
            <a:endParaRPr lang="en-US" sz="1450" dirty="0"/>
          </a:p>
        </p:txBody>
      </p:sp>
      <p:sp>
        <p:nvSpPr>
          <p:cNvPr id="14" name="Text 11"/>
          <p:cNvSpPr/>
          <p:nvPr/>
        </p:nvSpPr>
        <p:spPr>
          <a:xfrm>
            <a:off x="7365816" y="4285120"/>
            <a:ext cx="4114697" cy="419894"/>
          </a:xfrm>
          <a:prstGeom prst="rect">
            <a:avLst/>
          </a:prstGeom>
          <a:noFill/>
          <a:ln/>
        </p:spPr>
        <p:txBody>
          <a:bodyPr wrap="square" lIns="0" tIns="0" rIns="0" bIns="0" rtlCol="0" anchor="t">
            <a:normAutofit/>
          </a:bodyPr>
          <a:lstStyle/>
          <a:p>
            <a:pPr marL="0" indent="0" algn="l">
              <a:lnSpc>
                <a:spcPct val="106000"/>
              </a:lnSpc>
              <a:buNone/>
            </a:pPr>
            <a:r>
              <a:rPr lang="en-US" sz="1300" dirty="0">
                <a:solidFill>
                  <a:srgbClr val="000000"/>
                </a:solidFill>
                <a:latin typeface="Space Grotesk" pitchFamily="34" charset="0"/>
                <a:ea typeface="Space Grotesk" pitchFamily="34" charset="-122"/>
                <a:cs typeface="Space Grotesk" pitchFamily="34" charset="-120"/>
              </a:rPr>
              <a:t>Search engines are probably penalizing the 96% bounce rate and 14.7s loading lag.</a:t>
            </a:r>
            <a:endParaRPr lang="en-US" sz="1300" dirty="0"/>
          </a:p>
        </p:txBody>
      </p:sp>
      <p:sp>
        <p:nvSpPr>
          <p:cNvPr id="15" name="Shape 12"/>
          <p:cNvSpPr/>
          <p:nvPr/>
        </p:nvSpPr>
        <p:spPr>
          <a:xfrm>
            <a:off x="7111822" y="5182493"/>
            <a:ext cx="4622684" cy="1294507"/>
          </a:xfrm>
          <a:prstGeom prst="roundRect">
            <a:avLst>
              <a:gd name="adj" fmla="val 5368"/>
            </a:avLst>
          </a:prstGeom>
          <a:solidFill>
            <a:srgbClr val="FBC5AA"/>
          </a:solidFill>
          <a:ln/>
        </p:spPr>
        <p:txBody>
          <a:bodyPr/>
          <a:lstStyle/>
          <a:p>
            <a:endParaRPr lang="en-IN"/>
          </a:p>
        </p:txBody>
      </p:sp>
      <p:sp>
        <p:nvSpPr>
          <p:cNvPr id="16" name="Text 13"/>
          <p:cNvSpPr/>
          <p:nvPr/>
        </p:nvSpPr>
        <p:spPr>
          <a:xfrm>
            <a:off x="7365816" y="5413915"/>
            <a:ext cx="4368691" cy="236339"/>
          </a:xfrm>
          <a:prstGeom prst="rect">
            <a:avLst/>
          </a:prstGeom>
          <a:noFill/>
          <a:ln/>
        </p:spPr>
        <p:txBody>
          <a:bodyPr wrap="none" lIns="0" tIns="0" rIns="0" bIns="0" rtlCol="0" anchor="t"/>
          <a:lstStyle/>
          <a:p>
            <a:pPr marL="0" indent="0" algn="l">
              <a:lnSpc>
                <a:spcPct val="106000"/>
              </a:lnSpc>
              <a:buNone/>
            </a:pPr>
            <a:r>
              <a:rPr lang="en-US" sz="1450" b="1" dirty="0">
                <a:solidFill>
                  <a:srgbClr val="000000"/>
                </a:solidFill>
                <a:latin typeface="Space Grotesk Bold" pitchFamily="34" charset="0"/>
                <a:ea typeface="Space Grotesk Bold" pitchFamily="34" charset="-122"/>
                <a:cs typeface="Space Grotesk Bold" pitchFamily="34" charset="-120"/>
              </a:rPr>
              <a:t>Metric breakdown</a:t>
            </a:r>
            <a:endParaRPr lang="en-US" sz="1450" dirty="0"/>
          </a:p>
        </p:txBody>
      </p:sp>
      <p:sp>
        <p:nvSpPr>
          <p:cNvPr id="17" name="Text 14"/>
          <p:cNvSpPr/>
          <p:nvPr/>
        </p:nvSpPr>
        <p:spPr>
          <a:xfrm>
            <a:off x="7365816" y="5732027"/>
            <a:ext cx="4114697" cy="419894"/>
          </a:xfrm>
          <a:prstGeom prst="rect">
            <a:avLst/>
          </a:prstGeom>
          <a:noFill/>
          <a:ln/>
        </p:spPr>
        <p:txBody>
          <a:bodyPr wrap="square" lIns="0" tIns="0" rIns="0" bIns="0" rtlCol="0" anchor="t">
            <a:normAutofit fontScale="92500"/>
          </a:bodyPr>
          <a:lstStyle/>
          <a:p>
            <a:pPr marL="0" indent="0" algn="l">
              <a:lnSpc>
                <a:spcPct val="106000"/>
              </a:lnSpc>
              <a:buNone/>
            </a:pPr>
            <a:r>
              <a:rPr lang="en-US" sz="1300" dirty="0">
                <a:solidFill>
                  <a:srgbClr val="000000"/>
                </a:solidFill>
                <a:latin typeface="Space Grotesk" pitchFamily="34" charset="0"/>
                <a:ea typeface="Space Grotesk" pitchFamily="34" charset="-122"/>
                <a:cs typeface="Space Grotesk" pitchFamily="34" charset="-120"/>
              </a:rPr>
              <a:t>10K/mo is an average; real-time traffic has dried up. 212 data points over 7 months show a clear decline.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189" y="491299"/>
            <a:ext cx="647683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Organic traffic analysis</a:t>
            </a:r>
            <a:endParaRPr lang="en-US" sz="3400" dirty="0"/>
          </a:p>
        </p:txBody>
      </p:sp>
      <p:pic>
        <p:nvPicPr>
          <p:cNvPr id="3" name="Image 0" descr="preencoded.png"/>
          <p:cNvPicPr>
            <a:picLocks noChangeAspect="1"/>
          </p:cNvPicPr>
          <p:nvPr/>
        </p:nvPicPr>
        <p:blipFill>
          <a:blip r:embed="rId3"/>
          <a:stretch>
            <a:fillRect/>
          </a:stretch>
        </p:blipFill>
        <p:spPr>
          <a:xfrm>
            <a:off x="457189" y="1476375"/>
            <a:ext cx="6349841" cy="3335040"/>
          </a:xfrm>
          <a:prstGeom prst="rect">
            <a:avLst/>
          </a:prstGeom>
        </p:spPr>
      </p:pic>
      <p:sp>
        <p:nvSpPr>
          <p:cNvPr id="4" name="Text 1"/>
          <p:cNvSpPr/>
          <p:nvPr/>
        </p:nvSpPr>
        <p:spPr>
          <a:xfrm>
            <a:off x="457189" y="4995565"/>
            <a:ext cx="6476838" cy="391120"/>
          </a:xfrm>
          <a:prstGeom prst="rect">
            <a:avLst/>
          </a:prstGeom>
          <a:noFill/>
          <a:ln/>
        </p:spPr>
        <p:txBody>
          <a:bodyPr wrap="square" lIns="0" tIns="0" rIns="0" bIns="0" rtlCol="0" anchor="t">
            <a:normAutofit/>
          </a:bodyPr>
          <a:lstStyle/>
          <a:p>
            <a:pPr marL="0" indent="0" algn="l">
              <a:lnSpc>
                <a:spcPct val="117000"/>
              </a:lnSpc>
              <a:buNone/>
            </a:pPr>
            <a:r>
              <a:rPr lang="en-US" sz="1100" b="1" dirty="0">
                <a:solidFill>
                  <a:srgbClr val="B8330C"/>
                </a:solidFill>
                <a:latin typeface="Space Grotesk Bold" pitchFamily="34" charset="0"/>
                <a:ea typeface="Space Grotesk Bold" pitchFamily="34" charset="-122"/>
                <a:cs typeface="Space Grotesk Bold" pitchFamily="34" charset="-120"/>
              </a:rPr>
              <a:t>Please note</a:t>
            </a:r>
            <a:r>
              <a:rPr lang="en-US" sz="1100" dirty="0">
                <a:solidFill>
                  <a:srgbClr val="000000"/>
                </a:solidFill>
                <a:latin typeface="Space Grotesk" pitchFamily="34" charset="0"/>
                <a:ea typeface="Space Grotesk" pitchFamily="34" charset="-122"/>
                <a:cs typeface="Space Grotesk" pitchFamily="34" charset="-120"/>
              </a:rPr>
              <a:t>, the data presented is subject to change over time due to evolving metrics such as performance fluctuations, strategic adjustments, and external market dynamics</a:t>
            </a:r>
            <a:endParaRPr lang="en-US" sz="1100" dirty="0"/>
          </a:p>
        </p:txBody>
      </p:sp>
      <p:sp>
        <p:nvSpPr>
          <p:cNvPr id="5" name="Text 2"/>
          <p:cNvSpPr/>
          <p:nvPr/>
        </p:nvSpPr>
        <p:spPr>
          <a:xfrm>
            <a:off x="457189" y="5570835"/>
            <a:ext cx="6857828"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Source:</a:t>
            </a:r>
            <a:r>
              <a:rPr lang="en-US" sz="1200" dirty="0">
                <a:solidFill>
                  <a:srgbClr val="000000"/>
                </a:solidFill>
                <a:latin typeface="Space Grotesk" pitchFamily="34" charset="0"/>
                <a:ea typeface="Space Grotesk" pitchFamily="34" charset="-122"/>
                <a:cs typeface="Space Grotesk" pitchFamily="34" charset="-120"/>
              </a:rPr>
              <a:t> </a:t>
            </a:r>
            <a:r>
              <a:rPr lang="en-US" sz="1200" b="1" dirty="0">
                <a:solidFill>
                  <a:srgbClr val="000000"/>
                </a:solidFill>
                <a:latin typeface="Space Grotesk Bold" pitchFamily="34" charset="0"/>
                <a:ea typeface="Space Grotesk Bold" pitchFamily="34" charset="-122"/>
                <a:cs typeface="Space Grotesk Bold" pitchFamily="34" charset="-120"/>
              </a:rPr>
              <a:t>Backlinko</a:t>
            </a:r>
            <a:endParaRPr lang="en-US" sz="1200" dirty="0"/>
          </a:p>
        </p:txBody>
      </p:sp>
      <p:sp>
        <p:nvSpPr>
          <p:cNvPr id="6" name="Text 3"/>
          <p:cNvSpPr/>
          <p:nvPr/>
        </p:nvSpPr>
        <p:spPr>
          <a:xfrm>
            <a:off x="7315017" y="279400"/>
            <a:ext cx="4876678" cy="355600"/>
          </a:xfrm>
          <a:prstGeom prst="rect">
            <a:avLst/>
          </a:prstGeom>
          <a:noFill/>
          <a:ln/>
        </p:spPr>
        <p:txBody>
          <a:bodyPr wrap="none" lIns="0" tIns="0" rIns="0" bIns="0" rtlCol="0" anchor="t"/>
          <a:lstStyle/>
          <a:p>
            <a:pPr marL="0" indent="0" algn="l">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Insights</a:t>
            </a:r>
            <a:endParaRPr lang="en-US" sz="2000" dirty="0"/>
          </a:p>
        </p:txBody>
      </p:sp>
      <p:sp>
        <p:nvSpPr>
          <p:cNvPr id="7" name="Shape 4"/>
          <p:cNvSpPr/>
          <p:nvPr/>
        </p:nvSpPr>
        <p:spPr>
          <a:xfrm>
            <a:off x="7315017" y="819150"/>
            <a:ext cx="4419489" cy="1354832"/>
          </a:xfrm>
          <a:prstGeom prst="roundRect">
            <a:avLst>
              <a:gd name="adj" fmla="val 6299"/>
            </a:avLst>
          </a:prstGeom>
          <a:solidFill>
            <a:srgbClr val="FE829A"/>
          </a:solidFill>
          <a:ln/>
        </p:spPr>
        <p:txBody>
          <a:bodyPr/>
          <a:lstStyle/>
          <a:p>
            <a:endParaRPr lang="en-IN"/>
          </a:p>
        </p:txBody>
      </p:sp>
      <p:sp>
        <p:nvSpPr>
          <p:cNvPr id="8" name="Text 5"/>
          <p:cNvSpPr/>
          <p:nvPr/>
        </p:nvSpPr>
        <p:spPr>
          <a:xfrm>
            <a:off x="7492813" y="921067"/>
            <a:ext cx="4241694"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The crash</a:t>
            </a:r>
            <a:endParaRPr lang="en-US" sz="1600" dirty="0"/>
          </a:p>
        </p:txBody>
      </p:sp>
      <p:sp>
        <p:nvSpPr>
          <p:cNvPr id="9" name="Text 6"/>
          <p:cNvSpPr/>
          <p:nvPr/>
        </p:nvSpPr>
        <p:spPr>
          <a:xfrm>
            <a:off x="7492813" y="1325860"/>
            <a:ext cx="4063898"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Peaked in mid-April at over 600 monthly visits, collapsed through May, bottomed near 100 in July.</a:t>
            </a:r>
            <a:endParaRPr lang="en-US" sz="1400" dirty="0"/>
          </a:p>
        </p:txBody>
      </p:sp>
      <p:sp>
        <p:nvSpPr>
          <p:cNvPr id="10" name="Shape 7"/>
          <p:cNvSpPr/>
          <p:nvPr/>
        </p:nvSpPr>
        <p:spPr>
          <a:xfrm>
            <a:off x="7315017" y="2326382"/>
            <a:ext cx="4419489" cy="1105991"/>
          </a:xfrm>
          <a:prstGeom prst="roundRect">
            <a:avLst>
              <a:gd name="adj" fmla="val 7716"/>
            </a:avLst>
          </a:prstGeom>
          <a:solidFill>
            <a:srgbClr val="F9B440"/>
          </a:solidFill>
          <a:ln/>
        </p:spPr>
        <p:txBody>
          <a:bodyPr/>
          <a:lstStyle/>
          <a:p>
            <a:endParaRPr lang="en-IN"/>
          </a:p>
        </p:txBody>
      </p:sp>
      <p:sp>
        <p:nvSpPr>
          <p:cNvPr id="11" name="Text 8"/>
          <p:cNvSpPr/>
          <p:nvPr/>
        </p:nvSpPr>
        <p:spPr>
          <a:xfrm>
            <a:off x="7492813" y="2428299"/>
            <a:ext cx="4241694"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The August recovery</a:t>
            </a:r>
            <a:endParaRPr lang="en-US" sz="1600" dirty="0"/>
          </a:p>
        </p:txBody>
      </p:sp>
      <p:sp>
        <p:nvSpPr>
          <p:cNvPr id="12" name="Text 9"/>
          <p:cNvSpPr/>
          <p:nvPr/>
        </p:nvSpPr>
        <p:spPr>
          <a:xfrm>
            <a:off x="7492813" y="2833092"/>
            <a:ext cx="4063898"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Back on a steady upward trend, climbing to 319 organic visits.</a:t>
            </a:r>
            <a:endParaRPr lang="en-US" sz="1400" dirty="0"/>
          </a:p>
        </p:txBody>
      </p:sp>
      <p:sp>
        <p:nvSpPr>
          <p:cNvPr id="13" name="Shape 10"/>
          <p:cNvSpPr/>
          <p:nvPr/>
        </p:nvSpPr>
        <p:spPr>
          <a:xfrm>
            <a:off x="7315017" y="3584773"/>
            <a:ext cx="4419489" cy="1105991"/>
          </a:xfrm>
          <a:prstGeom prst="roundRect">
            <a:avLst>
              <a:gd name="adj" fmla="val 7716"/>
            </a:avLst>
          </a:prstGeom>
          <a:solidFill>
            <a:srgbClr val="FC9FA5"/>
          </a:solidFill>
          <a:ln/>
        </p:spPr>
        <p:txBody>
          <a:bodyPr/>
          <a:lstStyle/>
          <a:p>
            <a:endParaRPr lang="en-IN"/>
          </a:p>
        </p:txBody>
      </p:sp>
      <p:sp>
        <p:nvSpPr>
          <p:cNvPr id="14" name="Text 11"/>
          <p:cNvSpPr/>
          <p:nvPr/>
        </p:nvSpPr>
        <p:spPr>
          <a:xfrm>
            <a:off x="7492813" y="3686691"/>
            <a:ext cx="4241694"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Organic search traffic (319)</a:t>
            </a:r>
            <a:endParaRPr lang="en-US" sz="1600" dirty="0"/>
          </a:p>
        </p:txBody>
      </p:sp>
      <p:sp>
        <p:nvSpPr>
          <p:cNvPr id="15" name="Text 12"/>
          <p:cNvSpPr/>
          <p:nvPr/>
        </p:nvSpPr>
        <p:spPr>
          <a:xfrm>
            <a:off x="7492813" y="4091484"/>
            <a:ext cx="4063898"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Still down roughly 50% from the April peak, though recovering.</a:t>
            </a:r>
            <a:endParaRPr lang="en-US" sz="1400" dirty="0"/>
          </a:p>
        </p:txBody>
      </p:sp>
      <p:sp>
        <p:nvSpPr>
          <p:cNvPr id="16" name="Shape 13"/>
          <p:cNvSpPr/>
          <p:nvPr/>
        </p:nvSpPr>
        <p:spPr>
          <a:xfrm>
            <a:off x="7315017" y="4843165"/>
            <a:ext cx="4419489" cy="1354832"/>
          </a:xfrm>
          <a:prstGeom prst="roundRect">
            <a:avLst>
              <a:gd name="adj" fmla="val 6299"/>
            </a:avLst>
          </a:prstGeom>
          <a:solidFill>
            <a:srgbClr val="FBC5AA"/>
          </a:solidFill>
          <a:ln/>
        </p:spPr>
        <p:txBody>
          <a:bodyPr/>
          <a:lstStyle/>
          <a:p>
            <a:endParaRPr lang="en-IN"/>
          </a:p>
        </p:txBody>
      </p:sp>
      <p:sp>
        <p:nvSpPr>
          <p:cNvPr id="17" name="Text 14"/>
          <p:cNvSpPr/>
          <p:nvPr/>
        </p:nvSpPr>
        <p:spPr>
          <a:xfrm>
            <a:off x="7492813" y="4945082"/>
            <a:ext cx="4241694"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Traffic value ($10)</a:t>
            </a:r>
            <a:endParaRPr lang="en-US" sz="1600" dirty="0"/>
          </a:p>
        </p:txBody>
      </p:sp>
      <p:sp>
        <p:nvSpPr>
          <p:cNvPr id="18" name="Text 15"/>
          <p:cNvSpPr/>
          <p:nvPr/>
        </p:nvSpPr>
        <p:spPr>
          <a:xfrm>
            <a:off x="7492813" y="5349875"/>
            <a:ext cx="4063898"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Very low commercial worth: the site ranks mostly for low-competition brand or informational terms.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189" y="488474"/>
            <a:ext cx="6476838" cy="421680"/>
          </a:xfrm>
          <a:prstGeom prst="rect">
            <a:avLst/>
          </a:prstGeom>
          <a:noFill/>
          <a:ln/>
        </p:spPr>
        <p:txBody>
          <a:bodyPr wrap="none" lIns="0" tIns="0" rIns="0" bIns="0" rtlCol="0" anchor="t"/>
          <a:lstStyle/>
          <a:p>
            <a:pPr marL="0" indent="0" algn="l">
              <a:lnSpc>
                <a:spcPct val="87000"/>
              </a:lnSpc>
              <a:buNone/>
            </a:pPr>
            <a:r>
              <a:rPr lang="en-US" sz="3150" b="1" dirty="0">
                <a:solidFill>
                  <a:srgbClr val="FB5022"/>
                </a:solidFill>
                <a:latin typeface="Fredoka Bold" pitchFamily="34" charset="0"/>
                <a:ea typeface="Fredoka Bold" pitchFamily="34" charset="-122"/>
                <a:cs typeface="Fredoka Bold" pitchFamily="34" charset="-120"/>
              </a:rPr>
              <a:t>Keyword consistency</a:t>
            </a:r>
            <a:endParaRPr lang="en-US" sz="3150" dirty="0"/>
          </a:p>
        </p:txBody>
      </p:sp>
      <p:pic>
        <p:nvPicPr>
          <p:cNvPr id="3" name="Image 0" descr="preencoded.png"/>
          <p:cNvPicPr>
            <a:picLocks noChangeAspect="1"/>
          </p:cNvPicPr>
          <p:nvPr/>
        </p:nvPicPr>
        <p:blipFill>
          <a:blip r:embed="rId3"/>
          <a:stretch>
            <a:fillRect/>
          </a:stretch>
        </p:blipFill>
        <p:spPr>
          <a:xfrm>
            <a:off x="457189" y="1231999"/>
            <a:ext cx="6349841" cy="3903861"/>
          </a:xfrm>
          <a:prstGeom prst="rect">
            <a:avLst/>
          </a:prstGeom>
        </p:spPr>
      </p:pic>
      <p:sp>
        <p:nvSpPr>
          <p:cNvPr id="4" name="Text 1"/>
          <p:cNvSpPr/>
          <p:nvPr/>
        </p:nvSpPr>
        <p:spPr>
          <a:xfrm>
            <a:off x="457189" y="5295106"/>
            <a:ext cx="6476838" cy="351036"/>
          </a:xfrm>
          <a:prstGeom prst="rect">
            <a:avLst/>
          </a:prstGeom>
          <a:noFill/>
          <a:ln/>
        </p:spPr>
        <p:txBody>
          <a:bodyPr wrap="square" lIns="0" tIns="0" rIns="0" bIns="0" rtlCol="0" anchor="t">
            <a:normAutofit/>
          </a:bodyPr>
          <a:lstStyle/>
          <a:p>
            <a:pPr marL="0" indent="0" algn="l">
              <a:lnSpc>
                <a:spcPct val="113000"/>
              </a:lnSpc>
              <a:buNone/>
            </a:pPr>
            <a:r>
              <a:rPr lang="en-US" sz="1000" b="1" dirty="0">
                <a:solidFill>
                  <a:srgbClr val="B8330C"/>
                </a:solidFill>
                <a:latin typeface="Space Grotesk Bold" pitchFamily="34" charset="0"/>
                <a:ea typeface="Space Grotesk Bold" pitchFamily="34" charset="-122"/>
                <a:cs typeface="Space Grotesk Bold" pitchFamily="34" charset="-120"/>
              </a:rPr>
              <a:t>Please note</a:t>
            </a:r>
            <a:r>
              <a:rPr lang="en-US" sz="1000" dirty="0">
                <a:solidFill>
                  <a:srgbClr val="000000"/>
                </a:solidFill>
                <a:latin typeface="Space Grotesk" pitchFamily="34" charset="0"/>
                <a:ea typeface="Space Grotesk" pitchFamily="34" charset="-122"/>
                <a:cs typeface="Space Grotesk" pitchFamily="34" charset="-120"/>
              </a:rPr>
              <a:t>, the data presented is subject to change over time due to evolving metrics such as performance fluctuations, strategic adjustments, and external market dynamics</a:t>
            </a:r>
            <a:endParaRPr lang="en-US" sz="1000" dirty="0"/>
          </a:p>
        </p:txBody>
      </p:sp>
      <p:sp>
        <p:nvSpPr>
          <p:cNvPr id="5" name="Text 2"/>
          <p:cNvSpPr/>
          <p:nvPr/>
        </p:nvSpPr>
        <p:spPr>
          <a:xfrm>
            <a:off x="457189" y="5809890"/>
            <a:ext cx="6857828" cy="191492"/>
          </a:xfrm>
          <a:prstGeom prst="rect">
            <a:avLst/>
          </a:prstGeom>
          <a:noFill/>
          <a:ln/>
        </p:spPr>
        <p:txBody>
          <a:bodyPr wrap="none" lIns="0" tIns="0" rIns="0" bIns="0" rtlCol="0" anchor="t"/>
          <a:lstStyle/>
          <a:p>
            <a:pPr marL="0" indent="0" algn="l">
              <a:lnSpc>
                <a:spcPct val="113000"/>
              </a:lnSpc>
              <a:buNone/>
            </a:pPr>
            <a:r>
              <a:rPr lang="en-US" sz="1100" b="1" dirty="0">
                <a:solidFill>
                  <a:srgbClr val="000000"/>
                </a:solidFill>
                <a:latin typeface="Space Grotesk Bold" pitchFamily="34" charset="0"/>
                <a:ea typeface="Space Grotesk Bold" pitchFamily="34" charset="-122"/>
                <a:cs typeface="Space Grotesk Bold" pitchFamily="34" charset="-120"/>
              </a:rPr>
              <a:t>Source:</a:t>
            </a:r>
            <a:r>
              <a:rPr lang="en-US" sz="1100" dirty="0">
                <a:solidFill>
                  <a:srgbClr val="000000"/>
                </a:solidFill>
                <a:latin typeface="Space Grotesk" pitchFamily="34" charset="0"/>
                <a:ea typeface="Space Grotesk" pitchFamily="34" charset="-122"/>
                <a:cs typeface="Space Grotesk" pitchFamily="34" charset="-120"/>
              </a:rPr>
              <a:t> </a:t>
            </a:r>
            <a:r>
              <a:rPr lang="en-US" sz="1100" b="1" dirty="0">
                <a:solidFill>
                  <a:srgbClr val="000000"/>
                </a:solidFill>
                <a:latin typeface="Space Grotesk Bold" pitchFamily="34" charset="0"/>
                <a:ea typeface="Space Grotesk Bold" pitchFamily="34" charset="-122"/>
                <a:cs typeface="Space Grotesk Bold" pitchFamily="34" charset="-120"/>
              </a:rPr>
              <a:t>SEOPTIMER</a:t>
            </a:r>
            <a:endParaRPr lang="en-US" sz="1100" dirty="0"/>
          </a:p>
        </p:txBody>
      </p:sp>
      <p:sp>
        <p:nvSpPr>
          <p:cNvPr id="6" name="Text 3"/>
          <p:cNvSpPr/>
          <p:nvPr/>
        </p:nvSpPr>
        <p:spPr>
          <a:xfrm>
            <a:off x="7315017" y="280553"/>
            <a:ext cx="4876678" cy="319187"/>
          </a:xfrm>
          <a:prstGeom prst="rect">
            <a:avLst/>
          </a:prstGeom>
          <a:noFill/>
          <a:ln/>
        </p:spPr>
        <p:txBody>
          <a:bodyPr wrap="none" lIns="0" tIns="0" rIns="0" bIns="0" rtlCol="0" anchor="t"/>
          <a:lstStyle/>
          <a:p>
            <a:pPr marL="0" indent="0" algn="l">
              <a:lnSpc>
                <a:spcPct val="113000"/>
              </a:lnSpc>
              <a:buNone/>
            </a:pPr>
            <a:r>
              <a:rPr lang="en-US" sz="1850" b="1" dirty="0">
                <a:solidFill>
                  <a:srgbClr val="000000"/>
                </a:solidFill>
                <a:latin typeface="Space Grotesk Bold" pitchFamily="34" charset="0"/>
                <a:ea typeface="Space Grotesk Bold" pitchFamily="34" charset="-122"/>
                <a:cs typeface="Space Grotesk Bold" pitchFamily="34" charset="-120"/>
              </a:rPr>
              <a:t>Insights</a:t>
            </a:r>
            <a:endParaRPr lang="en-US" sz="1850" dirty="0"/>
          </a:p>
        </p:txBody>
      </p:sp>
      <p:sp>
        <p:nvSpPr>
          <p:cNvPr id="7" name="Shape 4"/>
          <p:cNvSpPr/>
          <p:nvPr/>
        </p:nvSpPr>
        <p:spPr>
          <a:xfrm>
            <a:off x="7315017" y="757833"/>
            <a:ext cx="4419489" cy="1233190"/>
          </a:xfrm>
          <a:prstGeom prst="roundRect">
            <a:avLst>
              <a:gd name="adj" fmla="val 6437"/>
            </a:avLst>
          </a:prstGeom>
          <a:solidFill>
            <a:srgbClr val="FE829A"/>
          </a:solidFill>
          <a:ln/>
        </p:spPr>
        <p:txBody>
          <a:bodyPr/>
          <a:lstStyle/>
          <a:p>
            <a:endParaRPr lang="en-IN"/>
          </a:p>
        </p:txBody>
      </p:sp>
      <p:sp>
        <p:nvSpPr>
          <p:cNvPr id="8" name="Text 5"/>
          <p:cNvSpPr/>
          <p:nvPr/>
        </p:nvSpPr>
        <p:spPr>
          <a:xfrm>
            <a:off x="7518212" y="862261"/>
            <a:ext cx="4216295" cy="255290"/>
          </a:xfrm>
          <a:prstGeom prst="rect">
            <a:avLst/>
          </a:prstGeom>
          <a:noFill/>
          <a:ln/>
        </p:spPr>
        <p:txBody>
          <a:bodyPr wrap="none" lIns="0" tIns="0" rIns="0" bIns="0" rtlCol="0" anchor="t"/>
          <a:lstStyle/>
          <a:p>
            <a:pPr marL="0" indent="0" algn="l">
              <a:lnSpc>
                <a:spcPct val="113000"/>
              </a:lnSpc>
              <a:buNone/>
            </a:pPr>
            <a:r>
              <a:rPr lang="en-US" sz="1500" b="1" dirty="0">
                <a:solidFill>
                  <a:srgbClr val="000000"/>
                </a:solidFill>
                <a:latin typeface="Space Grotesk Bold" pitchFamily="34" charset="0"/>
                <a:ea typeface="Space Grotesk Bold" pitchFamily="34" charset="-122"/>
                <a:cs typeface="Space Grotesk Bold" pitchFamily="34" charset="-120"/>
              </a:rPr>
              <a:t>The main crisis</a:t>
            </a:r>
            <a:endParaRPr lang="en-US" sz="1500" dirty="0"/>
          </a:p>
        </p:txBody>
      </p:sp>
      <p:sp>
        <p:nvSpPr>
          <p:cNvPr id="9" name="Text 6"/>
          <p:cNvSpPr/>
          <p:nvPr/>
        </p:nvSpPr>
        <p:spPr>
          <a:xfrm>
            <a:off x="7518212" y="1220385"/>
            <a:ext cx="4013100" cy="670322"/>
          </a:xfrm>
          <a:prstGeom prst="rect">
            <a:avLst/>
          </a:prstGeom>
          <a:noFill/>
          <a:ln/>
        </p:spPr>
        <p:txBody>
          <a:bodyPr wrap="square" lIns="0" tIns="0" rIns="0" bIns="0" rtlCol="0" anchor="t">
            <a:normAutofit/>
          </a:bodyPr>
          <a:lstStyle/>
          <a:p>
            <a:pPr marL="0" indent="0" algn="l">
              <a:lnSpc>
                <a:spcPct val="113000"/>
              </a:lnSpc>
              <a:buNone/>
            </a:pPr>
            <a:r>
              <a:rPr lang="en-US" sz="1300" dirty="0">
                <a:solidFill>
                  <a:srgbClr val="000000"/>
                </a:solidFill>
                <a:latin typeface="Space Grotesk" pitchFamily="34" charset="0"/>
                <a:ea typeface="Space Grotesk" pitchFamily="34" charset="-122"/>
                <a:cs typeface="Space Grotesk" pitchFamily="34" charset="-120"/>
              </a:rPr>
              <a:t>Core keywords are missing from the title, meta description and headings, explaining the $10 traffic value.</a:t>
            </a:r>
            <a:endParaRPr lang="en-US" sz="1300" dirty="0"/>
          </a:p>
        </p:txBody>
      </p:sp>
      <p:sp>
        <p:nvSpPr>
          <p:cNvPr id="10" name="Shape 7"/>
          <p:cNvSpPr/>
          <p:nvPr/>
        </p:nvSpPr>
        <p:spPr>
          <a:xfrm>
            <a:off x="7315017" y="2143423"/>
            <a:ext cx="4419489" cy="1233190"/>
          </a:xfrm>
          <a:prstGeom prst="roundRect">
            <a:avLst>
              <a:gd name="adj" fmla="val 6437"/>
            </a:avLst>
          </a:prstGeom>
          <a:solidFill>
            <a:srgbClr val="F9B440"/>
          </a:solidFill>
          <a:ln/>
        </p:spPr>
        <p:txBody>
          <a:bodyPr/>
          <a:lstStyle/>
          <a:p>
            <a:endParaRPr lang="en-IN"/>
          </a:p>
        </p:txBody>
      </p:sp>
      <p:sp>
        <p:nvSpPr>
          <p:cNvPr id="11" name="Text 8"/>
          <p:cNvSpPr/>
          <p:nvPr/>
        </p:nvSpPr>
        <p:spPr>
          <a:xfrm>
            <a:off x="7518212" y="2247850"/>
            <a:ext cx="4216295" cy="255290"/>
          </a:xfrm>
          <a:prstGeom prst="rect">
            <a:avLst/>
          </a:prstGeom>
          <a:noFill/>
          <a:ln/>
        </p:spPr>
        <p:txBody>
          <a:bodyPr wrap="none" lIns="0" tIns="0" rIns="0" bIns="0" rtlCol="0" anchor="t"/>
          <a:lstStyle/>
          <a:p>
            <a:pPr marL="0" indent="0" algn="l">
              <a:lnSpc>
                <a:spcPct val="113000"/>
              </a:lnSpc>
              <a:buNone/>
            </a:pPr>
            <a:r>
              <a:rPr lang="en-US" sz="1500" b="1" dirty="0">
                <a:solidFill>
                  <a:srgbClr val="000000"/>
                </a:solidFill>
                <a:latin typeface="Space Grotesk Bold" pitchFamily="34" charset="0"/>
                <a:ea typeface="Space Grotesk Bold" pitchFamily="34" charset="-122"/>
                <a:cs typeface="Space Grotesk Bold" pitchFamily="34" charset="-120"/>
              </a:rPr>
              <a:t>Missing money terms</a:t>
            </a:r>
            <a:endParaRPr lang="en-US" sz="1500" dirty="0"/>
          </a:p>
        </p:txBody>
      </p:sp>
      <p:sp>
        <p:nvSpPr>
          <p:cNvPr id="12" name="Text 9"/>
          <p:cNvSpPr/>
          <p:nvPr/>
        </p:nvSpPr>
        <p:spPr>
          <a:xfrm>
            <a:off x="7518212" y="2605974"/>
            <a:ext cx="4013100" cy="446881"/>
          </a:xfrm>
          <a:prstGeom prst="rect">
            <a:avLst/>
          </a:prstGeom>
          <a:noFill/>
          <a:ln/>
        </p:spPr>
        <p:txBody>
          <a:bodyPr wrap="square" lIns="0" tIns="0" rIns="0" bIns="0" rtlCol="0" anchor="t">
            <a:normAutofit/>
          </a:bodyPr>
          <a:lstStyle/>
          <a:p>
            <a:pPr marL="0" indent="0" algn="l">
              <a:lnSpc>
                <a:spcPct val="113000"/>
              </a:lnSpc>
              <a:buNone/>
            </a:pPr>
            <a:r>
              <a:rPr lang="en-US" sz="1300" dirty="0">
                <a:solidFill>
                  <a:srgbClr val="000000"/>
                </a:solidFill>
                <a:latin typeface="Space Grotesk" pitchFamily="34" charset="0"/>
                <a:ea typeface="Space Grotesk" pitchFamily="34" charset="-122"/>
                <a:cs typeface="Space Grotesk" pitchFamily="34" charset="-120"/>
              </a:rPr>
              <a:t>“clean energy” and “pay-per-use solar irrigation model” show a red X on every key tag.</a:t>
            </a:r>
            <a:endParaRPr lang="en-US" sz="1300" dirty="0"/>
          </a:p>
        </p:txBody>
      </p:sp>
      <p:sp>
        <p:nvSpPr>
          <p:cNvPr id="13" name="Shape 10"/>
          <p:cNvSpPr/>
          <p:nvPr/>
        </p:nvSpPr>
        <p:spPr>
          <a:xfrm>
            <a:off x="7315017" y="3529013"/>
            <a:ext cx="4419489" cy="1233190"/>
          </a:xfrm>
          <a:prstGeom prst="roundRect">
            <a:avLst>
              <a:gd name="adj" fmla="val 6437"/>
            </a:avLst>
          </a:prstGeom>
          <a:solidFill>
            <a:srgbClr val="FC9FA5"/>
          </a:solidFill>
          <a:ln/>
        </p:spPr>
        <p:txBody>
          <a:bodyPr/>
          <a:lstStyle/>
          <a:p>
            <a:endParaRPr lang="en-IN"/>
          </a:p>
        </p:txBody>
      </p:sp>
      <p:sp>
        <p:nvSpPr>
          <p:cNvPr id="14" name="Text 11"/>
          <p:cNvSpPr/>
          <p:nvPr/>
        </p:nvSpPr>
        <p:spPr>
          <a:xfrm>
            <a:off x="7518212" y="3633440"/>
            <a:ext cx="4216295" cy="255290"/>
          </a:xfrm>
          <a:prstGeom prst="rect">
            <a:avLst/>
          </a:prstGeom>
          <a:noFill/>
          <a:ln/>
        </p:spPr>
        <p:txBody>
          <a:bodyPr wrap="none" lIns="0" tIns="0" rIns="0" bIns="0" rtlCol="0" anchor="t"/>
          <a:lstStyle/>
          <a:p>
            <a:pPr marL="0" indent="0" algn="l">
              <a:lnSpc>
                <a:spcPct val="113000"/>
              </a:lnSpc>
              <a:buNone/>
            </a:pPr>
            <a:r>
              <a:rPr lang="en-US" sz="1500" b="1" dirty="0">
                <a:solidFill>
                  <a:srgbClr val="000000"/>
                </a:solidFill>
                <a:latin typeface="Space Grotesk Bold" pitchFamily="34" charset="0"/>
                <a:ea typeface="Space Grotesk Bold" pitchFamily="34" charset="-122"/>
                <a:cs typeface="Space Grotesk Bold" pitchFamily="34" charset="-120"/>
              </a:rPr>
              <a:t>Brand only</a:t>
            </a:r>
            <a:endParaRPr lang="en-US" sz="1500" dirty="0"/>
          </a:p>
        </p:txBody>
      </p:sp>
      <p:sp>
        <p:nvSpPr>
          <p:cNvPr id="15" name="Text 12"/>
          <p:cNvSpPr/>
          <p:nvPr/>
        </p:nvSpPr>
        <p:spPr>
          <a:xfrm>
            <a:off x="7518212" y="3991564"/>
            <a:ext cx="4013100" cy="446881"/>
          </a:xfrm>
          <a:prstGeom prst="rect">
            <a:avLst/>
          </a:prstGeom>
          <a:noFill/>
          <a:ln/>
        </p:spPr>
        <p:txBody>
          <a:bodyPr wrap="square" lIns="0" tIns="0" rIns="0" bIns="0" rtlCol="0" anchor="t">
            <a:normAutofit/>
          </a:bodyPr>
          <a:lstStyle/>
          <a:p>
            <a:pPr marL="0" indent="0" algn="l">
              <a:lnSpc>
                <a:spcPct val="113000"/>
              </a:lnSpc>
              <a:buNone/>
            </a:pPr>
            <a:r>
              <a:rPr lang="en-US" sz="1300" dirty="0">
                <a:solidFill>
                  <a:srgbClr val="000000"/>
                </a:solidFill>
                <a:latin typeface="Space Grotesk" pitchFamily="34" charset="0"/>
                <a:ea typeface="Space Grotesk" pitchFamily="34" charset="-122"/>
                <a:cs typeface="Space Grotesk" pitchFamily="34" charset="-120"/>
              </a:rPr>
              <a:t>“oorja” appears 18 times and is in the title, but not the meta description.</a:t>
            </a:r>
            <a:endParaRPr lang="en-US" sz="1300" dirty="0"/>
          </a:p>
        </p:txBody>
      </p:sp>
      <p:sp>
        <p:nvSpPr>
          <p:cNvPr id="16" name="Shape 13"/>
          <p:cNvSpPr/>
          <p:nvPr/>
        </p:nvSpPr>
        <p:spPr>
          <a:xfrm>
            <a:off x="7315017" y="4914602"/>
            <a:ext cx="4419489" cy="1233190"/>
          </a:xfrm>
          <a:prstGeom prst="roundRect">
            <a:avLst>
              <a:gd name="adj" fmla="val 6437"/>
            </a:avLst>
          </a:prstGeom>
          <a:solidFill>
            <a:srgbClr val="FBC5AA"/>
          </a:solidFill>
          <a:ln/>
        </p:spPr>
        <p:txBody>
          <a:bodyPr/>
          <a:lstStyle/>
          <a:p>
            <a:endParaRPr lang="en-IN"/>
          </a:p>
        </p:txBody>
      </p:sp>
      <p:sp>
        <p:nvSpPr>
          <p:cNvPr id="17" name="Text 14"/>
          <p:cNvSpPr/>
          <p:nvPr/>
        </p:nvSpPr>
        <p:spPr>
          <a:xfrm>
            <a:off x="7518212" y="5019030"/>
            <a:ext cx="4216295" cy="255290"/>
          </a:xfrm>
          <a:prstGeom prst="rect">
            <a:avLst/>
          </a:prstGeom>
          <a:noFill/>
          <a:ln/>
        </p:spPr>
        <p:txBody>
          <a:bodyPr wrap="none" lIns="0" tIns="0" rIns="0" bIns="0" rtlCol="0" anchor="t"/>
          <a:lstStyle/>
          <a:p>
            <a:pPr marL="0" indent="0" algn="l">
              <a:lnSpc>
                <a:spcPct val="113000"/>
              </a:lnSpc>
              <a:buNone/>
            </a:pPr>
            <a:r>
              <a:rPr lang="en-US" sz="1500" b="1" dirty="0">
                <a:solidFill>
                  <a:srgbClr val="000000"/>
                </a:solidFill>
                <a:latin typeface="Space Grotesk Bold" pitchFamily="34" charset="0"/>
                <a:ea typeface="Space Grotesk Bold" pitchFamily="34" charset="-122"/>
                <a:cs typeface="Space Grotesk Bold" pitchFamily="34" charset="-120"/>
              </a:rPr>
              <a:t>Quick fixes</a:t>
            </a:r>
            <a:endParaRPr lang="en-US" sz="1500" dirty="0"/>
          </a:p>
        </p:txBody>
      </p:sp>
      <p:sp>
        <p:nvSpPr>
          <p:cNvPr id="18" name="Text 15"/>
          <p:cNvSpPr/>
          <p:nvPr/>
        </p:nvSpPr>
        <p:spPr>
          <a:xfrm>
            <a:off x="7518212" y="5377154"/>
            <a:ext cx="4013100" cy="670322"/>
          </a:xfrm>
          <a:prstGeom prst="rect">
            <a:avLst/>
          </a:prstGeom>
          <a:noFill/>
          <a:ln/>
        </p:spPr>
        <p:txBody>
          <a:bodyPr wrap="square" lIns="0" tIns="0" rIns="0" bIns="0" rtlCol="0" anchor="t">
            <a:normAutofit fontScale="92500"/>
          </a:bodyPr>
          <a:lstStyle/>
          <a:p>
            <a:pPr marL="0" indent="0" algn="l">
              <a:lnSpc>
                <a:spcPct val="113000"/>
              </a:lnSpc>
              <a:buNone/>
            </a:pPr>
            <a:r>
              <a:rPr lang="en-US" sz="1300" dirty="0">
                <a:solidFill>
                  <a:srgbClr val="000000"/>
                </a:solidFill>
                <a:latin typeface="Space Grotesk" pitchFamily="34" charset="0"/>
                <a:ea typeface="Space Grotesk" pitchFamily="34" charset="-122"/>
                <a:cs typeface="Space Grotesk" pitchFamily="34" charset="-120"/>
              </a:rPr>
              <a:t>Brand and service in the title; “clean energy” and “solar-powered irrigation” in the meta description; “Pay-Per-Use Solar Irrigation Model” in H1/H2.</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189" y="491299"/>
            <a:ext cx="647683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Organic keywords analysis</a:t>
            </a:r>
            <a:endParaRPr lang="en-US" sz="3400" dirty="0"/>
          </a:p>
        </p:txBody>
      </p:sp>
      <p:pic>
        <p:nvPicPr>
          <p:cNvPr id="3" name="Image 0" descr="preencoded.png"/>
          <p:cNvPicPr>
            <a:picLocks noChangeAspect="1"/>
          </p:cNvPicPr>
          <p:nvPr/>
        </p:nvPicPr>
        <p:blipFill>
          <a:blip r:embed="rId3"/>
          <a:stretch>
            <a:fillRect/>
          </a:stretch>
        </p:blipFill>
        <p:spPr>
          <a:xfrm>
            <a:off x="457189" y="1107579"/>
            <a:ext cx="6349841" cy="4072731"/>
          </a:xfrm>
          <a:prstGeom prst="rect">
            <a:avLst/>
          </a:prstGeom>
        </p:spPr>
      </p:pic>
      <p:sp>
        <p:nvSpPr>
          <p:cNvPr id="4" name="Text 1"/>
          <p:cNvSpPr/>
          <p:nvPr/>
        </p:nvSpPr>
        <p:spPr>
          <a:xfrm>
            <a:off x="457189" y="5364460"/>
            <a:ext cx="6476838" cy="391120"/>
          </a:xfrm>
          <a:prstGeom prst="rect">
            <a:avLst/>
          </a:prstGeom>
          <a:noFill/>
          <a:ln/>
        </p:spPr>
        <p:txBody>
          <a:bodyPr wrap="square" lIns="0" tIns="0" rIns="0" bIns="0" rtlCol="0" anchor="t">
            <a:normAutofit/>
          </a:bodyPr>
          <a:lstStyle/>
          <a:p>
            <a:pPr marL="0" indent="0" algn="l">
              <a:lnSpc>
                <a:spcPct val="117000"/>
              </a:lnSpc>
              <a:buNone/>
            </a:pPr>
            <a:r>
              <a:rPr lang="en-US" sz="1100" b="1" dirty="0">
                <a:solidFill>
                  <a:srgbClr val="B8330C"/>
                </a:solidFill>
                <a:latin typeface="Space Grotesk Bold" pitchFamily="34" charset="0"/>
                <a:ea typeface="Space Grotesk Bold" pitchFamily="34" charset="-122"/>
                <a:cs typeface="Space Grotesk Bold" pitchFamily="34" charset="-120"/>
              </a:rPr>
              <a:t>Please note</a:t>
            </a:r>
            <a:r>
              <a:rPr lang="en-US" sz="1100" dirty="0">
                <a:solidFill>
                  <a:srgbClr val="000000"/>
                </a:solidFill>
                <a:latin typeface="Space Grotesk" pitchFamily="34" charset="0"/>
                <a:ea typeface="Space Grotesk" pitchFamily="34" charset="-122"/>
                <a:cs typeface="Space Grotesk" pitchFamily="34" charset="-120"/>
              </a:rPr>
              <a:t>, the data presented is subject to change over time due to evolving metrics such as performance fluctuations, strategic adjustments, and external market dynamics</a:t>
            </a:r>
            <a:endParaRPr lang="en-US" sz="1100" dirty="0"/>
          </a:p>
        </p:txBody>
      </p:sp>
      <p:sp>
        <p:nvSpPr>
          <p:cNvPr id="5" name="Text 2"/>
          <p:cNvSpPr/>
          <p:nvPr/>
        </p:nvSpPr>
        <p:spPr>
          <a:xfrm>
            <a:off x="457189" y="5939730"/>
            <a:ext cx="6857828"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Source:</a:t>
            </a:r>
            <a:r>
              <a:rPr lang="en-US" sz="1200" dirty="0">
                <a:solidFill>
                  <a:srgbClr val="000000"/>
                </a:solidFill>
                <a:latin typeface="Space Grotesk" pitchFamily="34" charset="0"/>
                <a:ea typeface="Space Grotesk" pitchFamily="34" charset="-122"/>
                <a:cs typeface="Space Grotesk" pitchFamily="34" charset="-120"/>
              </a:rPr>
              <a:t> </a:t>
            </a:r>
            <a:r>
              <a:rPr lang="en-US" sz="1200" b="1" dirty="0">
                <a:solidFill>
                  <a:srgbClr val="000000"/>
                </a:solidFill>
                <a:latin typeface="Space Grotesk Bold" pitchFamily="34" charset="0"/>
                <a:ea typeface="Space Grotesk Bold" pitchFamily="34" charset="-122"/>
                <a:cs typeface="Space Grotesk Bold" pitchFamily="34" charset="-120"/>
              </a:rPr>
              <a:t>Semrush</a:t>
            </a:r>
            <a:endParaRPr lang="en-US" sz="1200" dirty="0"/>
          </a:p>
        </p:txBody>
      </p:sp>
      <p:sp>
        <p:nvSpPr>
          <p:cNvPr id="6" name="Text 3"/>
          <p:cNvSpPr/>
          <p:nvPr/>
        </p:nvSpPr>
        <p:spPr>
          <a:xfrm>
            <a:off x="7315017" y="279400"/>
            <a:ext cx="4876678" cy="355600"/>
          </a:xfrm>
          <a:prstGeom prst="rect">
            <a:avLst/>
          </a:prstGeom>
          <a:noFill/>
          <a:ln/>
        </p:spPr>
        <p:txBody>
          <a:bodyPr wrap="none" lIns="0" tIns="0" rIns="0" bIns="0" rtlCol="0" anchor="t"/>
          <a:lstStyle/>
          <a:p>
            <a:pPr marL="0" indent="0" algn="l">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Insights</a:t>
            </a:r>
            <a:endParaRPr lang="en-US" sz="2000" dirty="0"/>
          </a:p>
        </p:txBody>
      </p:sp>
      <p:sp>
        <p:nvSpPr>
          <p:cNvPr id="7" name="Shape 4"/>
          <p:cNvSpPr/>
          <p:nvPr/>
        </p:nvSpPr>
        <p:spPr>
          <a:xfrm>
            <a:off x="7315017" y="819150"/>
            <a:ext cx="4419489" cy="1019671"/>
          </a:xfrm>
          <a:prstGeom prst="roundRect">
            <a:avLst>
              <a:gd name="adj" fmla="val 8370"/>
            </a:avLst>
          </a:prstGeom>
          <a:solidFill>
            <a:srgbClr val="FE829A"/>
          </a:solidFill>
          <a:ln/>
        </p:spPr>
        <p:txBody>
          <a:bodyPr/>
          <a:lstStyle/>
          <a:p>
            <a:endParaRPr lang="en-IN"/>
          </a:p>
        </p:txBody>
      </p:sp>
      <p:sp>
        <p:nvSpPr>
          <p:cNvPr id="8" name="Text 5"/>
          <p:cNvSpPr/>
          <p:nvPr/>
        </p:nvSpPr>
        <p:spPr>
          <a:xfrm>
            <a:off x="7518212" y="895667"/>
            <a:ext cx="4216295"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The main crisis</a:t>
            </a:r>
            <a:endParaRPr lang="en-US" sz="1600" dirty="0"/>
          </a:p>
        </p:txBody>
      </p:sp>
      <p:sp>
        <p:nvSpPr>
          <p:cNvPr id="9" name="Text 6"/>
          <p:cNvSpPr/>
          <p:nvPr/>
        </p:nvSpPr>
        <p:spPr>
          <a:xfrm>
            <a:off x="7518212" y="1300460"/>
            <a:ext cx="4013100" cy="46216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Ranks almost only for its own brand name and misspellings, so traffic value is $0.00.</a:t>
            </a:r>
            <a:endParaRPr lang="en-US" sz="1300" dirty="0"/>
          </a:p>
        </p:txBody>
      </p:sp>
      <p:sp>
        <p:nvSpPr>
          <p:cNvPr id="10" name="Shape 7"/>
          <p:cNvSpPr/>
          <p:nvPr/>
        </p:nvSpPr>
        <p:spPr>
          <a:xfrm>
            <a:off x="7315017" y="1991221"/>
            <a:ext cx="4419489" cy="1019671"/>
          </a:xfrm>
          <a:prstGeom prst="roundRect">
            <a:avLst>
              <a:gd name="adj" fmla="val 8370"/>
            </a:avLst>
          </a:prstGeom>
          <a:solidFill>
            <a:srgbClr val="F9B440"/>
          </a:solidFill>
          <a:ln/>
        </p:spPr>
        <p:txBody>
          <a:bodyPr/>
          <a:lstStyle/>
          <a:p>
            <a:endParaRPr lang="en-IN"/>
          </a:p>
        </p:txBody>
      </p:sp>
      <p:sp>
        <p:nvSpPr>
          <p:cNvPr id="11" name="Text 8"/>
          <p:cNvSpPr/>
          <p:nvPr/>
        </p:nvSpPr>
        <p:spPr>
          <a:xfrm>
            <a:off x="7518212" y="2067739"/>
            <a:ext cx="4216295"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Zero commercial keywords</a:t>
            </a:r>
            <a:endParaRPr lang="en-US" sz="1600" dirty="0"/>
          </a:p>
        </p:txBody>
      </p:sp>
      <p:sp>
        <p:nvSpPr>
          <p:cNvPr id="12" name="Text 9"/>
          <p:cNvSpPr/>
          <p:nvPr/>
        </p:nvSpPr>
        <p:spPr>
          <a:xfrm>
            <a:off x="7518212" y="2472531"/>
            <a:ext cx="4013100" cy="462161"/>
          </a:xfrm>
          <a:prstGeom prst="rect">
            <a:avLst/>
          </a:prstGeom>
          <a:noFill/>
          <a:ln/>
        </p:spPr>
        <p:txBody>
          <a:bodyPr wrap="square" lIns="0" tIns="0" rIns="0" bIns="0" rtlCol="0" anchor="t">
            <a:normAutofit fontScale="92500"/>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Only “oorja” variants and typos (“ojres”, “aruja”); the brand drives 98% of traffic across 8 positions.</a:t>
            </a:r>
            <a:endParaRPr lang="en-US" sz="1300" dirty="0"/>
          </a:p>
        </p:txBody>
      </p:sp>
      <p:sp>
        <p:nvSpPr>
          <p:cNvPr id="13" name="Shape 10"/>
          <p:cNvSpPr/>
          <p:nvPr/>
        </p:nvSpPr>
        <p:spPr>
          <a:xfrm>
            <a:off x="7315017" y="3163292"/>
            <a:ext cx="4419489" cy="1019671"/>
          </a:xfrm>
          <a:prstGeom prst="roundRect">
            <a:avLst>
              <a:gd name="adj" fmla="val 8370"/>
            </a:avLst>
          </a:prstGeom>
          <a:solidFill>
            <a:srgbClr val="FC9FA5"/>
          </a:solidFill>
          <a:ln/>
        </p:spPr>
        <p:txBody>
          <a:bodyPr/>
          <a:lstStyle/>
          <a:p>
            <a:endParaRPr lang="en-IN"/>
          </a:p>
        </p:txBody>
      </p:sp>
      <p:sp>
        <p:nvSpPr>
          <p:cNvPr id="14" name="Text 11"/>
          <p:cNvSpPr/>
          <p:nvPr/>
        </p:nvSpPr>
        <p:spPr>
          <a:xfrm>
            <a:off x="7518212" y="3239810"/>
            <a:ext cx="4216295"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Keyword count doubling</a:t>
            </a:r>
            <a:endParaRPr lang="en-US" sz="1600" dirty="0"/>
          </a:p>
        </p:txBody>
      </p:sp>
      <p:sp>
        <p:nvSpPr>
          <p:cNvPr id="15" name="Text 12"/>
          <p:cNvSpPr/>
          <p:nvPr/>
        </p:nvSpPr>
        <p:spPr>
          <a:xfrm>
            <a:off x="7518212" y="3644602"/>
            <a:ext cx="4013100" cy="46216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Organic keywords grew from roughly 4 to 8 in September.</a:t>
            </a:r>
            <a:endParaRPr lang="en-US" sz="1300" dirty="0"/>
          </a:p>
        </p:txBody>
      </p:sp>
      <p:sp>
        <p:nvSpPr>
          <p:cNvPr id="16" name="Shape 13"/>
          <p:cNvSpPr/>
          <p:nvPr/>
        </p:nvSpPr>
        <p:spPr>
          <a:xfrm>
            <a:off x="7315017" y="4335363"/>
            <a:ext cx="4419489" cy="1019671"/>
          </a:xfrm>
          <a:prstGeom prst="roundRect">
            <a:avLst>
              <a:gd name="adj" fmla="val 8370"/>
            </a:avLst>
          </a:prstGeom>
          <a:solidFill>
            <a:srgbClr val="FBC5AA"/>
          </a:solidFill>
          <a:ln/>
        </p:spPr>
        <p:txBody>
          <a:bodyPr/>
          <a:lstStyle/>
          <a:p>
            <a:endParaRPr lang="en-IN"/>
          </a:p>
        </p:txBody>
      </p:sp>
      <p:sp>
        <p:nvSpPr>
          <p:cNvPr id="17" name="Text 14"/>
          <p:cNvSpPr/>
          <p:nvPr/>
        </p:nvSpPr>
        <p:spPr>
          <a:xfrm>
            <a:off x="7518212" y="4411881"/>
            <a:ext cx="4216295"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Position growth</a:t>
            </a:r>
            <a:endParaRPr lang="en-US" sz="1600" dirty="0"/>
          </a:p>
        </p:txBody>
      </p:sp>
      <p:sp>
        <p:nvSpPr>
          <p:cNvPr id="18" name="Text 15"/>
          <p:cNvSpPr/>
          <p:nvPr/>
        </p:nvSpPr>
        <p:spPr>
          <a:xfrm>
            <a:off x="7518212" y="4816673"/>
            <a:ext cx="4013100" cy="46216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Reached the Top 3 for the brand name in mid-September.</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189" y="491299"/>
            <a:ext cx="647683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Improvement recommendations</a:t>
            </a:r>
            <a:endParaRPr lang="en-US" sz="3400" dirty="0"/>
          </a:p>
        </p:txBody>
      </p:sp>
      <p:pic>
        <p:nvPicPr>
          <p:cNvPr id="3" name="Image 0" descr="preencoded.png"/>
          <p:cNvPicPr>
            <a:picLocks noChangeAspect="1"/>
          </p:cNvPicPr>
          <p:nvPr/>
        </p:nvPicPr>
        <p:blipFill>
          <a:blip r:embed="rId3"/>
          <a:stretch>
            <a:fillRect/>
          </a:stretch>
        </p:blipFill>
        <p:spPr>
          <a:xfrm>
            <a:off x="457189" y="1100138"/>
            <a:ext cx="5587860" cy="4087614"/>
          </a:xfrm>
          <a:prstGeom prst="rect">
            <a:avLst/>
          </a:prstGeom>
        </p:spPr>
      </p:pic>
      <p:sp>
        <p:nvSpPr>
          <p:cNvPr id="4" name="Text 1"/>
          <p:cNvSpPr/>
          <p:nvPr/>
        </p:nvSpPr>
        <p:spPr>
          <a:xfrm>
            <a:off x="457189" y="5371902"/>
            <a:ext cx="6476838" cy="391120"/>
          </a:xfrm>
          <a:prstGeom prst="rect">
            <a:avLst/>
          </a:prstGeom>
          <a:noFill/>
          <a:ln/>
        </p:spPr>
        <p:txBody>
          <a:bodyPr wrap="square" lIns="0" tIns="0" rIns="0" bIns="0" rtlCol="0" anchor="t">
            <a:normAutofit/>
          </a:bodyPr>
          <a:lstStyle/>
          <a:p>
            <a:pPr marL="0" indent="0" algn="l">
              <a:lnSpc>
                <a:spcPct val="117000"/>
              </a:lnSpc>
              <a:buNone/>
            </a:pPr>
            <a:r>
              <a:rPr lang="en-US" sz="1100" b="1" dirty="0">
                <a:solidFill>
                  <a:srgbClr val="B8330C"/>
                </a:solidFill>
                <a:latin typeface="Space Grotesk Bold" pitchFamily="34" charset="0"/>
                <a:ea typeface="Space Grotesk Bold" pitchFamily="34" charset="-122"/>
                <a:cs typeface="Space Grotesk Bold" pitchFamily="34" charset="-120"/>
              </a:rPr>
              <a:t>Please note</a:t>
            </a:r>
            <a:r>
              <a:rPr lang="en-US" sz="1100" dirty="0">
                <a:solidFill>
                  <a:srgbClr val="000000"/>
                </a:solidFill>
                <a:latin typeface="Space Grotesk" pitchFamily="34" charset="0"/>
                <a:ea typeface="Space Grotesk" pitchFamily="34" charset="-122"/>
                <a:cs typeface="Space Grotesk" pitchFamily="34" charset="-120"/>
              </a:rPr>
              <a:t>, the data presented is subject to change over time due to evolving metrics such as performance fluctuations, strategic adjustments, and external market dynamics</a:t>
            </a:r>
            <a:endParaRPr lang="en-US" sz="1100" dirty="0"/>
          </a:p>
        </p:txBody>
      </p:sp>
      <p:sp>
        <p:nvSpPr>
          <p:cNvPr id="5" name="Text 2"/>
          <p:cNvSpPr/>
          <p:nvPr/>
        </p:nvSpPr>
        <p:spPr>
          <a:xfrm>
            <a:off x="457189" y="5947172"/>
            <a:ext cx="6857828"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Source:</a:t>
            </a:r>
            <a:r>
              <a:rPr lang="en-US" sz="1200" dirty="0">
                <a:solidFill>
                  <a:srgbClr val="000000"/>
                </a:solidFill>
                <a:latin typeface="Space Grotesk" pitchFamily="34" charset="0"/>
                <a:ea typeface="Space Grotesk" pitchFamily="34" charset="-122"/>
                <a:cs typeface="Space Grotesk" pitchFamily="34" charset="-120"/>
              </a:rPr>
              <a:t> </a:t>
            </a:r>
            <a:r>
              <a:rPr lang="en-US" sz="1200" b="1" dirty="0">
                <a:solidFill>
                  <a:srgbClr val="000000"/>
                </a:solidFill>
                <a:latin typeface="Space Grotesk Bold" pitchFamily="34" charset="0"/>
                <a:ea typeface="Space Grotesk Bold" pitchFamily="34" charset="-122"/>
                <a:cs typeface="Space Grotesk Bold" pitchFamily="34" charset="-120"/>
              </a:rPr>
              <a:t>SEOPTIMER</a:t>
            </a:r>
            <a:endParaRPr lang="en-US" sz="1200" dirty="0"/>
          </a:p>
        </p:txBody>
      </p:sp>
      <p:sp>
        <p:nvSpPr>
          <p:cNvPr id="6" name="Text 3"/>
          <p:cNvSpPr/>
          <p:nvPr/>
        </p:nvSpPr>
        <p:spPr>
          <a:xfrm>
            <a:off x="7315017" y="279400"/>
            <a:ext cx="4876678" cy="355600"/>
          </a:xfrm>
          <a:prstGeom prst="rect">
            <a:avLst/>
          </a:prstGeom>
          <a:noFill/>
          <a:ln/>
        </p:spPr>
        <p:txBody>
          <a:bodyPr wrap="none" lIns="0" tIns="0" rIns="0" bIns="0" rtlCol="0" anchor="t"/>
          <a:lstStyle/>
          <a:p>
            <a:pPr marL="0" indent="0" algn="l">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Insights</a:t>
            </a:r>
            <a:endParaRPr lang="en-US" sz="2000" dirty="0"/>
          </a:p>
        </p:txBody>
      </p:sp>
      <p:sp>
        <p:nvSpPr>
          <p:cNvPr id="7" name="Shape 4"/>
          <p:cNvSpPr/>
          <p:nvPr/>
        </p:nvSpPr>
        <p:spPr>
          <a:xfrm>
            <a:off x="7315017" y="819150"/>
            <a:ext cx="4419489" cy="1250752"/>
          </a:xfrm>
          <a:prstGeom prst="roundRect">
            <a:avLst>
              <a:gd name="adj" fmla="val 6823"/>
            </a:avLst>
          </a:prstGeom>
          <a:solidFill>
            <a:srgbClr val="FE829A"/>
          </a:solidFill>
          <a:ln/>
        </p:spPr>
        <p:txBody>
          <a:bodyPr/>
          <a:lstStyle/>
          <a:p>
            <a:endParaRPr lang="en-IN"/>
          </a:p>
        </p:txBody>
      </p:sp>
      <p:sp>
        <p:nvSpPr>
          <p:cNvPr id="8" name="Text 5"/>
          <p:cNvSpPr/>
          <p:nvPr/>
        </p:nvSpPr>
        <p:spPr>
          <a:xfrm>
            <a:off x="7518212" y="895667"/>
            <a:ext cx="4216295"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Fix the meta tags</a:t>
            </a:r>
            <a:endParaRPr lang="en-US" sz="1600" dirty="0"/>
          </a:p>
        </p:txBody>
      </p:sp>
      <p:sp>
        <p:nvSpPr>
          <p:cNvPr id="9" name="Text 6"/>
          <p:cNvSpPr/>
          <p:nvPr/>
        </p:nvSpPr>
        <p:spPr>
          <a:xfrm>
            <a:off x="7518212" y="1300460"/>
            <a:ext cx="4013100" cy="69324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Lengthen the title tag and meta description and add an H1 using “solar irrigation” and “clean energy”.</a:t>
            </a:r>
            <a:endParaRPr lang="en-US" sz="1300" dirty="0"/>
          </a:p>
        </p:txBody>
      </p:sp>
      <p:sp>
        <p:nvSpPr>
          <p:cNvPr id="10" name="Shape 7"/>
          <p:cNvSpPr/>
          <p:nvPr/>
        </p:nvSpPr>
        <p:spPr>
          <a:xfrm>
            <a:off x="7315017" y="2222302"/>
            <a:ext cx="4419489" cy="1019671"/>
          </a:xfrm>
          <a:prstGeom prst="roundRect">
            <a:avLst>
              <a:gd name="adj" fmla="val 8370"/>
            </a:avLst>
          </a:prstGeom>
          <a:solidFill>
            <a:srgbClr val="F9B440"/>
          </a:solidFill>
          <a:ln/>
        </p:spPr>
        <p:txBody>
          <a:bodyPr/>
          <a:lstStyle/>
          <a:p>
            <a:endParaRPr lang="en-IN"/>
          </a:p>
        </p:txBody>
      </p:sp>
      <p:sp>
        <p:nvSpPr>
          <p:cNvPr id="11" name="Text 8"/>
          <p:cNvSpPr/>
          <p:nvPr/>
        </p:nvSpPr>
        <p:spPr>
          <a:xfrm>
            <a:off x="7518212" y="2298819"/>
            <a:ext cx="4216295"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Bridge the keyword gap</a:t>
            </a:r>
            <a:endParaRPr lang="en-US" sz="1600" dirty="0"/>
          </a:p>
        </p:txBody>
      </p:sp>
      <p:sp>
        <p:nvSpPr>
          <p:cNvPr id="12" name="Text 9"/>
          <p:cNvSpPr/>
          <p:nvPr/>
        </p:nvSpPr>
        <p:spPr>
          <a:xfrm>
            <a:off x="7518212" y="2703612"/>
            <a:ext cx="4013100" cy="46216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Use keywords across HTML tags to reinforce the keyword consistency report.</a:t>
            </a:r>
            <a:endParaRPr lang="en-US" sz="1300" dirty="0"/>
          </a:p>
        </p:txBody>
      </p:sp>
      <p:sp>
        <p:nvSpPr>
          <p:cNvPr id="13" name="Shape 10"/>
          <p:cNvSpPr/>
          <p:nvPr/>
        </p:nvSpPr>
        <p:spPr>
          <a:xfrm>
            <a:off x="7315017" y="3394373"/>
            <a:ext cx="4419489" cy="1019671"/>
          </a:xfrm>
          <a:prstGeom prst="roundRect">
            <a:avLst>
              <a:gd name="adj" fmla="val 8370"/>
            </a:avLst>
          </a:prstGeom>
          <a:solidFill>
            <a:srgbClr val="FC9FA5"/>
          </a:solidFill>
          <a:ln/>
        </p:spPr>
        <p:txBody>
          <a:bodyPr/>
          <a:lstStyle/>
          <a:p>
            <a:endParaRPr lang="en-IN"/>
          </a:p>
        </p:txBody>
      </p:sp>
      <p:sp>
        <p:nvSpPr>
          <p:cNvPr id="14" name="Text 11"/>
          <p:cNvSpPr/>
          <p:nvPr/>
        </p:nvSpPr>
        <p:spPr>
          <a:xfrm>
            <a:off x="7518212" y="3470890"/>
            <a:ext cx="4216295"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Attack the speed lag</a:t>
            </a:r>
            <a:endParaRPr lang="en-US" sz="1600" dirty="0"/>
          </a:p>
        </p:txBody>
      </p:sp>
      <p:sp>
        <p:nvSpPr>
          <p:cNvPr id="15" name="Text 12"/>
          <p:cNvSpPr/>
          <p:nvPr/>
        </p:nvSpPr>
        <p:spPr>
          <a:xfrm>
            <a:off x="7518212" y="3875683"/>
            <a:ext cx="4013100" cy="46216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Optimize Core Web Vitals, reduce page file size and improve load speed to lift the 57/100 score.</a:t>
            </a:r>
            <a:endParaRPr lang="en-US" sz="1300" dirty="0"/>
          </a:p>
        </p:txBody>
      </p:sp>
      <p:sp>
        <p:nvSpPr>
          <p:cNvPr id="16" name="Shape 13"/>
          <p:cNvSpPr/>
          <p:nvPr/>
        </p:nvSpPr>
        <p:spPr>
          <a:xfrm>
            <a:off x="7315017" y="4566444"/>
            <a:ext cx="4419489" cy="1250752"/>
          </a:xfrm>
          <a:prstGeom prst="roundRect">
            <a:avLst>
              <a:gd name="adj" fmla="val 6823"/>
            </a:avLst>
          </a:prstGeom>
          <a:solidFill>
            <a:srgbClr val="FBC5AA"/>
          </a:solidFill>
          <a:ln/>
        </p:spPr>
        <p:txBody>
          <a:bodyPr/>
          <a:lstStyle/>
          <a:p>
            <a:endParaRPr lang="en-IN"/>
          </a:p>
        </p:txBody>
      </p:sp>
      <p:sp>
        <p:nvSpPr>
          <p:cNvPr id="17" name="Text 14"/>
          <p:cNvSpPr/>
          <p:nvPr/>
        </p:nvSpPr>
        <p:spPr>
          <a:xfrm>
            <a:off x="7518212" y="4642961"/>
            <a:ext cx="4216295"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Low-priority housekeeping</a:t>
            </a:r>
            <a:endParaRPr lang="en-US" sz="1600" dirty="0"/>
          </a:p>
        </p:txBody>
      </p:sp>
      <p:sp>
        <p:nvSpPr>
          <p:cNvPr id="18" name="Text 15"/>
          <p:cNvSpPr/>
          <p:nvPr/>
        </p:nvSpPr>
        <p:spPr>
          <a:xfrm>
            <a:off x="7518212" y="5047754"/>
            <a:ext cx="4013100" cy="69324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Optimize images, add alt text, defer render-blocking resources, use browser caching, improve headings and add page text.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09585" y="389699"/>
            <a:ext cx="10972526"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Improvement recommendations: action plan</a:t>
            </a:r>
            <a:endParaRPr lang="en-US" sz="3400" dirty="0"/>
          </a:p>
        </p:txBody>
      </p:sp>
      <p:sp>
        <p:nvSpPr>
          <p:cNvPr id="3" name="Shape 1"/>
          <p:cNvSpPr/>
          <p:nvPr/>
        </p:nvSpPr>
        <p:spPr>
          <a:xfrm>
            <a:off x="609585" y="961330"/>
            <a:ext cx="3555911" cy="5218708"/>
          </a:xfrm>
          <a:prstGeom prst="roundRect">
            <a:avLst>
              <a:gd name="adj" fmla="val 2400"/>
            </a:avLst>
          </a:prstGeom>
          <a:solidFill>
            <a:srgbClr val="FE829A"/>
          </a:solidFill>
          <a:ln/>
        </p:spPr>
        <p:txBody>
          <a:bodyPr/>
          <a:lstStyle/>
          <a:p>
            <a:endParaRPr lang="en-IN"/>
          </a:p>
        </p:txBody>
      </p:sp>
      <p:sp>
        <p:nvSpPr>
          <p:cNvPr id="4" name="Text 2"/>
          <p:cNvSpPr/>
          <p:nvPr/>
        </p:nvSpPr>
        <p:spPr>
          <a:xfrm>
            <a:off x="914377" y="1329313"/>
            <a:ext cx="2946326" cy="274241"/>
          </a:xfrm>
          <a:prstGeom prst="rect">
            <a:avLst/>
          </a:prstGeom>
          <a:noFill/>
          <a:ln/>
        </p:spPr>
        <p:txBody>
          <a:bodyPr wrap="none" lIns="0" tIns="0" rIns="0" bIns="0" rtlCol="0" anchor="t"/>
          <a:lstStyle/>
          <a:p>
            <a:pPr marL="0" indent="0" algn="l">
              <a:lnSpc>
                <a:spcPct val="100000"/>
              </a:lnSpc>
              <a:buNone/>
            </a:pPr>
            <a:r>
              <a:rPr lang="en-US" sz="1800" b="1" dirty="0">
                <a:solidFill>
                  <a:srgbClr val="000000"/>
                </a:solidFill>
                <a:latin typeface="Space Grotesk Bold" pitchFamily="34" charset="0"/>
                <a:ea typeface="Space Grotesk Bold" pitchFamily="34" charset="-122"/>
                <a:cs typeface="Space Grotesk Bold" pitchFamily="34" charset="-120"/>
              </a:rPr>
              <a:t>Fix the basics</a:t>
            </a:r>
            <a:endParaRPr lang="en-US" sz="1800" dirty="0"/>
          </a:p>
        </p:txBody>
      </p:sp>
      <p:sp>
        <p:nvSpPr>
          <p:cNvPr id="5" name="Text 3"/>
          <p:cNvSpPr/>
          <p:nvPr/>
        </p:nvSpPr>
        <p:spPr>
          <a:xfrm>
            <a:off x="914377" y="1737221"/>
            <a:ext cx="3251119"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Step 1: Fix the metadata</a:t>
            </a:r>
            <a:endParaRPr lang="en-US" sz="1400" dirty="0"/>
          </a:p>
        </p:txBody>
      </p:sp>
      <p:sp>
        <p:nvSpPr>
          <p:cNvPr id="6" name="Text 4"/>
          <p:cNvSpPr/>
          <p:nvPr/>
        </p:nvSpPr>
        <p:spPr>
          <a:xfrm>
            <a:off x="914377" y="2106712"/>
            <a:ext cx="2946326" cy="924322"/>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Title tag 50–60 characters with brand and main service. Meta description 150–160 characters with a clear call to action.</a:t>
            </a:r>
            <a:endParaRPr lang="en-US" sz="1300" dirty="0"/>
          </a:p>
        </p:txBody>
      </p:sp>
      <p:sp>
        <p:nvSpPr>
          <p:cNvPr id="7" name="Text 5"/>
          <p:cNvSpPr/>
          <p:nvPr/>
        </p:nvSpPr>
        <p:spPr>
          <a:xfrm>
            <a:off x="914377" y="3151684"/>
            <a:ext cx="3251119"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Step 2: Re-architect headings</a:t>
            </a:r>
            <a:endParaRPr lang="en-US" sz="1400" dirty="0"/>
          </a:p>
        </p:txBody>
      </p:sp>
      <p:sp>
        <p:nvSpPr>
          <p:cNvPr id="8" name="Text 6"/>
          <p:cNvSpPr/>
          <p:nvPr/>
        </p:nvSpPr>
        <p:spPr>
          <a:xfrm>
            <a:off x="914377" y="3521174"/>
            <a:ext cx="2946326" cy="46216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Exactly one H1 with the primary keyword; clean H2/H3 hierarchy.</a:t>
            </a:r>
            <a:endParaRPr lang="en-US" sz="1300" dirty="0"/>
          </a:p>
        </p:txBody>
      </p:sp>
      <p:sp>
        <p:nvSpPr>
          <p:cNvPr id="9" name="Text 7"/>
          <p:cNvSpPr/>
          <p:nvPr/>
        </p:nvSpPr>
        <p:spPr>
          <a:xfrm>
            <a:off x="914377" y="4103985"/>
            <a:ext cx="3251119"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Step 3: Clean up vulnerabilities</a:t>
            </a:r>
            <a:endParaRPr lang="en-US" sz="1400" dirty="0"/>
          </a:p>
        </p:txBody>
      </p:sp>
      <p:sp>
        <p:nvSpPr>
          <p:cNvPr id="10" name="Text 8"/>
          <p:cNvSpPr/>
          <p:nvPr/>
        </p:nvSpPr>
        <p:spPr>
          <a:xfrm>
            <a:off x="914377" y="4473476"/>
            <a:ext cx="2946326" cy="69324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Turn clear-text email addresses into a linked contact button or obscure them.</a:t>
            </a:r>
            <a:endParaRPr lang="en-US" sz="1300" dirty="0"/>
          </a:p>
        </p:txBody>
      </p:sp>
      <p:sp>
        <p:nvSpPr>
          <p:cNvPr id="11" name="Shape 9"/>
          <p:cNvSpPr/>
          <p:nvPr/>
        </p:nvSpPr>
        <p:spPr>
          <a:xfrm>
            <a:off x="4317892" y="961330"/>
            <a:ext cx="3555911" cy="5218708"/>
          </a:xfrm>
          <a:prstGeom prst="roundRect">
            <a:avLst>
              <a:gd name="adj" fmla="val 2400"/>
            </a:avLst>
          </a:prstGeom>
          <a:solidFill>
            <a:srgbClr val="F9B440"/>
          </a:solidFill>
          <a:ln/>
        </p:spPr>
        <p:txBody>
          <a:bodyPr/>
          <a:lstStyle/>
          <a:p>
            <a:endParaRPr lang="en-IN"/>
          </a:p>
        </p:txBody>
      </p:sp>
      <p:sp>
        <p:nvSpPr>
          <p:cNvPr id="12" name="Text 10"/>
          <p:cNvSpPr/>
          <p:nvPr/>
        </p:nvSpPr>
        <p:spPr>
          <a:xfrm>
            <a:off x="4622684" y="1329313"/>
            <a:ext cx="2946326" cy="548481"/>
          </a:xfrm>
          <a:prstGeom prst="rect">
            <a:avLst/>
          </a:prstGeom>
          <a:noFill/>
          <a:ln/>
        </p:spPr>
        <p:txBody>
          <a:bodyPr wrap="square" lIns="0" tIns="0" rIns="0" bIns="0" rtlCol="0" anchor="t">
            <a:normAutofit lnSpcReduction="10000"/>
          </a:bodyPr>
          <a:lstStyle/>
          <a:p>
            <a:pPr marL="0" indent="0" algn="l">
              <a:lnSpc>
                <a:spcPct val="100000"/>
              </a:lnSpc>
              <a:buNone/>
            </a:pPr>
            <a:r>
              <a:rPr lang="en-US" sz="1800" b="1" dirty="0">
                <a:solidFill>
                  <a:srgbClr val="000000"/>
                </a:solidFill>
                <a:latin typeface="Space Grotesk Bold" pitchFamily="34" charset="0"/>
                <a:ea typeface="Space Grotesk Bold" pitchFamily="34" charset="-122"/>
                <a:cs typeface="Space Grotesk Bold" pitchFamily="34" charset="-120"/>
              </a:rPr>
              <a:t>Asset and image optimization</a:t>
            </a:r>
            <a:endParaRPr lang="en-US" sz="1800" dirty="0"/>
          </a:p>
        </p:txBody>
      </p:sp>
      <p:sp>
        <p:nvSpPr>
          <p:cNvPr id="13" name="Text 11"/>
          <p:cNvSpPr/>
          <p:nvPr/>
        </p:nvSpPr>
        <p:spPr>
          <a:xfrm>
            <a:off x="4622684" y="2011462"/>
            <a:ext cx="2946326" cy="497681"/>
          </a:xfrm>
          <a:prstGeom prst="rect">
            <a:avLst/>
          </a:prstGeom>
          <a:noFill/>
          <a:ln/>
        </p:spPr>
        <p:txBody>
          <a:bodyPr wrap="square" lIns="0" tIns="0" rIns="0" bIns="0" rtlCol="0" anchor="t">
            <a:normAutofit/>
          </a:bodyPr>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Step 1: Bulk-compress all site images</a:t>
            </a:r>
            <a:endParaRPr lang="en-US" sz="1400" dirty="0"/>
          </a:p>
        </p:txBody>
      </p:sp>
      <p:sp>
        <p:nvSpPr>
          <p:cNvPr id="14" name="Text 12"/>
          <p:cNvSpPr/>
          <p:nvPr/>
        </p:nvSpPr>
        <p:spPr>
          <a:xfrm>
            <a:off x="4622684" y="2629793"/>
            <a:ext cx="2946326" cy="69324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Use a tool like TinyPNG or convert to WebP or AVIF; add a short descriptive alt text to every image.</a:t>
            </a:r>
            <a:endParaRPr lang="en-US" sz="1300" dirty="0"/>
          </a:p>
        </p:txBody>
      </p:sp>
      <p:sp>
        <p:nvSpPr>
          <p:cNvPr id="15" name="Text 13"/>
          <p:cNvSpPr/>
          <p:nvPr/>
        </p:nvSpPr>
        <p:spPr>
          <a:xfrm>
            <a:off x="4622684" y="3443684"/>
            <a:ext cx="2946326" cy="497681"/>
          </a:xfrm>
          <a:prstGeom prst="rect">
            <a:avLst/>
          </a:prstGeom>
          <a:noFill/>
          <a:ln/>
        </p:spPr>
        <p:txBody>
          <a:bodyPr wrap="square" lIns="0" tIns="0" rIns="0" bIns="0" rtlCol="0" anchor="t">
            <a:normAutofit/>
          </a:bodyPr>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Step 2: Strip out unused media weight</a:t>
            </a:r>
            <a:endParaRPr lang="en-US" sz="1400" dirty="0"/>
          </a:p>
        </p:txBody>
      </p:sp>
      <p:sp>
        <p:nvSpPr>
          <p:cNvPr id="16" name="Text 14"/>
          <p:cNvSpPr/>
          <p:nvPr/>
        </p:nvSpPr>
        <p:spPr>
          <a:xfrm>
            <a:off x="4622684" y="4062016"/>
            <a:ext cx="2946326" cy="924322"/>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Remove or compress hidden oversized graphics and heavy background video to cut total page file size.</a:t>
            </a:r>
            <a:endParaRPr lang="en-US" sz="1300" dirty="0"/>
          </a:p>
        </p:txBody>
      </p:sp>
      <p:sp>
        <p:nvSpPr>
          <p:cNvPr id="17" name="Shape 15"/>
          <p:cNvSpPr/>
          <p:nvPr/>
        </p:nvSpPr>
        <p:spPr>
          <a:xfrm>
            <a:off x="8026199" y="961330"/>
            <a:ext cx="3555911" cy="5218708"/>
          </a:xfrm>
          <a:prstGeom prst="roundRect">
            <a:avLst>
              <a:gd name="adj" fmla="val 2400"/>
            </a:avLst>
          </a:prstGeom>
          <a:solidFill>
            <a:srgbClr val="FC9FA5"/>
          </a:solidFill>
          <a:ln/>
        </p:spPr>
        <p:txBody>
          <a:bodyPr/>
          <a:lstStyle/>
          <a:p>
            <a:endParaRPr lang="en-IN"/>
          </a:p>
        </p:txBody>
      </p:sp>
      <p:sp>
        <p:nvSpPr>
          <p:cNvPr id="18" name="Text 16"/>
          <p:cNvSpPr/>
          <p:nvPr/>
        </p:nvSpPr>
        <p:spPr>
          <a:xfrm>
            <a:off x="8330992" y="1329313"/>
            <a:ext cx="2946326" cy="548481"/>
          </a:xfrm>
          <a:prstGeom prst="rect">
            <a:avLst/>
          </a:prstGeom>
          <a:noFill/>
          <a:ln/>
        </p:spPr>
        <p:txBody>
          <a:bodyPr wrap="square" lIns="0" tIns="0" rIns="0" bIns="0" rtlCol="0" anchor="t">
            <a:normAutofit lnSpcReduction="10000"/>
          </a:bodyPr>
          <a:lstStyle/>
          <a:p>
            <a:pPr marL="0" indent="0" algn="l">
              <a:lnSpc>
                <a:spcPct val="100000"/>
              </a:lnSpc>
              <a:buNone/>
            </a:pPr>
            <a:r>
              <a:rPr lang="en-US" sz="1800" b="1" dirty="0">
                <a:solidFill>
                  <a:srgbClr val="000000"/>
                </a:solidFill>
                <a:latin typeface="Space Grotesk Bold" pitchFamily="34" charset="0"/>
                <a:ea typeface="Space Grotesk Bold" pitchFamily="34" charset="-122"/>
                <a:cs typeface="Space Grotesk Bold" pitchFamily="34" charset="-120"/>
              </a:rPr>
              <a:t>Advanced performance adjustments</a:t>
            </a:r>
            <a:endParaRPr lang="en-US" sz="1800" dirty="0"/>
          </a:p>
        </p:txBody>
      </p:sp>
      <p:sp>
        <p:nvSpPr>
          <p:cNvPr id="19" name="Text 17"/>
          <p:cNvSpPr/>
          <p:nvPr/>
        </p:nvSpPr>
        <p:spPr>
          <a:xfrm>
            <a:off x="8330992" y="2011462"/>
            <a:ext cx="3251119"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Step 1: Set up browser caching</a:t>
            </a:r>
            <a:endParaRPr lang="en-US" sz="1400" dirty="0"/>
          </a:p>
        </p:txBody>
      </p:sp>
      <p:sp>
        <p:nvSpPr>
          <p:cNvPr id="20" name="Text 18"/>
          <p:cNvSpPr/>
          <p:nvPr/>
        </p:nvSpPr>
        <p:spPr>
          <a:xfrm>
            <a:off x="8330992" y="2380952"/>
            <a:ext cx="2946326" cy="69324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Enable it on the server or hosting dashboard so returning visitors skip re-downloads.</a:t>
            </a:r>
            <a:endParaRPr lang="en-US" sz="1300" dirty="0"/>
          </a:p>
        </p:txBody>
      </p:sp>
      <p:sp>
        <p:nvSpPr>
          <p:cNvPr id="21" name="Text 19"/>
          <p:cNvSpPr/>
          <p:nvPr/>
        </p:nvSpPr>
        <p:spPr>
          <a:xfrm>
            <a:off x="8330992" y="3194844"/>
            <a:ext cx="3251119"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Step 2: Defer unnecessary scripts</a:t>
            </a:r>
            <a:endParaRPr lang="en-US" sz="1400" dirty="0"/>
          </a:p>
        </p:txBody>
      </p:sp>
      <p:sp>
        <p:nvSpPr>
          <p:cNvPr id="22" name="Text 20"/>
          <p:cNvSpPr/>
          <p:nvPr/>
        </p:nvSpPr>
        <p:spPr>
          <a:xfrm>
            <a:off x="8330992" y="3564334"/>
            <a:ext cx="2946326" cy="69324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Load third-party trackers like Facebook Pixel or Google Analytics asynchronously or with defer.</a:t>
            </a:r>
            <a:endParaRPr lang="en-US" sz="1300" dirty="0"/>
          </a:p>
        </p:txBody>
      </p:sp>
      <p:sp>
        <p:nvSpPr>
          <p:cNvPr id="23" name="Text 21"/>
          <p:cNvSpPr/>
          <p:nvPr/>
        </p:nvSpPr>
        <p:spPr>
          <a:xfrm>
            <a:off x="8330992" y="4378226"/>
            <a:ext cx="3251119"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Step 3: Deploy local schema</a:t>
            </a:r>
            <a:endParaRPr lang="en-US" sz="1400" dirty="0"/>
          </a:p>
        </p:txBody>
      </p:sp>
      <p:sp>
        <p:nvSpPr>
          <p:cNvPr id="24" name="Text 22"/>
          <p:cNvSpPr/>
          <p:nvPr/>
        </p:nvSpPr>
        <p:spPr>
          <a:xfrm>
            <a:off x="8330992" y="4747716"/>
            <a:ext cx="2946326" cy="924322"/>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Add a JSON-LD Local Business Schema to the page header so crawlers know where the business operates.</a:t>
            </a:r>
            <a:endParaRPr lang="en-US" sz="1300" dirty="0"/>
          </a:p>
        </p:txBody>
      </p:sp>
      <p:pic>
        <p:nvPicPr>
          <p:cNvPr id="26" name="Graphic 25" descr="Agriculture with solid fill">
            <a:extLst>
              <a:ext uri="{FF2B5EF4-FFF2-40B4-BE49-F238E27FC236}">
                <a16:creationId xmlns:a16="http://schemas.microsoft.com/office/drawing/2014/main" id="{B77EE4CF-744D-7C48-00CE-78FCDF45E2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102226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253994" y="262699"/>
            <a:ext cx="1168370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Website SERP analysis</a:t>
            </a:r>
            <a:endParaRPr lang="en-US" sz="3400" dirty="0"/>
          </a:p>
        </p:txBody>
      </p:sp>
      <p:pic>
        <p:nvPicPr>
          <p:cNvPr id="3" name="Image 0" descr="preencoded.png"/>
          <p:cNvPicPr>
            <a:picLocks noChangeAspect="1"/>
          </p:cNvPicPr>
          <p:nvPr/>
        </p:nvPicPr>
        <p:blipFill>
          <a:blip r:embed="rId3"/>
          <a:stretch>
            <a:fillRect/>
          </a:stretch>
        </p:blipFill>
        <p:spPr>
          <a:xfrm>
            <a:off x="253994" y="808930"/>
            <a:ext cx="11683708" cy="4672409"/>
          </a:xfrm>
          <a:prstGeom prst="rect">
            <a:avLst/>
          </a:prstGeom>
        </p:spPr>
      </p:pic>
      <p:sp>
        <p:nvSpPr>
          <p:cNvPr id="4" name="Text 1"/>
          <p:cNvSpPr/>
          <p:nvPr/>
        </p:nvSpPr>
        <p:spPr>
          <a:xfrm>
            <a:off x="253994" y="6263680"/>
            <a:ext cx="11937701"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Sources:</a:t>
            </a:r>
            <a:r>
              <a:rPr lang="en-US" sz="1200" dirty="0">
                <a:solidFill>
                  <a:srgbClr val="000000"/>
                </a:solidFill>
                <a:latin typeface="Space Grotesk" pitchFamily="34" charset="0"/>
                <a:ea typeface="Space Grotesk" pitchFamily="34" charset="-122"/>
                <a:cs typeface="Space Grotesk" pitchFamily="34" charset="-120"/>
              </a:rPr>
              <a:t> </a:t>
            </a:r>
            <a:r>
              <a:rPr lang="en-US" sz="1200" b="1" dirty="0">
                <a:solidFill>
                  <a:srgbClr val="000000"/>
                </a:solidFill>
                <a:latin typeface="Space Grotesk Bold" pitchFamily="34" charset="0"/>
                <a:ea typeface="Space Grotesk Bold" pitchFamily="34" charset="-122"/>
                <a:cs typeface="Space Grotesk Bold" pitchFamily="34" charset="-120"/>
              </a:rPr>
              <a:t>Mangools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253994" y="262699"/>
            <a:ext cx="1168370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Website SERP analysis: insights</a:t>
            </a:r>
            <a:endParaRPr lang="en-US" sz="3400" dirty="0"/>
          </a:p>
        </p:txBody>
      </p:sp>
      <p:sp>
        <p:nvSpPr>
          <p:cNvPr id="3" name="Text 1"/>
          <p:cNvSpPr/>
          <p:nvPr/>
        </p:nvSpPr>
        <p:spPr>
          <a:xfrm>
            <a:off x="253994" y="834330"/>
            <a:ext cx="11937701" cy="355600"/>
          </a:xfrm>
          <a:prstGeom prst="rect">
            <a:avLst/>
          </a:prstGeom>
          <a:noFill/>
          <a:ln/>
        </p:spPr>
        <p:txBody>
          <a:bodyPr wrap="none" lIns="0" tIns="0" rIns="0" bIns="0" rtlCol="0" anchor="t"/>
          <a:lstStyle/>
          <a:p>
            <a:pPr marL="0" indent="0" algn="l">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Insights</a:t>
            </a:r>
            <a:endParaRPr lang="en-US" sz="2000" dirty="0"/>
          </a:p>
        </p:txBody>
      </p:sp>
      <p:sp>
        <p:nvSpPr>
          <p:cNvPr id="4" name="Shape 2"/>
          <p:cNvSpPr/>
          <p:nvPr/>
        </p:nvSpPr>
        <p:spPr>
          <a:xfrm>
            <a:off x="253994" y="1342330"/>
            <a:ext cx="3792939" cy="3610471"/>
          </a:xfrm>
          <a:prstGeom prst="rect">
            <a:avLst/>
          </a:prstGeom>
          <a:solidFill>
            <a:srgbClr val="B8330C"/>
          </a:solidFill>
          <a:ln/>
        </p:spPr>
        <p:txBody>
          <a:bodyPr/>
          <a:lstStyle/>
          <a:p>
            <a:endParaRPr lang="en-IN"/>
          </a:p>
        </p:txBody>
      </p:sp>
      <p:sp>
        <p:nvSpPr>
          <p:cNvPr id="5" name="Text 3"/>
          <p:cNvSpPr/>
          <p:nvPr/>
        </p:nvSpPr>
        <p:spPr>
          <a:xfrm>
            <a:off x="558786" y="1702973"/>
            <a:ext cx="3183354" cy="304800"/>
          </a:xfrm>
          <a:prstGeom prst="rect">
            <a:avLst/>
          </a:prstGeom>
          <a:noFill/>
          <a:ln/>
        </p:spPr>
        <p:txBody>
          <a:bodyPr wrap="none" lIns="0" tIns="0" rIns="0" bIns="0" rtlCol="0" anchor="t"/>
          <a:lstStyle/>
          <a:p>
            <a:pPr marL="0" indent="0" algn="l">
              <a:lnSpc>
                <a:spcPct val="100000"/>
              </a:lnSpc>
              <a:buNone/>
            </a:pPr>
            <a:r>
              <a:rPr lang="en-US" sz="2000" b="1" dirty="0">
                <a:solidFill>
                  <a:srgbClr val="FFFFFF"/>
                </a:solidFill>
                <a:latin typeface="Space Grotesk Bold" pitchFamily="34" charset="0"/>
                <a:ea typeface="Space Grotesk Bold" pitchFamily="34" charset="-122"/>
                <a:cs typeface="Space Grotesk Bold" pitchFamily="34" charset="-120"/>
              </a:rPr>
              <a:t>Page one is ours</a:t>
            </a:r>
            <a:endParaRPr lang="en-US" sz="2000" dirty="0"/>
          </a:p>
        </p:txBody>
      </p:sp>
      <p:sp>
        <p:nvSpPr>
          <p:cNvPr id="6" name="Text 4"/>
          <p:cNvSpPr/>
          <p:nvPr/>
        </p:nvSpPr>
        <p:spPr>
          <a:xfrm>
            <a:off x="558786" y="2149098"/>
            <a:ext cx="3183354" cy="1422301"/>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FFFFFF"/>
                </a:solidFill>
                <a:latin typeface="Space Grotesk" pitchFamily="34" charset="0"/>
                <a:ea typeface="Space Grotesk" pitchFamily="34" charset="-122"/>
                <a:cs typeface="Space Grotesk" pitchFamily="34" charset="-120"/>
              </a:rPr>
              <a:t>Oorja Solutions dominates this search result, holding 6 of the top 7 organic positions alongside its official LinkedIn page.</a:t>
            </a:r>
            <a:endParaRPr lang="en-US" sz="1600" dirty="0"/>
          </a:p>
        </p:txBody>
      </p:sp>
      <p:sp>
        <p:nvSpPr>
          <p:cNvPr id="7" name="Shape 5"/>
          <p:cNvSpPr/>
          <p:nvPr/>
        </p:nvSpPr>
        <p:spPr>
          <a:xfrm>
            <a:off x="4199329" y="1342330"/>
            <a:ext cx="3792939" cy="3610471"/>
          </a:xfrm>
          <a:prstGeom prst="rect">
            <a:avLst/>
          </a:prstGeom>
          <a:solidFill>
            <a:srgbClr val="FE829A"/>
          </a:solidFill>
          <a:ln/>
        </p:spPr>
        <p:txBody>
          <a:bodyPr/>
          <a:lstStyle/>
          <a:p>
            <a:endParaRPr lang="en-IN"/>
          </a:p>
        </p:txBody>
      </p:sp>
      <p:sp>
        <p:nvSpPr>
          <p:cNvPr id="8" name="Text 6"/>
          <p:cNvSpPr/>
          <p:nvPr/>
        </p:nvSpPr>
        <p:spPr>
          <a:xfrm>
            <a:off x="4504121" y="1702973"/>
            <a:ext cx="3183354" cy="6096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000000"/>
                </a:solidFill>
                <a:latin typeface="Space Grotesk Bold" pitchFamily="34" charset="0"/>
                <a:ea typeface="Space Grotesk Bold" pitchFamily="34" charset="-122"/>
                <a:cs typeface="Space Grotesk Bold" pitchFamily="34" charset="-120"/>
              </a:rPr>
              <a:t>Strength comes from the root domain</a:t>
            </a:r>
            <a:endParaRPr lang="en-US" sz="2000" dirty="0"/>
          </a:p>
        </p:txBody>
      </p:sp>
      <p:sp>
        <p:nvSpPr>
          <p:cNvPr id="9" name="Text 7"/>
          <p:cNvSpPr/>
          <p:nvPr/>
        </p:nvSpPr>
        <p:spPr>
          <a:xfrm>
            <a:off x="4504121" y="2453898"/>
            <a:ext cx="3183354" cy="1991221"/>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The homepage carries solid authority (38 Link Profile Strength), while internal pages like /careers/ and /jobs/ rank purely on the root domain's strength, with zero independent backlink authority.</a:t>
            </a:r>
            <a:endParaRPr lang="en-US" sz="1600" dirty="0"/>
          </a:p>
        </p:txBody>
      </p:sp>
      <p:sp>
        <p:nvSpPr>
          <p:cNvPr id="10" name="Shape 8"/>
          <p:cNvSpPr/>
          <p:nvPr/>
        </p:nvSpPr>
        <p:spPr>
          <a:xfrm>
            <a:off x="8144663" y="1342330"/>
            <a:ext cx="3792939" cy="3610471"/>
          </a:xfrm>
          <a:prstGeom prst="rect">
            <a:avLst/>
          </a:prstGeom>
          <a:solidFill>
            <a:srgbClr val="F9B440"/>
          </a:solidFill>
          <a:ln/>
        </p:spPr>
        <p:txBody>
          <a:bodyPr/>
          <a:lstStyle/>
          <a:p>
            <a:endParaRPr lang="en-IN"/>
          </a:p>
        </p:txBody>
      </p:sp>
      <p:sp>
        <p:nvSpPr>
          <p:cNvPr id="11" name="Text 9"/>
          <p:cNvSpPr/>
          <p:nvPr/>
        </p:nvSpPr>
        <p:spPr>
          <a:xfrm>
            <a:off x="8449456" y="1702973"/>
            <a:ext cx="3183354" cy="304800"/>
          </a:xfrm>
          <a:prstGeom prst="rect">
            <a:avLst/>
          </a:prstGeom>
          <a:noFill/>
          <a:ln/>
        </p:spPr>
        <p:txBody>
          <a:bodyPr wrap="none" lIns="0" tIns="0" rIns="0" bIns="0" rtlCol="0" anchor="t"/>
          <a:lstStyle/>
          <a:p>
            <a:pPr marL="0" indent="0" algn="l">
              <a:lnSpc>
                <a:spcPct val="100000"/>
              </a:lnSpc>
              <a:buNone/>
            </a:pPr>
            <a:r>
              <a:rPr lang="en-US" sz="2000" b="1" dirty="0">
                <a:solidFill>
                  <a:srgbClr val="000000"/>
                </a:solidFill>
                <a:latin typeface="Space Grotesk Bold" pitchFamily="34" charset="0"/>
                <a:ea typeface="Space Grotesk Bold" pitchFamily="34" charset="-122"/>
                <a:cs typeface="Space Grotesk Bold" pitchFamily="34" charset="-120"/>
              </a:rPr>
              <a:t>An easy keyword</a:t>
            </a:r>
            <a:endParaRPr lang="en-US" sz="2000" dirty="0"/>
          </a:p>
        </p:txBody>
      </p:sp>
      <p:sp>
        <p:nvSpPr>
          <p:cNvPr id="12" name="Text 10"/>
          <p:cNvSpPr/>
          <p:nvPr/>
        </p:nvSpPr>
        <p:spPr>
          <a:xfrm>
            <a:off x="8449456" y="2149098"/>
            <a:ext cx="3183354" cy="1422301"/>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Keyword difficulty is Still Easy (16/100), so the homepage authority is more than enough to crowd out competitors and secure the entire first page.</a:t>
            </a:r>
            <a:endParaRPr lang="en-US" sz="1600" dirty="0"/>
          </a:p>
        </p:txBody>
      </p:sp>
      <p:sp>
        <p:nvSpPr>
          <p:cNvPr id="13" name="Text 11"/>
          <p:cNvSpPr/>
          <p:nvPr/>
        </p:nvSpPr>
        <p:spPr>
          <a:xfrm>
            <a:off x="253994" y="6263680"/>
            <a:ext cx="11937701"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Sources:</a:t>
            </a:r>
            <a:r>
              <a:rPr lang="en-US" sz="1200" dirty="0">
                <a:solidFill>
                  <a:srgbClr val="000000"/>
                </a:solidFill>
                <a:latin typeface="Space Grotesk" pitchFamily="34" charset="0"/>
                <a:ea typeface="Space Grotesk" pitchFamily="34" charset="-122"/>
                <a:cs typeface="Space Grotesk" pitchFamily="34" charset="-120"/>
              </a:rPr>
              <a:t> </a:t>
            </a:r>
            <a:r>
              <a:rPr lang="en-US" sz="1200" b="1" dirty="0">
                <a:solidFill>
                  <a:srgbClr val="000000"/>
                </a:solidFill>
                <a:latin typeface="Space Grotesk Bold" pitchFamily="34" charset="0"/>
                <a:ea typeface="Space Grotesk Bold" pitchFamily="34" charset="-122"/>
                <a:cs typeface="Space Grotesk Bold" pitchFamily="34" charset="-120"/>
              </a:rPr>
              <a:t>Mangools</a:t>
            </a:r>
            <a:endParaRPr lang="en-US" sz="1200" dirty="0"/>
          </a:p>
        </p:txBody>
      </p:sp>
      <p:pic>
        <p:nvPicPr>
          <p:cNvPr id="15" name="Graphic 14" descr="Agriculture with solid fill">
            <a:extLst>
              <a:ext uri="{FF2B5EF4-FFF2-40B4-BE49-F238E27FC236}">
                <a16:creationId xmlns:a16="http://schemas.microsoft.com/office/drawing/2014/main" id="{4D5054CA-D9B3-30C8-C8ED-85413D4B66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102226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189" y="491299"/>
            <a:ext cx="647683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Website geo distribution analysis</a:t>
            </a:r>
            <a:endParaRPr lang="en-US" sz="3400" dirty="0"/>
          </a:p>
        </p:txBody>
      </p:sp>
      <p:pic>
        <p:nvPicPr>
          <p:cNvPr id="3" name="Image 0" descr="preencoded.png"/>
          <p:cNvPicPr>
            <a:picLocks noChangeAspect="1"/>
          </p:cNvPicPr>
          <p:nvPr/>
        </p:nvPicPr>
        <p:blipFill>
          <a:blip r:embed="rId3"/>
          <a:stretch>
            <a:fillRect/>
          </a:stretch>
        </p:blipFill>
        <p:spPr>
          <a:xfrm>
            <a:off x="457189" y="1241623"/>
            <a:ext cx="6349841" cy="3804642"/>
          </a:xfrm>
          <a:prstGeom prst="rect">
            <a:avLst/>
          </a:prstGeom>
        </p:spPr>
      </p:pic>
      <p:sp>
        <p:nvSpPr>
          <p:cNvPr id="4" name="Text 1"/>
          <p:cNvSpPr/>
          <p:nvPr/>
        </p:nvSpPr>
        <p:spPr>
          <a:xfrm>
            <a:off x="457189" y="5230416"/>
            <a:ext cx="6476838" cy="391120"/>
          </a:xfrm>
          <a:prstGeom prst="rect">
            <a:avLst/>
          </a:prstGeom>
          <a:noFill/>
          <a:ln/>
        </p:spPr>
        <p:txBody>
          <a:bodyPr wrap="square" lIns="0" tIns="0" rIns="0" bIns="0" rtlCol="0" anchor="t">
            <a:normAutofit/>
          </a:bodyPr>
          <a:lstStyle/>
          <a:p>
            <a:pPr marL="0" indent="0" algn="l">
              <a:lnSpc>
                <a:spcPct val="117000"/>
              </a:lnSpc>
              <a:buNone/>
            </a:pPr>
            <a:r>
              <a:rPr lang="en-US" sz="1100" b="1" dirty="0">
                <a:solidFill>
                  <a:srgbClr val="B8330C"/>
                </a:solidFill>
                <a:latin typeface="Space Grotesk Bold" pitchFamily="34" charset="0"/>
                <a:ea typeface="Space Grotesk Bold" pitchFamily="34" charset="-122"/>
                <a:cs typeface="Space Grotesk Bold" pitchFamily="34" charset="-120"/>
              </a:rPr>
              <a:t>Please note</a:t>
            </a:r>
            <a:r>
              <a:rPr lang="en-US" sz="1100" dirty="0">
                <a:solidFill>
                  <a:srgbClr val="000000"/>
                </a:solidFill>
                <a:latin typeface="Space Grotesk" pitchFamily="34" charset="0"/>
                <a:ea typeface="Space Grotesk" pitchFamily="34" charset="-122"/>
                <a:cs typeface="Space Grotesk" pitchFamily="34" charset="-120"/>
              </a:rPr>
              <a:t>, the data presented is subject to change over time due to evolving metrics such as performance fluctuations, strategic adjustments, and external market dynamics</a:t>
            </a:r>
            <a:endParaRPr lang="en-US" sz="1100" dirty="0"/>
          </a:p>
        </p:txBody>
      </p:sp>
      <p:sp>
        <p:nvSpPr>
          <p:cNvPr id="5" name="Text 2"/>
          <p:cNvSpPr/>
          <p:nvPr/>
        </p:nvSpPr>
        <p:spPr>
          <a:xfrm>
            <a:off x="457189" y="5805686"/>
            <a:ext cx="6857828"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Source:</a:t>
            </a:r>
            <a:r>
              <a:rPr lang="en-US" sz="1200" dirty="0">
                <a:solidFill>
                  <a:srgbClr val="000000"/>
                </a:solidFill>
                <a:latin typeface="Space Grotesk" pitchFamily="34" charset="0"/>
                <a:ea typeface="Space Grotesk" pitchFamily="34" charset="-122"/>
                <a:cs typeface="Space Grotesk" pitchFamily="34" charset="-120"/>
              </a:rPr>
              <a:t> </a:t>
            </a:r>
            <a:r>
              <a:rPr lang="en-US" sz="1200" b="1" dirty="0">
                <a:solidFill>
                  <a:srgbClr val="000000"/>
                </a:solidFill>
                <a:latin typeface="Space Grotesk Bold" pitchFamily="34" charset="0"/>
                <a:ea typeface="Space Grotesk Bold" pitchFamily="34" charset="-122"/>
                <a:cs typeface="Space Grotesk Bold" pitchFamily="34" charset="-120"/>
              </a:rPr>
              <a:t>Similarweb</a:t>
            </a:r>
            <a:endParaRPr lang="en-US" sz="1200" dirty="0"/>
          </a:p>
        </p:txBody>
      </p:sp>
      <p:sp>
        <p:nvSpPr>
          <p:cNvPr id="6" name="Text 3"/>
          <p:cNvSpPr/>
          <p:nvPr/>
        </p:nvSpPr>
        <p:spPr>
          <a:xfrm>
            <a:off x="7315017" y="279400"/>
            <a:ext cx="4876678" cy="355600"/>
          </a:xfrm>
          <a:prstGeom prst="rect">
            <a:avLst/>
          </a:prstGeom>
          <a:noFill/>
          <a:ln/>
        </p:spPr>
        <p:txBody>
          <a:bodyPr wrap="none" lIns="0" tIns="0" rIns="0" bIns="0" rtlCol="0" anchor="t"/>
          <a:lstStyle/>
          <a:p>
            <a:pPr marL="0" indent="0" algn="l">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Insights</a:t>
            </a:r>
            <a:endParaRPr lang="en-US" sz="2000" dirty="0"/>
          </a:p>
        </p:txBody>
      </p:sp>
      <p:sp>
        <p:nvSpPr>
          <p:cNvPr id="7" name="Shape 4"/>
          <p:cNvSpPr/>
          <p:nvPr/>
        </p:nvSpPr>
        <p:spPr>
          <a:xfrm>
            <a:off x="7315017" y="819150"/>
            <a:ext cx="4419489" cy="1019671"/>
          </a:xfrm>
          <a:prstGeom prst="roundRect">
            <a:avLst>
              <a:gd name="adj" fmla="val 8370"/>
            </a:avLst>
          </a:prstGeom>
          <a:solidFill>
            <a:srgbClr val="FE829A"/>
          </a:solidFill>
          <a:ln/>
        </p:spPr>
        <p:txBody>
          <a:bodyPr/>
          <a:lstStyle/>
          <a:p>
            <a:endParaRPr lang="en-IN"/>
          </a:p>
        </p:txBody>
      </p:sp>
      <p:sp>
        <p:nvSpPr>
          <p:cNvPr id="8" name="Text 5"/>
          <p:cNvSpPr/>
          <p:nvPr/>
        </p:nvSpPr>
        <p:spPr>
          <a:xfrm>
            <a:off x="7518212" y="895667"/>
            <a:ext cx="4216295"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Japan leads</a:t>
            </a:r>
            <a:endParaRPr lang="en-US" sz="1600" dirty="0"/>
          </a:p>
        </p:txBody>
      </p:sp>
      <p:sp>
        <p:nvSpPr>
          <p:cNvPr id="9" name="Text 6"/>
          <p:cNvSpPr/>
          <p:nvPr/>
        </p:nvSpPr>
        <p:spPr>
          <a:xfrm>
            <a:off x="7518212" y="1300460"/>
            <a:ext cx="4013100" cy="46216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The primary driver of traffic, with a dominant 64.25% share.</a:t>
            </a:r>
            <a:endParaRPr lang="en-US" sz="1300" dirty="0"/>
          </a:p>
        </p:txBody>
      </p:sp>
      <p:sp>
        <p:nvSpPr>
          <p:cNvPr id="10" name="Shape 7"/>
          <p:cNvSpPr/>
          <p:nvPr/>
        </p:nvSpPr>
        <p:spPr>
          <a:xfrm>
            <a:off x="7315017" y="1991221"/>
            <a:ext cx="4419489" cy="1019671"/>
          </a:xfrm>
          <a:prstGeom prst="roundRect">
            <a:avLst>
              <a:gd name="adj" fmla="val 8370"/>
            </a:avLst>
          </a:prstGeom>
          <a:solidFill>
            <a:srgbClr val="F9B440"/>
          </a:solidFill>
          <a:ln/>
        </p:spPr>
        <p:txBody>
          <a:bodyPr/>
          <a:lstStyle/>
          <a:p>
            <a:endParaRPr lang="en-IN"/>
          </a:p>
        </p:txBody>
      </p:sp>
      <p:sp>
        <p:nvSpPr>
          <p:cNvPr id="11" name="Text 8"/>
          <p:cNvSpPr/>
          <p:nvPr/>
        </p:nvSpPr>
        <p:spPr>
          <a:xfrm>
            <a:off x="7518212" y="2067739"/>
            <a:ext cx="4216295"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India is second</a:t>
            </a:r>
            <a:endParaRPr lang="en-US" sz="1600" dirty="0"/>
          </a:p>
        </p:txBody>
      </p:sp>
      <p:sp>
        <p:nvSpPr>
          <p:cNvPr id="12" name="Text 9"/>
          <p:cNvSpPr/>
          <p:nvPr/>
        </p:nvSpPr>
        <p:spPr>
          <a:xfrm>
            <a:off x="7518212" y="2472531"/>
            <a:ext cx="4013100" cy="46216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The secondary audience market, accounting for the remaining 35.75% share.</a:t>
            </a:r>
            <a:endParaRPr lang="en-US" sz="1300" dirty="0"/>
          </a:p>
        </p:txBody>
      </p:sp>
      <p:sp>
        <p:nvSpPr>
          <p:cNvPr id="13" name="Shape 10"/>
          <p:cNvSpPr/>
          <p:nvPr/>
        </p:nvSpPr>
        <p:spPr>
          <a:xfrm>
            <a:off x="7315017" y="3163292"/>
            <a:ext cx="4419489" cy="1250752"/>
          </a:xfrm>
          <a:prstGeom prst="roundRect">
            <a:avLst>
              <a:gd name="adj" fmla="val 6823"/>
            </a:avLst>
          </a:prstGeom>
          <a:solidFill>
            <a:srgbClr val="FC9FA5"/>
          </a:solidFill>
          <a:ln/>
        </p:spPr>
        <p:txBody>
          <a:bodyPr/>
          <a:lstStyle/>
          <a:p>
            <a:endParaRPr lang="en-IN"/>
          </a:p>
        </p:txBody>
      </p:sp>
      <p:sp>
        <p:nvSpPr>
          <p:cNvPr id="14" name="Text 11"/>
          <p:cNvSpPr/>
          <p:nvPr/>
        </p:nvSpPr>
        <p:spPr>
          <a:xfrm>
            <a:off x="7518212" y="3239810"/>
            <a:ext cx="4216295"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Major drop in Japan</a:t>
            </a:r>
            <a:endParaRPr lang="en-US" sz="1600" dirty="0"/>
          </a:p>
        </p:txBody>
      </p:sp>
      <p:sp>
        <p:nvSpPr>
          <p:cNvPr id="15" name="Text 12"/>
          <p:cNvSpPr/>
          <p:nvPr/>
        </p:nvSpPr>
        <p:spPr>
          <a:xfrm>
            <a:off x="7518212" y="3644602"/>
            <a:ext cx="4013100" cy="69324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Traffic from Japan plummeted 78.27%; still the largest source, but this decline needs immediate investigation.</a:t>
            </a:r>
            <a:endParaRPr lang="en-US" sz="1300" dirty="0"/>
          </a:p>
        </p:txBody>
      </p:sp>
      <p:sp>
        <p:nvSpPr>
          <p:cNvPr id="16" name="Shape 13"/>
          <p:cNvSpPr/>
          <p:nvPr/>
        </p:nvSpPr>
        <p:spPr>
          <a:xfrm>
            <a:off x="7315017" y="4566444"/>
            <a:ext cx="4419489" cy="1019671"/>
          </a:xfrm>
          <a:prstGeom prst="roundRect">
            <a:avLst>
              <a:gd name="adj" fmla="val 8370"/>
            </a:avLst>
          </a:prstGeom>
          <a:solidFill>
            <a:srgbClr val="FBC5AA"/>
          </a:solidFill>
          <a:ln/>
        </p:spPr>
        <p:txBody>
          <a:bodyPr/>
          <a:lstStyle/>
          <a:p>
            <a:endParaRPr lang="en-IN"/>
          </a:p>
        </p:txBody>
      </p:sp>
      <p:sp>
        <p:nvSpPr>
          <p:cNvPr id="17" name="Text 14"/>
          <p:cNvSpPr/>
          <p:nvPr/>
        </p:nvSpPr>
        <p:spPr>
          <a:xfrm>
            <a:off x="7518212" y="4642961"/>
            <a:ext cx="4216295"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Surge in India</a:t>
            </a:r>
            <a:endParaRPr lang="en-US" sz="1600" dirty="0"/>
          </a:p>
        </p:txBody>
      </p:sp>
      <p:sp>
        <p:nvSpPr>
          <p:cNvPr id="18" name="Text 15"/>
          <p:cNvSpPr/>
          <p:nvPr/>
        </p:nvSpPr>
        <p:spPr>
          <a:xfrm>
            <a:off x="7518212" y="5047754"/>
            <a:ext cx="4013100" cy="46216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Traffic from India is up 147.84%; momentum is shifting heavily toward this audience.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177796" y="314872"/>
            <a:ext cx="11836104" cy="480020"/>
          </a:xfrm>
          <a:prstGeom prst="rect">
            <a:avLst/>
          </a:prstGeom>
          <a:noFill/>
          <a:ln/>
        </p:spPr>
        <p:txBody>
          <a:bodyPr wrap="none" lIns="0" tIns="0" rIns="0" bIns="0" rtlCol="0" anchor="t"/>
          <a:lstStyle/>
          <a:p>
            <a:pPr marL="0" indent="0" algn="l">
              <a:lnSpc>
                <a:spcPct val="87000"/>
              </a:lnSpc>
              <a:buNone/>
            </a:pPr>
            <a:r>
              <a:rPr lang="en-US" sz="3600" b="1" dirty="0">
                <a:solidFill>
                  <a:srgbClr val="FB5022"/>
                </a:solidFill>
                <a:latin typeface="Fredoka Bold" pitchFamily="34" charset="0"/>
                <a:ea typeface="Fredoka Bold" pitchFamily="34" charset="-122"/>
                <a:cs typeface="Fredoka Bold" pitchFamily="34" charset="-120"/>
              </a:rPr>
              <a:t>SWOT analysis</a:t>
            </a:r>
            <a:endParaRPr lang="en-US" sz="3600" dirty="0"/>
          </a:p>
        </p:txBody>
      </p:sp>
      <p:sp>
        <p:nvSpPr>
          <p:cNvPr id="3" name="Shape 1"/>
          <p:cNvSpPr/>
          <p:nvPr/>
        </p:nvSpPr>
        <p:spPr>
          <a:xfrm>
            <a:off x="177796" y="962620"/>
            <a:ext cx="5841854" cy="2700734"/>
          </a:xfrm>
          <a:prstGeom prst="roundRect">
            <a:avLst>
              <a:gd name="adj" fmla="val 9028"/>
            </a:avLst>
          </a:prstGeom>
          <a:solidFill>
            <a:srgbClr val="FE829A"/>
          </a:solidFill>
          <a:ln/>
        </p:spPr>
        <p:txBody>
          <a:bodyPr/>
          <a:lstStyle/>
          <a:p>
            <a:endParaRPr lang="en-IN"/>
          </a:p>
        </p:txBody>
      </p:sp>
      <p:sp>
        <p:nvSpPr>
          <p:cNvPr id="4" name="Text 2"/>
          <p:cNvSpPr/>
          <p:nvPr/>
        </p:nvSpPr>
        <p:spPr>
          <a:xfrm>
            <a:off x="431789" y="1145463"/>
            <a:ext cx="5333867" cy="304800"/>
          </a:xfrm>
          <a:prstGeom prst="rect">
            <a:avLst/>
          </a:prstGeom>
          <a:noFill/>
          <a:ln/>
        </p:spPr>
        <p:txBody>
          <a:bodyPr wrap="none" lIns="0" tIns="0" rIns="0" bIns="0" rtlCol="0" anchor="t"/>
          <a:lstStyle/>
          <a:p>
            <a:pPr marL="0" indent="0" algn="l">
              <a:lnSpc>
                <a:spcPct val="100000"/>
              </a:lnSpc>
              <a:buNone/>
            </a:pPr>
            <a:r>
              <a:rPr lang="en-US" sz="2000" b="1" dirty="0">
                <a:solidFill>
                  <a:srgbClr val="000000"/>
                </a:solidFill>
                <a:latin typeface="Space Grotesk Bold" pitchFamily="34" charset="0"/>
                <a:ea typeface="Space Grotesk Bold" pitchFamily="34" charset="-122"/>
                <a:cs typeface="Space Grotesk Bold" pitchFamily="34" charset="-120"/>
              </a:rPr>
              <a:t>Strengths</a:t>
            </a:r>
            <a:r>
              <a:rPr lang="en-US" sz="2000" dirty="0">
                <a:solidFill>
                  <a:srgbClr val="000000"/>
                </a:solidFill>
                <a:latin typeface="Space Grotesk Medium" pitchFamily="34" charset="0"/>
                <a:ea typeface="Space Grotesk Medium" pitchFamily="34" charset="-122"/>
                <a:cs typeface="Space Grotesk Medium" pitchFamily="34" charset="-120"/>
              </a:rPr>
              <a:t> </a:t>
            </a:r>
            <a:r>
              <a:rPr lang="en-US" sz="1000" dirty="0">
                <a:solidFill>
                  <a:srgbClr val="000000"/>
                </a:solidFill>
                <a:latin typeface="Space Grotesk Medium" pitchFamily="34" charset="0"/>
                <a:ea typeface="Space Grotesk Medium" pitchFamily="34" charset="-122"/>
                <a:cs typeface="Space Grotesk Medium" pitchFamily="34" charset="-120"/>
              </a:rPr>
              <a:t>INTERNAL</a:t>
            </a:r>
            <a:endParaRPr lang="en-US" sz="2000" dirty="0"/>
          </a:p>
        </p:txBody>
      </p:sp>
      <p:sp>
        <p:nvSpPr>
          <p:cNvPr id="5" name="Text 3"/>
          <p:cNvSpPr/>
          <p:nvPr/>
        </p:nvSpPr>
        <p:spPr>
          <a:xfrm>
            <a:off x="431789" y="1591270"/>
            <a:ext cx="5333867" cy="1894284"/>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000000"/>
                </a:solidFill>
                <a:latin typeface="Space Grotesk Bold" pitchFamily="34" charset="0"/>
                <a:ea typeface="Space Grotesk Bold" pitchFamily="34" charset="-122"/>
                <a:cs typeface="Space Grotesk Bold" pitchFamily="34" charset="-120"/>
              </a:rPr>
              <a:t>Zero-CapEx B2C model</a:t>
            </a:r>
            <a:r>
              <a:rPr lang="en-US" sz="1400" dirty="0">
                <a:solidFill>
                  <a:srgbClr val="000000"/>
                </a:solidFill>
                <a:latin typeface="Space Grotesk" pitchFamily="34" charset="0"/>
                <a:ea typeface="Space Grotesk" pitchFamily="34" charset="-122"/>
                <a:cs typeface="Space Grotesk" pitchFamily="34" charset="-120"/>
              </a:rPr>
              <a:t> — pay-per-use removes entry barriers</a:t>
            </a:r>
            <a:endParaRPr lang="en-US" sz="1400" dirty="0"/>
          </a:p>
          <a:p>
            <a:pPr marL="284480" indent="-284480" algn="l">
              <a:lnSpc>
                <a:spcPct val="117000"/>
              </a:lnSpc>
              <a:buSzPct val="100000"/>
              <a:buChar char="•"/>
            </a:pPr>
            <a:r>
              <a:rPr lang="en-US" sz="1400" b="1" dirty="0">
                <a:solidFill>
                  <a:srgbClr val="000000"/>
                </a:solidFill>
                <a:latin typeface="Space Grotesk Bold" pitchFamily="34" charset="0"/>
                <a:ea typeface="Space Grotesk Bold" pitchFamily="34" charset="-122"/>
                <a:cs typeface="Space Grotesk Bold" pitchFamily="34" charset="-120"/>
              </a:rPr>
              <a:t>Integrated solutions</a:t>
            </a:r>
            <a:r>
              <a:rPr lang="en-US" sz="1400" dirty="0">
                <a:solidFill>
                  <a:srgbClr val="000000"/>
                </a:solidFill>
                <a:latin typeface="Space Grotesk" pitchFamily="34" charset="0"/>
                <a:ea typeface="Space Grotesk" pitchFamily="34" charset="-122"/>
                <a:cs typeface="Space Grotesk" pitchFamily="34" charset="-120"/>
              </a:rPr>
              <a:t> — irrigation, milling and cooling in one ecosystem</a:t>
            </a:r>
            <a:endParaRPr lang="en-US" sz="1400" dirty="0"/>
          </a:p>
          <a:p>
            <a:pPr marL="284480" indent="-284480" algn="l">
              <a:lnSpc>
                <a:spcPct val="117000"/>
              </a:lnSpc>
              <a:buSzPct val="100000"/>
              <a:buChar char="•"/>
            </a:pPr>
            <a:r>
              <a:rPr lang="en-US" sz="1400" b="1" dirty="0">
                <a:solidFill>
                  <a:srgbClr val="000000"/>
                </a:solidFill>
                <a:latin typeface="Space Grotesk Bold" pitchFamily="34" charset="0"/>
                <a:ea typeface="Space Grotesk Bold" pitchFamily="34" charset="-122"/>
                <a:cs typeface="Space Grotesk Bold" pitchFamily="34" charset="-120"/>
              </a:rPr>
              <a:t>High accountability</a:t>
            </a:r>
            <a:r>
              <a:rPr lang="en-US" sz="1400" dirty="0">
                <a:solidFill>
                  <a:srgbClr val="000000"/>
                </a:solidFill>
                <a:latin typeface="Space Grotesk" pitchFamily="34" charset="0"/>
                <a:ea typeface="Space Grotesk" pitchFamily="34" charset="-122"/>
                <a:cs typeface="Space Grotesk" pitchFamily="34" charset="-120"/>
              </a:rPr>
              <a:t> — digital flowmeters build trust</a:t>
            </a:r>
            <a:endParaRPr lang="en-US" sz="1400" dirty="0"/>
          </a:p>
          <a:p>
            <a:pPr marL="284480" indent="-284480" algn="l">
              <a:lnSpc>
                <a:spcPct val="117000"/>
              </a:lnSpc>
              <a:buSzPct val="100000"/>
              <a:buChar char="•"/>
            </a:pPr>
            <a:r>
              <a:rPr lang="en-US" sz="1400" b="1" dirty="0">
                <a:solidFill>
                  <a:srgbClr val="000000"/>
                </a:solidFill>
                <a:latin typeface="Space Grotesk Bold" pitchFamily="34" charset="0"/>
                <a:ea typeface="Space Grotesk Bold" pitchFamily="34" charset="-122"/>
                <a:cs typeface="Space Grotesk Bold" pitchFamily="34" charset="-120"/>
              </a:rPr>
              <a:t>Proven impact</a:t>
            </a:r>
            <a:r>
              <a:rPr lang="en-US" sz="1400" dirty="0">
                <a:solidFill>
                  <a:srgbClr val="000000"/>
                </a:solidFill>
                <a:latin typeface="Space Grotesk" pitchFamily="34" charset="0"/>
                <a:ea typeface="Space Grotesk" pitchFamily="34" charset="-122"/>
                <a:cs typeface="Space Grotesk" pitchFamily="34" charset="-120"/>
              </a:rPr>
              <a:t> — verifiable carbon cuts, up to 87% diesel replacement</a:t>
            </a:r>
            <a:endParaRPr lang="en-US" sz="1400" dirty="0"/>
          </a:p>
        </p:txBody>
      </p:sp>
      <p:sp>
        <p:nvSpPr>
          <p:cNvPr id="6" name="Shape 4"/>
          <p:cNvSpPr/>
          <p:nvPr/>
        </p:nvSpPr>
        <p:spPr>
          <a:xfrm>
            <a:off x="6172046" y="962620"/>
            <a:ext cx="5841854" cy="2700734"/>
          </a:xfrm>
          <a:prstGeom prst="roundRect">
            <a:avLst>
              <a:gd name="adj" fmla="val 9028"/>
            </a:avLst>
          </a:prstGeom>
          <a:solidFill>
            <a:srgbClr val="FC9FA5"/>
          </a:solidFill>
          <a:ln/>
        </p:spPr>
        <p:txBody>
          <a:bodyPr/>
          <a:lstStyle/>
          <a:p>
            <a:endParaRPr lang="en-IN"/>
          </a:p>
        </p:txBody>
      </p:sp>
      <p:sp>
        <p:nvSpPr>
          <p:cNvPr id="7" name="Text 5"/>
          <p:cNvSpPr/>
          <p:nvPr/>
        </p:nvSpPr>
        <p:spPr>
          <a:xfrm>
            <a:off x="6426039" y="1145463"/>
            <a:ext cx="5333867" cy="304800"/>
          </a:xfrm>
          <a:prstGeom prst="rect">
            <a:avLst/>
          </a:prstGeom>
          <a:noFill/>
          <a:ln/>
        </p:spPr>
        <p:txBody>
          <a:bodyPr wrap="none" lIns="0" tIns="0" rIns="0" bIns="0" rtlCol="0" anchor="t"/>
          <a:lstStyle/>
          <a:p>
            <a:pPr marL="0" indent="0" algn="l">
              <a:lnSpc>
                <a:spcPct val="100000"/>
              </a:lnSpc>
              <a:buNone/>
            </a:pPr>
            <a:r>
              <a:rPr lang="en-US" sz="2000" b="1" dirty="0">
                <a:solidFill>
                  <a:srgbClr val="000000"/>
                </a:solidFill>
                <a:latin typeface="Space Grotesk Bold" pitchFamily="34" charset="0"/>
                <a:ea typeface="Space Grotesk Bold" pitchFamily="34" charset="-122"/>
                <a:cs typeface="Space Grotesk Bold" pitchFamily="34" charset="-120"/>
              </a:rPr>
              <a:t>Weaknesses</a:t>
            </a:r>
            <a:r>
              <a:rPr lang="en-US" sz="2000" dirty="0">
                <a:solidFill>
                  <a:srgbClr val="000000"/>
                </a:solidFill>
                <a:latin typeface="Space Grotesk Medium" pitchFamily="34" charset="0"/>
                <a:ea typeface="Space Grotesk Medium" pitchFamily="34" charset="-122"/>
                <a:cs typeface="Space Grotesk Medium" pitchFamily="34" charset="-120"/>
              </a:rPr>
              <a:t> </a:t>
            </a:r>
            <a:r>
              <a:rPr lang="en-US" sz="1000" dirty="0">
                <a:solidFill>
                  <a:srgbClr val="000000"/>
                </a:solidFill>
                <a:latin typeface="Space Grotesk Medium" pitchFamily="34" charset="0"/>
                <a:ea typeface="Space Grotesk Medium" pitchFamily="34" charset="-122"/>
                <a:cs typeface="Space Grotesk Medium" pitchFamily="34" charset="-120"/>
              </a:rPr>
              <a:t>INTERNAL</a:t>
            </a:r>
            <a:endParaRPr lang="en-US" sz="2000" dirty="0"/>
          </a:p>
        </p:txBody>
      </p:sp>
      <p:sp>
        <p:nvSpPr>
          <p:cNvPr id="8" name="Text 6"/>
          <p:cNvSpPr/>
          <p:nvPr/>
        </p:nvSpPr>
        <p:spPr>
          <a:xfrm>
            <a:off x="6426039" y="1591270"/>
            <a:ext cx="5333867" cy="848122"/>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000000"/>
                </a:solidFill>
                <a:latin typeface="Space Grotesk Bold" pitchFamily="34" charset="0"/>
                <a:ea typeface="Space Grotesk Bold" pitchFamily="34" charset="-122"/>
                <a:cs typeface="Space Grotesk Bold" pitchFamily="34" charset="-120"/>
              </a:rPr>
              <a:t>Capital intensive</a:t>
            </a:r>
            <a:r>
              <a:rPr lang="en-US" sz="1400" dirty="0">
                <a:solidFill>
                  <a:srgbClr val="000000"/>
                </a:solidFill>
                <a:latin typeface="Space Grotesk" pitchFamily="34" charset="0"/>
                <a:ea typeface="Space Grotesk" pitchFamily="34" charset="-122"/>
                <a:cs typeface="Space Grotesk" pitchFamily="34" charset="-120"/>
              </a:rPr>
              <a:t> — high upfront rural solar investment</a:t>
            </a:r>
            <a:endParaRPr lang="en-US" sz="1400" dirty="0"/>
          </a:p>
          <a:p>
            <a:pPr marL="284480" indent="-284480" algn="l">
              <a:lnSpc>
                <a:spcPct val="117000"/>
              </a:lnSpc>
              <a:buSzPct val="100000"/>
              <a:buChar char="•"/>
            </a:pPr>
            <a:r>
              <a:rPr lang="en-US" sz="1400" b="1" dirty="0">
                <a:solidFill>
                  <a:srgbClr val="000000"/>
                </a:solidFill>
                <a:latin typeface="Space Grotesk Bold" pitchFamily="34" charset="0"/>
                <a:ea typeface="Space Grotesk Bold" pitchFamily="34" charset="-122"/>
                <a:cs typeface="Space Grotesk Bold" pitchFamily="34" charset="-120"/>
              </a:rPr>
              <a:t>Slow payback</a:t>
            </a:r>
            <a:r>
              <a:rPr lang="en-US" sz="1400" dirty="0">
                <a:solidFill>
                  <a:srgbClr val="000000"/>
                </a:solidFill>
                <a:latin typeface="Space Grotesk" pitchFamily="34" charset="0"/>
                <a:ea typeface="Space Grotesk" pitchFamily="34" charset="-122"/>
                <a:cs typeface="Space Grotesk" pitchFamily="34" charset="-120"/>
              </a:rPr>
              <a:t> — low-income micro-transactions</a:t>
            </a:r>
            <a:endParaRPr lang="en-US" sz="1400" dirty="0"/>
          </a:p>
          <a:p>
            <a:pPr marL="284480" indent="-284480" algn="l">
              <a:lnSpc>
                <a:spcPct val="117000"/>
              </a:lnSpc>
              <a:buSzPct val="100000"/>
              <a:buChar char="•"/>
            </a:pPr>
            <a:r>
              <a:rPr lang="en-US" sz="1400" b="1" dirty="0">
                <a:solidFill>
                  <a:srgbClr val="000000"/>
                </a:solidFill>
                <a:latin typeface="Space Grotesk Bold" pitchFamily="34" charset="0"/>
                <a:ea typeface="Space Grotesk Bold" pitchFamily="34" charset="-122"/>
                <a:cs typeface="Space Grotesk Bold" pitchFamily="34" charset="-120"/>
              </a:rPr>
              <a:t>High logistical costs</a:t>
            </a:r>
            <a:r>
              <a:rPr lang="en-US" sz="1400" dirty="0">
                <a:solidFill>
                  <a:srgbClr val="000000"/>
                </a:solidFill>
                <a:latin typeface="Space Grotesk" pitchFamily="34" charset="0"/>
                <a:ea typeface="Space Grotesk" pitchFamily="34" charset="-122"/>
                <a:cs typeface="Space Grotesk" pitchFamily="34" charset="-120"/>
              </a:rPr>
              <a:t> — remote field maintenance</a:t>
            </a:r>
            <a:endParaRPr lang="en-US" sz="1400" dirty="0"/>
          </a:p>
        </p:txBody>
      </p:sp>
      <p:sp>
        <p:nvSpPr>
          <p:cNvPr id="9" name="Shape 7"/>
          <p:cNvSpPr/>
          <p:nvPr/>
        </p:nvSpPr>
        <p:spPr>
          <a:xfrm>
            <a:off x="177796" y="3815755"/>
            <a:ext cx="5841854" cy="1903413"/>
          </a:xfrm>
          <a:prstGeom prst="roundRect">
            <a:avLst>
              <a:gd name="adj" fmla="val 12810"/>
            </a:avLst>
          </a:prstGeom>
          <a:solidFill>
            <a:srgbClr val="F9B440"/>
          </a:solidFill>
          <a:ln/>
        </p:spPr>
        <p:txBody>
          <a:bodyPr/>
          <a:lstStyle/>
          <a:p>
            <a:endParaRPr lang="en-IN"/>
          </a:p>
        </p:txBody>
      </p:sp>
      <p:sp>
        <p:nvSpPr>
          <p:cNvPr id="10" name="Text 8"/>
          <p:cNvSpPr/>
          <p:nvPr/>
        </p:nvSpPr>
        <p:spPr>
          <a:xfrm>
            <a:off x="431789" y="3998597"/>
            <a:ext cx="5333867" cy="304800"/>
          </a:xfrm>
          <a:prstGeom prst="rect">
            <a:avLst/>
          </a:prstGeom>
          <a:noFill/>
          <a:ln/>
        </p:spPr>
        <p:txBody>
          <a:bodyPr wrap="none" lIns="0" tIns="0" rIns="0" bIns="0" rtlCol="0" anchor="t"/>
          <a:lstStyle/>
          <a:p>
            <a:pPr marL="0" indent="0" algn="l">
              <a:lnSpc>
                <a:spcPct val="100000"/>
              </a:lnSpc>
              <a:buNone/>
            </a:pPr>
            <a:r>
              <a:rPr lang="en-US" sz="2000" b="1" dirty="0">
                <a:solidFill>
                  <a:srgbClr val="000000"/>
                </a:solidFill>
                <a:latin typeface="Space Grotesk Bold" pitchFamily="34" charset="0"/>
                <a:ea typeface="Space Grotesk Bold" pitchFamily="34" charset="-122"/>
                <a:cs typeface="Space Grotesk Bold" pitchFamily="34" charset="-120"/>
              </a:rPr>
              <a:t>Opportunities</a:t>
            </a:r>
            <a:r>
              <a:rPr lang="en-US" sz="2000" dirty="0">
                <a:solidFill>
                  <a:srgbClr val="000000"/>
                </a:solidFill>
                <a:latin typeface="Space Grotesk Medium" pitchFamily="34" charset="0"/>
                <a:ea typeface="Space Grotesk Medium" pitchFamily="34" charset="-122"/>
                <a:cs typeface="Space Grotesk Medium" pitchFamily="34" charset="-120"/>
              </a:rPr>
              <a:t> </a:t>
            </a:r>
            <a:r>
              <a:rPr lang="en-US" sz="1000" dirty="0">
                <a:solidFill>
                  <a:srgbClr val="000000"/>
                </a:solidFill>
                <a:latin typeface="Space Grotesk Medium" pitchFamily="34" charset="0"/>
                <a:ea typeface="Space Grotesk Medium" pitchFamily="34" charset="-122"/>
                <a:cs typeface="Space Grotesk Medium" pitchFamily="34" charset="-120"/>
              </a:rPr>
              <a:t>EXTERNAL</a:t>
            </a:r>
            <a:endParaRPr lang="en-US" sz="2000" dirty="0"/>
          </a:p>
        </p:txBody>
      </p:sp>
      <p:sp>
        <p:nvSpPr>
          <p:cNvPr id="11" name="Text 9"/>
          <p:cNvSpPr/>
          <p:nvPr/>
        </p:nvSpPr>
        <p:spPr>
          <a:xfrm>
            <a:off x="431789" y="4444405"/>
            <a:ext cx="5333867" cy="1096963"/>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000000"/>
                </a:solidFill>
                <a:latin typeface="Space Grotesk Bold" pitchFamily="34" charset="0"/>
                <a:ea typeface="Space Grotesk Bold" pitchFamily="34" charset="-122"/>
                <a:cs typeface="Space Grotesk Bold" pitchFamily="34" charset="-120"/>
              </a:rPr>
              <a:t>Scope 3 decarbonization</a:t>
            </a:r>
            <a:r>
              <a:rPr lang="en-US" sz="1400" dirty="0">
                <a:solidFill>
                  <a:srgbClr val="000000"/>
                </a:solidFill>
                <a:latin typeface="Space Grotesk" pitchFamily="34" charset="0"/>
                <a:ea typeface="Space Grotesk" pitchFamily="34" charset="-122"/>
                <a:cs typeface="Space Grotesk" pitchFamily="34" charset="-120"/>
              </a:rPr>
              <a:t> — partner with agri-corporations</a:t>
            </a:r>
            <a:endParaRPr lang="en-US" sz="1400" dirty="0"/>
          </a:p>
          <a:p>
            <a:pPr marL="284480" indent="-284480" algn="l">
              <a:lnSpc>
                <a:spcPct val="117000"/>
              </a:lnSpc>
              <a:buSzPct val="100000"/>
              <a:buChar char="•"/>
            </a:pPr>
            <a:r>
              <a:rPr lang="en-US" sz="1400" b="1" dirty="0">
                <a:solidFill>
                  <a:srgbClr val="000000"/>
                </a:solidFill>
                <a:latin typeface="Space Grotesk Bold" pitchFamily="34" charset="0"/>
                <a:ea typeface="Space Grotesk Bold" pitchFamily="34" charset="-122"/>
                <a:cs typeface="Space Grotesk Bold" pitchFamily="34" charset="-120"/>
              </a:rPr>
              <a:t>Climate finance growth</a:t>
            </a:r>
            <a:r>
              <a:rPr lang="en-US" sz="1400" dirty="0">
                <a:solidFill>
                  <a:srgbClr val="000000"/>
                </a:solidFill>
                <a:latin typeface="Space Grotesk" pitchFamily="34" charset="0"/>
                <a:ea typeface="Space Grotesk" pitchFamily="34" charset="-122"/>
                <a:cs typeface="Space Grotesk" pitchFamily="34" charset="-120"/>
              </a:rPr>
              <a:t> — carbon credits and philanthropy capital</a:t>
            </a:r>
            <a:endParaRPr lang="en-US" sz="1400" dirty="0"/>
          </a:p>
          <a:p>
            <a:pPr marL="284480" indent="-284480" algn="l">
              <a:lnSpc>
                <a:spcPct val="117000"/>
              </a:lnSpc>
              <a:buSzPct val="100000"/>
              <a:buChar char="•"/>
            </a:pPr>
            <a:r>
              <a:rPr lang="en-US" sz="1400" b="1" dirty="0">
                <a:solidFill>
                  <a:srgbClr val="000000"/>
                </a:solidFill>
                <a:latin typeface="Space Grotesk Bold" pitchFamily="34" charset="0"/>
                <a:ea typeface="Space Grotesk Bold" pitchFamily="34" charset="-122"/>
                <a:cs typeface="Space Grotesk Bold" pitchFamily="34" charset="-120"/>
              </a:rPr>
              <a:t>FPO network aggregation</a:t>
            </a:r>
            <a:r>
              <a:rPr lang="en-US" sz="1400" dirty="0">
                <a:solidFill>
                  <a:srgbClr val="000000"/>
                </a:solidFill>
                <a:latin typeface="Space Grotesk" pitchFamily="34" charset="0"/>
                <a:ea typeface="Space Grotesk" pitchFamily="34" charset="-122"/>
                <a:cs typeface="Space Grotesk" pitchFamily="34" charset="-120"/>
              </a:rPr>
              <a:t> — rapid community onboarding</a:t>
            </a:r>
            <a:endParaRPr lang="en-US" sz="1400" dirty="0"/>
          </a:p>
        </p:txBody>
      </p:sp>
      <p:sp>
        <p:nvSpPr>
          <p:cNvPr id="12" name="Shape 10"/>
          <p:cNvSpPr/>
          <p:nvPr/>
        </p:nvSpPr>
        <p:spPr>
          <a:xfrm>
            <a:off x="6172046" y="3815755"/>
            <a:ext cx="5841854" cy="1903413"/>
          </a:xfrm>
          <a:prstGeom prst="roundRect">
            <a:avLst>
              <a:gd name="adj" fmla="val 12810"/>
            </a:avLst>
          </a:prstGeom>
          <a:solidFill>
            <a:srgbClr val="FBC5AA"/>
          </a:solidFill>
          <a:ln/>
        </p:spPr>
        <p:txBody>
          <a:bodyPr/>
          <a:lstStyle/>
          <a:p>
            <a:endParaRPr lang="en-IN"/>
          </a:p>
        </p:txBody>
      </p:sp>
      <p:sp>
        <p:nvSpPr>
          <p:cNvPr id="13" name="Text 11"/>
          <p:cNvSpPr/>
          <p:nvPr/>
        </p:nvSpPr>
        <p:spPr>
          <a:xfrm>
            <a:off x="6426039" y="3998597"/>
            <a:ext cx="5333867" cy="304800"/>
          </a:xfrm>
          <a:prstGeom prst="rect">
            <a:avLst/>
          </a:prstGeom>
          <a:noFill/>
          <a:ln/>
        </p:spPr>
        <p:txBody>
          <a:bodyPr wrap="none" lIns="0" tIns="0" rIns="0" bIns="0" rtlCol="0" anchor="t"/>
          <a:lstStyle/>
          <a:p>
            <a:pPr marL="0" indent="0" algn="l">
              <a:lnSpc>
                <a:spcPct val="100000"/>
              </a:lnSpc>
              <a:buNone/>
            </a:pPr>
            <a:r>
              <a:rPr lang="en-US" sz="2000" b="1" dirty="0">
                <a:solidFill>
                  <a:srgbClr val="000000"/>
                </a:solidFill>
                <a:latin typeface="Space Grotesk Bold" pitchFamily="34" charset="0"/>
                <a:ea typeface="Space Grotesk Bold" pitchFamily="34" charset="-122"/>
                <a:cs typeface="Space Grotesk Bold" pitchFamily="34" charset="-120"/>
              </a:rPr>
              <a:t>Threats</a:t>
            </a:r>
            <a:r>
              <a:rPr lang="en-US" sz="2000" dirty="0">
                <a:solidFill>
                  <a:srgbClr val="000000"/>
                </a:solidFill>
                <a:latin typeface="Space Grotesk Medium" pitchFamily="34" charset="0"/>
                <a:ea typeface="Space Grotesk Medium" pitchFamily="34" charset="-122"/>
                <a:cs typeface="Space Grotesk Medium" pitchFamily="34" charset="-120"/>
              </a:rPr>
              <a:t> </a:t>
            </a:r>
            <a:r>
              <a:rPr lang="en-US" sz="1000" dirty="0">
                <a:solidFill>
                  <a:srgbClr val="000000"/>
                </a:solidFill>
                <a:latin typeface="Space Grotesk Medium" pitchFamily="34" charset="0"/>
                <a:ea typeface="Space Grotesk Medium" pitchFamily="34" charset="-122"/>
                <a:cs typeface="Space Grotesk Medium" pitchFamily="34" charset="-120"/>
              </a:rPr>
              <a:t>EXTERNAL</a:t>
            </a:r>
            <a:endParaRPr lang="en-US" sz="2000" dirty="0"/>
          </a:p>
        </p:txBody>
      </p:sp>
      <p:sp>
        <p:nvSpPr>
          <p:cNvPr id="14" name="Text 12"/>
          <p:cNvSpPr/>
          <p:nvPr/>
        </p:nvSpPr>
        <p:spPr>
          <a:xfrm>
            <a:off x="6426039" y="4444405"/>
            <a:ext cx="5333867" cy="1096963"/>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000000"/>
                </a:solidFill>
                <a:latin typeface="Space Grotesk Bold" pitchFamily="34" charset="0"/>
                <a:ea typeface="Space Grotesk Bold" pitchFamily="34" charset="-122"/>
                <a:cs typeface="Space Grotesk Bold" pitchFamily="34" charset="-120"/>
              </a:rPr>
              <a:t>Unpredictable subsidies</a:t>
            </a:r>
            <a:r>
              <a:rPr lang="en-US" sz="1400" dirty="0">
                <a:solidFill>
                  <a:srgbClr val="000000"/>
                </a:solidFill>
                <a:latin typeface="Space Grotesk" pitchFamily="34" charset="0"/>
                <a:ea typeface="Space Grotesk" pitchFamily="34" charset="-122"/>
                <a:cs typeface="Space Grotesk" pitchFamily="34" charset="-120"/>
              </a:rPr>
              <a:t> — diesel or grid electricity support</a:t>
            </a:r>
            <a:endParaRPr lang="en-US" sz="1400" dirty="0"/>
          </a:p>
          <a:p>
            <a:pPr marL="284480" indent="-284480" algn="l">
              <a:lnSpc>
                <a:spcPct val="117000"/>
              </a:lnSpc>
              <a:buSzPct val="100000"/>
              <a:buChar char="•"/>
            </a:pPr>
            <a:r>
              <a:rPr lang="en-US" sz="1400" b="1" dirty="0">
                <a:solidFill>
                  <a:srgbClr val="000000"/>
                </a:solidFill>
                <a:latin typeface="Space Grotesk Bold" pitchFamily="34" charset="0"/>
                <a:ea typeface="Space Grotesk Bold" pitchFamily="34" charset="-122"/>
                <a:cs typeface="Space Grotesk Bold" pitchFamily="34" charset="-120"/>
              </a:rPr>
              <a:t>Extreme weather</a:t>
            </a:r>
            <a:r>
              <a:rPr lang="en-US" sz="1400" dirty="0">
                <a:solidFill>
                  <a:srgbClr val="000000"/>
                </a:solidFill>
                <a:latin typeface="Space Grotesk" pitchFamily="34" charset="0"/>
                <a:ea typeface="Space Grotesk" pitchFamily="34" charset="-122"/>
                <a:cs typeface="Space Grotesk" pitchFamily="34" charset="-120"/>
              </a:rPr>
              <a:t> — floods and storms</a:t>
            </a:r>
            <a:endParaRPr lang="en-US" sz="1400" dirty="0"/>
          </a:p>
          <a:p>
            <a:pPr marL="284480" indent="-284480" algn="l">
              <a:lnSpc>
                <a:spcPct val="117000"/>
              </a:lnSpc>
              <a:buSzPct val="100000"/>
              <a:buChar char="•"/>
            </a:pPr>
            <a:r>
              <a:rPr lang="en-US" sz="1400" b="1" dirty="0">
                <a:solidFill>
                  <a:srgbClr val="000000"/>
                </a:solidFill>
                <a:latin typeface="Space Grotesk Bold" pitchFamily="34" charset="0"/>
                <a:ea typeface="Space Grotesk Bold" pitchFamily="34" charset="-122"/>
                <a:cs typeface="Space Grotesk Bold" pitchFamily="34" charset="-120"/>
              </a:rPr>
              <a:t>Volatile incomes</a:t>
            </a:r>
            <a:r>
              <a:rPr lang="en-US" sz="1400" dirty="0">
                <a:solidFill>
                  <a:srgbClr val="000000"/>
                </a:solidFill>
                <a:latin typeface="Space Grotesk" pitchFamily="34" charset="0"/>
                <a:ea typeface="Space Grotesk" pitchFamily="34" charset="-122"/>
                <a:cs typeface="Space Grotesk" pitchFamily="34" charset="-120"/>
              </a:rPr>
              <a:t> — season-dependent farmer earnings</a:t>
            </a:r>
            <a:endParaRPr lang="en-US" sz="1400" dirty="0"/>
          </a:p>
        </p:txBody>
      </p:sp>
      <p:pic>
        <p:nvPicPr>
          <p:cNvPr id="16" name="Graphic 15" descr="Agriculture with solid fill">
            <a:extLst>
              <a:ext uri="{FF2B5EF4-FFF2-40B4-BE49-F238E27FC236}">
                <a16:creationId xmlns:a16="http://schemas.microsoft.com/office/drawing/2014/main" id="{F42E603C-29A4-F38A-FF22-E28BC8E33B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102226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177796" y="313499"/>
            <a:ext cx="11836104"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4 pillars of SEO</a:t>
            </a:r>
            <a:endParaRPr lang="en-US" sz="3400" dirty="0"/>
          </a:p>
        </p:txBody>
      </p:sp>
      <p:sp>
        <p:nvSpPr>
          <p:cNvPr id="3" name="Shape 1"/>
          <p:cNvSpPr/>
          <p:nvPr/>
        </p:nvSpPr>
        <p:spPr>
          <a:xfrm>
            <a:off x="177796" y="935930"/>
            <a:ext cx="2844729" cy="3956645"/>
          </a:xfrm>
          <a:prstGeom prst="roundRect">
            <a:avLst>
              <a:gd name="adj" fmla="val 9643"/>
            </a:avLst>
          </a:prstGeom>
          <a:solidFill>
            <a:srgbClr val="FE829A"/>
          </a:solidFill>
          <a:ln/>
        </p:spPr>
        <p:txBody>
          <a:bodyPr/>
          <a:lstStyle/>
          <a:p>
            <a:endParaRPr lang="en-IN"/>
          </a:p>
        </p:txBody>
      </p:sp>
      <p:sp>
        <p:nvSpPr>
          <p:cNvPr id="4" name="Text 2"/>
          <p:cNvSpPr/>
          <p:nvPr/>
        </p:nvSpPr>
        <p:spPr>
          <a:xfrm>
            <a:off x="177796" y="1189930"/>
            <a:ext cx="2844729" cy="482600"/>
          </a:xfrm>
          <a:prstGeom prst="rect">
            <a:avLst/>
          </a:prstGeom>
          <a:noFill/>
          <a:ln/>
        </p:spPr>
        <p:txBody>
          <a:bodyPr wrap="none" lIns="0" tIns="0" rIns="0" bIns="0" rtlCol="0" anchor="t"/>
          <a:lstStyle/>
          <a:p>
            <a:pPr marL="0" indent="0" algn="ctr">
              <a:lnSpc>
                <a:spcPct val="198000"/>
              </a:lnSpc>
              <a:buNone/>
            </a:pPr>
            <a:r>
              <a:rPr lang="en-US" sz="1600" b="1" dirty="0">
                <a:solidFill>
                  <a:srgbClr val="000000"/>
                </a:solidFill>
                <a:latin typeface="Space Grotesk Bold" pitchFamily="34" charset="0"/>
                <a:ea typeface="Space Grotesk Bold" pitchFamily="34" charset="-122"/>
                <a:cs typeface="Space Grotesk Bold" pitchFamily="34" charset="-120"/>
              </a:rPr>
              <a:t>1</a:t>
            </a:r>
            <a:endParaRPr lang="en-US" sz="1600" dirty="0"/>
          </a:p>
        </p:txBody>
      </p:sp>
      <p:sp>
        <p:nvSpPr>
          <p:cNvPr id="5" name="Text 3"/>
          <p:cNvSpPr/>
          <p:nvPr/>
        </p:nvSpPr>
        <p:spPr>
          <a:xfrm>
            <a:off x="380990" y="1861115"/>
            <a:ext cx="2438339" cy="518120"/>
          </a:xfrm>
          <a:prstGeom prst="rect">
            <a:avLst/>
          </a:prstGeom>
          <a:noFill/>
          <a:ln/>
        </p:spPr>
        <p:txBody>
          <a:bodyPr wrap="square" lIns="0" tIns="0" rIns="0" bIns="0" rtlCol="0" anchor="t">
            <a:normAutofit lnSpcReduction="10000"/>
          </a:bodyPr>
          <a:lstStyle/>
          <a:p>
            <a:pPr marL="0" indent="0" algn="l">
              <a:lnSpc>
                <a:spcPct val="100000"/>
              </a:lnSpc>
              <a:buNone/>
            </a:pPr>
            <a:r>
              <a:rPr lang="en-US" sz="1700" b="1" dirty="0">
                <a:solidFill>
                  <a:srgbClr val="000000"/>
                </a:solidFill>
                <a:latin typeface="Space Grotesk Bold" pitchFamily="34" charset="0"/>
                <a:ea typeface="Space Grotesk Bold" pitchFamily="34" charset="-122"/>
                <a:cs typeface="Space Grotesk Bold" pitchFamily="34" charset="-120"/>
              </a:rPr>
              <a:t>Relevant content production</a:t>
            </a:r>
            <a:endParaRPr lang="en-US" sz="1700" dirty="0"/>
          </a:p>
        </p:txBody>
      </p:sp>
      <p:sp>
        <p:nvSpPr>
          <p:cNvPr id="6" name="Text 4"/>
          <p:cNvSpPr/>
          <p:nvPr/>
        </p:nvSpPr>
        <p:spPr>
          <a:xfrm>
            <a:off x="380990" y="2520851"/>
            <a:ext cx="2438339" cy="1594644"/>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000000"/>
                </a:solidFill>
                <a:latin typeface="Space Grotesk" pitchFamily="34" charset="0"/>
                <a:ea typeface="Space Grotesk" pitchFamily="34" charset="-122"/>
                <a:cs typeface="Space Grotesk" pitchFamily="34" charset="-120"/>
              </a:rPr>
              <a:t>Create informative, high-value material.</a:t>
            </a:r>
            <a:endParaRPr lang="en-US" sz="1400" dirty="0"/>
          </a:p>
          <a:p>
            <a:pPr marL="284480" indent="-284480" algn="l">
              <a:lnSpc>
                <a:spcPct val="117000"/>
              </a:lnSpc>
              <a:buSzPct val="100000"/>
              <a:buChar char="•"/>
            </a:pPr>
            <a:r>
              <a:rPr lang="en-US" sz="1400" dirty="0">
                <a:solidFill>
                  <a:srgbClr val="000000"/>
                </a:solidFill>
                <a:latin typeface="Space Grotesk" pitchFamily="34" charset="0"/>
                <a:ea typeface="Space Grotesk" pitchFamily="34" charset="-122"/>
                <a:cs typeface="Space Grotesk" pitchFamily="34" charset="-120"/>
              </a:rPr>
              <a:t>Integrate targeted keyword terms naturally.</a:t>
            </a:r>
            <a:endParaRPr lang="en-US" sz="1400" dirty="0"/>
          </a:p>
          <a:p>
            <a:pPr marL="284480" indent="-284480" algn="l">
              <a:lnSpc>
                <a:spcPct val="117000"/>
              </a:lnSpc>
              <a:buSzPct val="100000"/>
              <a:buChar char="•"/>
            </a:pPr>
            <a:r>
              <a:rPr lang="en-US" sz="1400" dirty="0">
                <a:solidFill>
                  <a:srgbClr val="000000"/>
                </a:solidFill>
                <a:latin typeface="Space Grotesk" pitchFamily="34" charset="0"/>
                <a:ea typeface="Space Grotesk" pitchFamily="34" charset="-122"/>
                <a:cs typeface="Space Grotesk" pitchFamily="34" charset="-120"/>
              </a:rPr>
              <a:t>Refresh text regularly to maintain accuracy.</a:t>
            </a:r>
            <a:endParaRPr lang="en-US" sz="1400" dirty="0"/>
          </a:p>
        </p:txBody>
      </p:sp>
      <p:sp>
        <p:nvSpPr>
          <p:cNvPr id="7" name="Shape 5"/>
          <p:cNvSpPr/>
          <p:nvPr/>
        </p:nvSpPr>
        <p:spPr>
          <a:xfrm>
            <a:off x="3174921" y="935930"/>
            <a:ext cx="2844729" cy="3956645"/>
          </a:xfrm>
          <a:prstGeom prst="roundRect">
            <a:avLst>
              <a:gd name="adj" fmla="val 9643"/>
            </a:avLst>
          </a:prstGeom>
          <a:solidFill>
            <a:srgbClr val="FC9FA5"/>
          </a:solidFill>
          <a:ln/>
        </p:spPr>
        <p:txBody>
          <a:bodyPr/>
          <a:lstStyle/>
          <a:p>
            <a:endParaRPr lang="en-IN"/>
          </a:p>
        </p:txBody>
      </p:sp>
      <p:sp>
        <p:nvSpPr>
          <p:cNvPr id="8" name="Text 6"/>
          <p:cNvSpPr/>
          <p:nvPr/>
        </p:nvSpPr>
        <p:spPr>
          <a:xfrm>
            <a:off x="3174921" y="1189930"/>
            <a:ext cx="2844729" cy="482600"/>
          </a:xfrm>
          <a:prstGeom prst="rect">
            <a:avLst/>
          </a:prstGeom>
          <a:noFill/>
          <a:ln/>
        </p:spPr>
        <p:txBody>
          <a:bodyPr wrap="none" lIns="0" tIns="0" rIns="0" bIns="0" rtlCol="0" anchor="t"/>
          <a:lstStyle/>
          <a:p>
            <a:pPr marL="0" indent="0" algn="ctr">
              <a:lnSpc>
                <a:spcPct val="198000"/>
              </a:lnSpc>
              <a:buNone/>
            </a:pPr>
            <a:r>
              <a:rPr lang="en-US" sz="1600" b="1" dirty="0">
                <a:solidFill>
                  <a:srgbClr val="000000"/>
                </a:solidFill>
                <a:latin typeface="Space Grotesk Bold" pitchFamily="34" charset="0"/>
                <a:ea typeface="Space Grotesk Bold" pitchFamily="34" charset="-122"/>
                <a:cs typeface="Space Grotesk Bold" pitchFamily="34" charset="-120"/>
              </a:rPr>
              <a:t>2</a:t>
            </a:r>
            <a:endParaRPr lang="en-US" sz="1600" dirty="0"/>
          </a:p>
        </p:txBody>
      </p:sp>
      <p:sp>
        <p:nvSpPr>
          <p:cNvPr id="9" name="Text 7"/>
          <p:cNvSpPr/>
          <p:nvPr/>
        </p:nvSpPr>
        <p:spPr>
          <a:xfrm>
            <a:off x="3378115" y="1861115"/>
            <a:ext cx="2438339" cy="518120"/>
          </a:xfrm>
          <a:prstGeom prst="rect">
            <a:avLst/>
          </a:prstGeom>
          <a:noFill/>
          <a:ln/>
        </p:spPr>
        <p:txBody>
          <a:bodyPr wrap="square" lIns="0" tIns="0" rIns="0" bIns="0" rtlCol="0" anchor="t">
            <a:normAutofit lnSpcReduction="10000"/>
          </a:bodyPr>
          <a:lstStyle/>
          <a:p>
            <a:pPr marL="0" indent="0" algn="l">
              <a:lnSpc>
                <a:spcPct val="100000"/>
              </a:lnSpc>
              <a:buNone/>
            </a:pPr>
            <a:r>
              <a:rPr lang="en-US" sz="1700" b="1" dirty="0">
                <a:solidFill>
                  <a:srgbClr val="000000"/>
                </a:solidFill>
                <a:latin typeface="Space Grotesk Bold" pitchFamily="34" charset="0"/>
                <a:ea typeface="Space Grotesk Bold" pitchFamily="34" charset="-122"/>
                <a:cs typeface="Space Grotesk Bold" pitchFamily="34" charset="-120"/>
              </a:rPr>
              <a:t>Link acquisition strategy</a:t>
            </a:r>
            <a:endParaRPr lang="en-US" sz="1700" dirty="0"/>
          </a:p>
        </p:txBody>
      </p:sp>
      <p:sp>
        <p:nvSpPr>
          <p:cNvPr id="10" name="Text 8"/>
          <p:cNvSpPr/>
          <p:nvPr/>
        </p:nvSpPr>
        <p:spPr>
          <a:xfrm>
            <a:off x="3378115" y="2520851"/>
            <a:ext cx="2438339" cy="2092325"/>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000000"/>
                </a:solidFill>
                <a:latin typeface="Space Grotesk" pitchFamily="34" charset="0"/>
                <a:ea typeface="Space Grotesk" pitchFamily="34" charset="-122"/>
                <a:cs typeface="Space Grotesk" pitchFamily="34" charset="-120"/>
              </a:rPr>
              <a:t>Build backlinks from authoritative sources.</a:t>
            </a:r>
            <a:endParaRPr lang="en-US" sz="1400" dirty="0"/>
          </a:p>
          <a:p>
            <a:pPr marL="284480" indent="-284480" algn="l">
              <a:lnSpc>
                <a:spcPct val="117000"/>
              </a:lnSpc>
              <a:buSzPct val="100000"/>
              <a:buChar char="•"/>
            </a:pPr>
            <a:r>
              <a:rPr lang="en-US" sz="1400" dirty="0">
                <a:solidFill>
                  <a:srgbClr val="000000"/>
                </a:solidFill>
                <a:latin typeface="Space Grotesk" pitchFamily="34" charset="0"/>
                <a:ea typeface="Space Grotesk" pitchFamily="34" charset="-122"/>
                <a:cs typeface="Space Grotesk" pitchFamily="34" charset="-120"/>
              </a:rPr>
              <a:t>Target industry partners for contextually relevant connections.</a:t>
            </a:r>
            <a:endParaRPr lang="en-US" sz="1400" dirty="0"/>
          </a:p>
          <a:p>
            <a:pPr marL="284480" indent="-284480" algn="l">
              <a:lnSpc>
                <a:spcPct val="117000"/>
              </a:lnSpc>
              <a:buSzPct val="100000"/>
              <a:buChar char="•"/>
            </a:pPr>
            <a:r>
              <a:rPr lang="en-US" sz="1400" dirty="0">
                <a:solidFill>
                  <a:srgbClr val="000000"/>
                </a:solidFill>
                <a:latin typeface="Space Grotesk" pitchFamily="34" charset="0"/>
                <a:ea typeface="Space Grotesk" pitchFamily="34" charset="-122"/>
                <a:cs typeface="Space Grotesk" pitchFamily="34" charset="-120"/>
              </a:rPr>
              <a:t>Maintain a natural and diversified backlink profile.</a:t>
            </a:r>
            <a:endParaRPr lang="en-US" sz="1400" dirty="0"/>
          </a:p>
        </p:txBody>
      </p:sp>
      <p:sp>
        <p:nvSpPr>
          <p:cNvPr id="11" name="Shape 9"/>
          <p:cNvSpPr/>
          <p:nvPr/>
        </p:nvSpPr>
        <p:spPr>
          <a:xfrm>
            <a:off x="6172046" y="935930"/>
            <a:ext cx="2844729" cy="3956645"/>
          </a:xfrm>
          <a:prstGeom prst="roundRect">
            <a:avLst>
              <a:gd name="adj" fmla="val 9643"/>
            </a:avLst>
          </a:prstGeom>
          <a:solidFill>
            <a:srgbClr val="F9B440"/>
          </a:solidFill>
          <a:ln/>
        </p:spPr>
        <p:txBody>
          <a:bodyPr/>
          <a:lstStyle/>
          <a:p>
            <a:endParaRPr lang="en-IN"/>
          </a:p>
        </p:txBody>
      </p:sp>
      <p:sp>
        <p:nvSpPr>
          <p:cNvPr id="12" name="Text 10"/>
          <p:cNvSpPr/>
          <p:nvPr/>
        </p:nvSpPr>
        <p:spPr>
          <a:xfrm>
            <a:off x="6172046" y="1189930"/>
            <a:ext cx="2844729" cy="482600"/>
          </a:xfrm>
          <a:prstGeom prst="rect">
            <a:avLst/>
          </a:prstGeom>
          <a:noFill/>
          <a:ln/>
        </p:spPr>
        <p:txBody>
          <a:bodyPr wrap="none" lIns="0" tIns="0" rIns="0" bIns="0" rtlCol="0" anchor="t"/>
          <a:lstStyle/>
          <a:p>
            <a:pPr marL="0" indent="0" algn="ctr">
              <a:lnSpc>
                <a:spcPct val="198000"/>
              </a:lnSpc>
              <a:buNone/>
            </a:pPr>
            <a:r>
              <a:rPr lang="en-US" sz="1600" b="1" dirty="0">
                <a:solidFill>
                  <a:srgbClr val="000000"/>
                </a:solidFill>
                <a:latin typeface="Space Grotesk Bold" pitchFamily="34" charset="0"/>
                <a:ea typeface="Space Grotesk Bold" pitchFamily="34" charset="-122"/>
                <a:cs typeface="Space Grotesk Bold" pitchFamily="34" charset="-120"/>
              </a:rPr>
              <a:t>3</a:t>
            </a:r>
            <a:endParaRPr lang="en-US" sz="1600" dirty="0"/>
          </a:p>
        </p:txBody>
      </p:sp>
      <p:sp>
        <p:nvSpPr>
          <p:cNvPr id="13" name="Text 11"/>
          <p:cNvSpPr/>
          <p:nvPr/>
        </p:nvSpPr>
        <p:spPr>
          <a:xfrm>
            <a:off x="6375241" y="1861115"/>
            <a:ext cx="2438339" cy="259060"/>
          </a:xfrm>
          <a:prstGeom prst="rect">
            <a:avLst/>
          </a:prstGeom>
          <a:noFill/>
          <a:ln/>
        </p:spPr>
        <p:txBody>
          <a:bodyPr wrap="none" lIns="0" tIns="0" rIns="0" bIns="0" rtlCol="0" anchor="t"/>
          <a:lstStyle/>
          <a:p>
            <a:pPr marL="0" indent="0" algn="l">
              <a:lnSpc>
                <a:spcPct val="100000"/>
              </a:lnSpc>
              <a:buNone/>
            </a:pPr>
            <a:r>
              <a:rPr lang="en-US" sz="1700" b="1" dirty="0">
                <a:solidFill>
                  <a:srgbClr val="000000"/>
                </a:solidFill>
                <a:latin typeface="Space Grotesk Bold" pitchFamily="34" charset="0"/>
                <a:ea typeface="Space Grotesk Bold" pitchFamily="34" charset="-122"/>
                <a:cs typeface="Space Grotesk Bold" pitchFamily="34" charset="-120"/>
              </a:rPr>
              <a:t>UX &amp; conversion design</a:t>
            </a:r>
            <a:endParaRPr lang="en-US" sz="1700" dirty="0"/>
          </a:p>
        </p:txBody>
      </p:sp>
      <p:sp>
        <p:nvSpPr>
          <p:cNvPr id="14" name="Text 12"/>
          <p:cNvSpPr/>
          <p:nvPr/>
        </p:nvSpPr>
        <p:spPr>
          <a:xfrm>
            <a:off x="6375241" y="2261791"/>
            <a:ext cx="2438339" cy="1843484"/>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000000"/>
                </a:solidFill>
                <a:latin typeface="Space Grotesk" pitchFamily="34" charset="0"/>
                <a:ea typeface="Space Grotesk" pitchFamily="34" charset="-122"/>
                <a:cs typeface="Space Grotesk" pitchFamily="34" charset="-120"/>
              </a:rPr>
              <a:t>Streamline user flow and site navigation layout.</a:t>
            </a:r>
            <a:endParaRPr lang="en-US" sz="1400" dirty="0"/>
          </a:p>
          <a:p>
            <a:pPr marL="284480" indent="-284480" algn="l">
              <a:lnSpc>
                <a:spcPct val="117000"/>
              </a:lnSpc>
              <a:buSzPct val="100000"/>
              <a:buChar char="•"/>
            </a:pPr>
            <a:r>
              <a:rPr lang="en-US" sz="1400" dirty="0">
                <a:solidFill>
                  <a:srgbClr val="000000"/>
                </a:solidFill>
                <a:latin typeface="Space Grotesk" pitchFamily="34" charset="0"/>
                <a:ea typeface="Space Grotesk" pitchFamily="34" charset="-122"/>
                <a:cs typeface="Space Grotesk" pitchFamily="34" charset="-120"/>
              </a:rPr>
              <a:t>Boost page speed for better visitor retention.</a:t>
            </a:r>
            <a:endParaRPr lang="en-US" sz="1400" dirty="0"/>
          </a:p>
          <a:p>
            <a:pPr marL="284480" indent="-284480" algn="l">
              <a:lnSpc>
                <a:spcPct val="117000"/>
              </a:lnSpc>
              <a:buSzPct val="100000"/>
              <a:buChar char="•"/>
            </a:pPr>
            <a:r>
              <a:rPr lang="en-US" sz="1400" dirty="0">
                <a:solidFill>
                  <a:srgbClr val="000000"/>
                </a:solidFill>
                <a:latin typeface="Space Grotesk" pitchFamily="34" charset="0"/>
                <a:ea typeface="Space Grotesk" pitchFamily="34" charset="-122"/>
                <a:cs typeface="Space Grotesk" pitchFamily="34" charset="-120"/>
              </a:rPr>
              <a:t>Deploy responsive, mobile-first design elements.</a:t>
            </a:r>
            <a:endParaRPr lang="en-US" sz="1400" dirty="0"/>
          </a:p>
        </p:txBody>
      </p:sp>
      <p:sp>
        <p:nvSpPr>
          <p:cNvPr id="15" name="Shape 13"/>
          <p:cNvSpPr/>
          <p:nvPr/>
        </p:nvSpPr>
        <p:spPr>
          <a:xfrm>
            <a:off x="9169171" y="935930"/>
            <a:ext cx="2844729" cy="3956645"/>
          </a:xfrm>
          <a:prstGeom prst="roundRect">
            <a:avLst>
              <a:gd name="adj" fmla="val 9643"/>
            </a:avLst>
          </a:prstGeom>
          <a:solidFill>
            <a:srgbClr val="FBC5AA"/>
          </a:solidFill>
          <a:ln/>
        </p:spPr>
        <p:txBody>
          <a:bodyPr/>
          <a:lstStyle/>
          <a:p>
            <a:endParaRPr lang="en-IN"/>
          </a:p>
        </p:txBody>
      </p:sp>
      <p:sp>
        <p:nvSpPr>
          <p:cNvPr id="16" name="Text 14"/>
          <p:cNvSpPr/>
          <p:nvPr/>
        </p:nvSpPr>
        <p:spPr>
          <a:xfrm>
            <a:off x="9169171" y="1189930"/>
            <a:ext cx="2844729" cy="482600"/>
          </a:xfrm>
          <a:prstGeom prst="rect">
            <a:avLst/>
          </a:prstGeom>
          <a:noFill/>
          <a:ln/>
        </p:spPr>
        <p:txBody>
          <a:bodyPr wrap="none" lIns="0" tIns="0" rIns="0" bIns="0" rtlCol="0" anchor="t"/>
          <a:lstStyle/>
          <a:p>
            <a:pPr marL="0" indent="0" algn="ctr">
              <a:lnSpc>
                <a:spcPct val="198000"/>
              </a:lnSpc>
              <a:buNone/>
            </a:pPr>
            <a:r>
              <a:rPr lang="en-US" sz="1600" b="1" dirty="0">
                <a:solidFill>
                  <a:srgbClr val="000000"/>
                </a:solidFill>
                <a:latin typeface="Space Grotesk Bold" pitchFamily="34" charset="0"/>
                <a:ea typeface="Space Grotesk Bold" pitchFamily="34" charset="-122"/>
                <a:cs typeface="Space Grotesk Bold" pitchFamily="34" charset="-120"/>
              </a:rPr>
              <a:t>4</a:t>
            </a:r>
            <a:endParaRPr lang="en-US" sz="1600" dirty="0"/>
          </a:p>
        </p:txBody>
      </p:sp>
      <p:sp>
        <p:nvSpPr>
          <p:cNvPr id="17" name="Text 15"/>
          <p:cNvSpPr/>
          <p:nvPr/>
        </p:nvSpPr>
        <p:spPr>
          <a:xfrm>
            <a:off x="9372366" y="1861115"/>
            <a:ext cx="2438339" cy="518120"/>
          </a:xfrm>
          <a:prstGeom prst="rect">
            <a:avLst/>
          </a:prstGeom>
          <a:noFill/>
          <a:ln/>
        </p:spPr>
        <p:txBody>
          <a:bodyPr wrap="square" lIns="0" tIns="0" rIns="0" bIns="0" rtlCol="0" anchor="t">
            <a:normAutofit lnSpcReduction="10000"/>
          </a:bodyPr>
          <a:lstStyle/>
          <a:p>
            <a:pPr marL="0" indent="0" algn="l">
              <a:lnSpc>
                <a:spcPct val="100000"/>
              </a:lnSpc>
              <a:buNone/>
            </a:pPr>
            <a:r>
              <a:rPr lang="en-US" sz="1700" b="1" dirty="0">
                <a:solidFill>
                  <a:srgbClr val="000000"/>
                </a:solidFill>
                <a:latin typeface="Space Grotesk Bold" pitchFamily="34" charset="0"/>
                <a:ea typeface="Space Grotesk Bold" pitchFamily="34" charset="-122"/>
                <a:cs typeface="Space Grotesk Bold" pitchFamily="34" charset="-120"/>
              </a:rPr>
              <a:t>Performance tracking &amp; optimization</a:t>
            </a:r>
            <a:endParaRPr lang="en-US" sz="1700" dirty="0"/>
          </a:p>
        </p:txBody>
      </p:sp>
      <p:sp>
        <p:nvSpPr>
          <p:cNvPr id="18" name="Text 16"/>
          <p:cNvSpPr/>
          <p:nvPr/>
        </p:nvSpPr>
        <p:spPr>
          <a:xfrm>
            <a:off x="9372366" y="2520851"/>
            <a:ext cx="2438339" cy="2092325"/>
          </a:xfrm>
          <a:prstGeom prst="rect">
            <a:avLst/>
          </a:prstGeom>
          <a:noFill/>
          <a:ln/>
        </p:spPr>
        <p:txBody>
          <a:bodyPr wrap="square" lIns="0" tIns="0" rIns="0" bIns="0" rtlCol="0" anchor="t">
            <a:normAutofit lnSpcReduction="10000"/>
          </a:bodyPr>
          <a:lstStyle/>
          <a:p>
            <a:pPr marL="284480" indent="-284480" algn="l">
              <a:lnSpc>
                <a:spcPct val="117000"/>
              </a:lnSpc>
              <a:buSzPct val="100000"/>
              <a:buChar char="•"/>
            </a:pPr>
            <a:r>
              <a:rPr lang="en-US" sz="1400" dirty="0">
                <a:solidFill>
                  <a:srgbClr val="000000"/>
                </a:solidFill>
                <a:latin typeface="Space Grotesk" pitchFamily="34" charset="0"/>
                <a:ea typeface="Space Grotesk" pitchFamily="34" charset="-122"/>
                <a:cs typeface="Space Grotesk" pitchFamily="34" charset="-120"/>
              </a:rPr>
              <a:t>Monitor and segment all inbound traffic channels.</a:t>
            </a:r>
            <a:endParaRPr lang="en-US" sz="1400" dirty="0"/>
          </a:p>
          <a:p>
            <a:pPr marL="284480" indent="-284480" algn="l">
              <a:lnSpc>
                <a:spcPct val="117000"/>
              </a:lnSpc>
              <a:buSzPct val="100000"/>
              <a:buChar char="•"/>
            </a:pPr>
            <a:r>
              <a:rPr lang="en-US" sz="1400" dirty="0">
                <a:solidFill>
                  <a:srgbClr val="000000"/>
                </a:solidFill>
                <a:latin typeface="Space Grotesk" pitchFamily="34" charset="0"/>
                <a:ea typeface="Space Grotesk" pitchFamily="34" charset="-122"/>
                <a:cs typeface="Space Grotesk" pitchFamily="34" charset="-120"/>
              </a:rPr>
              <a:t>Analyse user behaviour patterns for experience enhancement.</a:t>
            </a:r>
            <a:endParaRPr lang="en-US" sz="1400" dirty="0"/>
          </a:p>
          <a:p>
            <a:pPr marL="284480" indent="-284480" algn="l">
              <a:lnSpc>
                <a:spcPct val="117000"/>
              </a:lnSpc>
              <a:buSzPct val="100000"/>
              <a:buChar char="•"/>
            </a:pPr>
            <a:r>
              <a:rPr lang="en-US" sz="1400" dirty="0">
                <a:solidFill>
                  <a:srgbClr val="000000"/>
                </a:solidFill>
                <a:latin typeface="Space Grotesk" pitchFamily="34" charset="0"/>
                <a:ea typeface="Space Grotesk" pitchFamily="34" charset="-122"/>
                <a:cs typeface="Space Grotesk" pitchFamily="34" charset="-120"/>
              </a:rPr>
              <a:t>Optimise structural funnels to improve conversion rates.</a:t>
            </a:r>
            <a:endParaRPr lang="en-US" sz="1400" dirty="0"/>
          </a:p>
        </p:txBody>
      </p:sp>
      <p:sp>
        <p:nvSpPr>
          <p:cNvPr id="19" name="Shape 17"/>
          <p:cNvSpPr/>
          <p:nvPr/>
        </p:nvSpPr>
        <p:spPr>
          <a:xfrm>
            <a:off x="177796" y="5076726"/>
            <a:ext cx="11836104" cy="589260"/>
          </a:xfrm>
          <a:prstGeom prst="roundRect">
            <a:avLst>
              <a:gd name="adj" fmla="val 49999"/>
            </a:avLst>
          </a:prstGeom>
          <a:solidFill>
            <a:srgbClr val="B8330C"/>
          </a:solidFill>
          <a:ln/>
        </p:spPr>
        <p:txBody>
          <a:bodyPr/>
          <a:lstStyle/>
          <a:p>
            <a:endParaRPr lang="en-IN"/>
          </a:p>
        </p:txBody>
      </p:sp>
      <p:sp>
        <p:nvSpPr>
          <p:cNvPr id="20" name="Text 18"/>
          <p:cNvSpPr/>
          <p:nvPr/>
        </p:nvSpPr>
        <p:spPr>
          <a:xfrm>
            <a:off x="482588" y="5229443"/>
            <a:ext cx="11531312" cy="284460"/>
          </a:xfrm>
          <a:prstGeom prst="rect">
            <a:avLst/>
          </a:prstGeom>
          <a:noFill/>
          <a:ln/>
        </p:spPr>
        <p:txBody>
          <a:bodyPr wrap="none" lIns="0" tIns="0" rIns="0" bIns="0" rtlCol="0" anchor="t"/>
          <a:lstStyle/>
          <a:p>
            <a:pPr marL="0" indent="0" algn="l">
              <a:lnSpc>
                <a:spcPct val="117000"/>
              </a:lnSpc>
              <a:buNone/>
            </a:pPr>
            <a:r>
              <a:rPr lang="en-US" sz="1600" b="1" dirty="0">
                <a:solidFill>
                  <a:srgbClr val="FFFFFF"/>
                </a:solidFill>
                <a:latin typeface="Space Grotesk Bold" pitchFamily="34" charset="0"/>
                <a:ea typeface="Space Grotesk Bold" pitchFamily="34" charset="-122"/>
                <a:cs typeface="Space Grotesk Bold" pitchFamily="34" charset="-120"/>
              </a:rPr>
              <a:t>Organic growth</a:t>
            </a:r>
            <a:endParaRPr lang="en-US" sz="1600" dirty="0"/>
          </a:p>
        </p:txBody>
      </p:sp>
      <p:pic>
        <p:nvPicPr>
          <p:cNvPr id="22" name="Graphic 21" descr="Agriculture with solid fill">
            <a:extLst>
              <a:ext uri="{FF2B5EF4-FFF2-40B4-BE49-F238E27FC236}">
                <a16:creationId xmlns:a16="http://schemas.microsoft.com/office/drawing/2014/main" id="{4C8DD7E2-2D00-5C5B-58B7-5CFEE9FA6A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4964"/>
            <a:ext cx="1102659" cy="102226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406390" y="338899"/>
            <a:ext cx="11378915"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Target location</a:t>
            </a:r>
            <a:endParaRPr lang="en-US" sz="3400" dirty="0"/>
          </a:p>
        </p:txBody>
      </p:sp>
      <p:sp>
        <p:nvSpPr>
          <p:cNvPr id="4" name="Text 2"/>
          <p:cNvSpPr/>
          <p:nvPr/>
        </p:nvSpPr>
        <p:spPr>
          <a:xfrm>
            <a:off x="406390" y="961648"/>
            <a:ext cx="11785305"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Oorja's target market strategy</a:t>
            </a:r>
            <a:endParaRPr lang="en-US" sz="1600" dirty="0"/>
          </a:p>
        </p:txBody>
      </p:sp>
      <p:pic>
        <p:nvPicPr>
          <p:cNvPr id="5" name="Image 0" descr="preencoded.png"/>
          <p:cNvPicPr>
            <a:picLocks noChangeAspect="1"/>
          </p:cNvPicPr>
          <p:nvPr/>
        </p:nvPicPr>
        <p:blipFill>
          <a:blip r:embed="rId3"/>
          <a:stretch>
            <a:fillRect/>
          </a:stretch>
        </p:blipFill>
        <p:spPr>
          <a:xfrm>
            <a:off x="406390" y="1372791"/>
            <a:ext cx="5613260" cy="2288877"/>
          </a:xfrm>
          <a:prstGeom prst="rect">
            <a:avLst/>
          </a:prstGeom>
        </p:spPr>
      </p:pic>
      <p:pic>
        <p:nvPicPr>
          <p:cNvPr id="6" name="Image 1" descr="preencoded.png"/>
          <p:cNvPicPr>
            <a:picLocks noChangeAspect="1"/>
          </p:cNvPicPr>
          <p:nvPr/>
        </p:nvPicPr>
        <p:blipFill>
          <a:blip r:embed="rId4"/>
          <a:stretch>
            <a:fillRect/>
          </a:stretch>
        </p:blipFill>
        <p:spPr>
          <a:xfrm>
            <a:off x="6172046" y="1372791"/>
            <a:ext cx="5613260" cy="2288877"/>
          </a:xfrm>
          <a:prstGeom prst="rect">
            <a:avLst/>
          </a:prstGeom>
        </p:spPr>
      </p:pic>
      <p:pic>
        <p:nvPicPr>
          <p:cNvPr id="7" name="Image 2" descr="preencoded.png"/>
          <p:cNvPicPr>
            <a:picLocks noChangeAspect="1"/>
          </p:cNvPicPr>
          <p:nvPr/>
        </p:nvPicPr>
        <p:blipFill>
          <a:blip r:embed="rId5"/>
          <a:stretch>
            <a:fillRect/>
          </a:stretch>
        </p:blipFill>
        <p:spPr>
          <a:xfrm>
            <a:off x="406390" y="3814068"/>
            <a:ext cx="5613260" cy="2287984"/>
          </a:xfrm>
          <a:prstGeom prst="rect">
            <a:avLst/>
          </a:prstGeom>
        </p:spPr>
      </p:pic>
      <p:pic>
        <p:nvPicPr>
          <p:cNvPr id="8" name="Image 3" descr="preencoded.png"/>
          <p:cNvPicPr>
            <a:picLocks noChangeAspect="1"/>
          </p:cNvPicPr>
          <p:nvPr/>
        </p:nvPicPr>
        <p:blipFill>
          <a:blip r:embed="rId6"/>
          <a:stretch>
            <a:fillRect/>
          </a:stretch>
        </p:blipFill>
        <p:spPr>
          <a:xfrm>
            <a:off x="6172046" y="3814068"/>
            <a:ext cx="5613260" cy="2287984"/>
          </a:xfrm>
          <a:prstGeom prst="rect">
            <a:avLst/>
          </a:prstGeom>
        </p:spPr>
      </p:pic>
      <p:pic>
        <p:nvPicPr>
          <p:cNvPr id="10" name="Graphic 9" descr="Agriculture with solid fill">
            <a:extLst>
              <a:ext uri="{FF2B5EF4-FFF2-40B4-BE49-F238E27FC236}">
                <a16:creationId xmlns:a16="http://schemas.microsoft.com/office/drawing/2014/main" id="{1CC86BD1-AB4D-2B52-3835-4154198CC9F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152092" y="4196"/>
            <a:ext cx="1102659" cy="102226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406390" y="338899"/>
            <a:ext cx="1127731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Target location expansion strategy</a:t>
            </a:r>
            <a:endParaRPr lang="en-US" sz="3400" dirty="0"/>
          </a:p>
        </p:txBody>
      </p:sp>
      <p:sp>
        <p:nvSpPr>
          <p:cNvPr id="4" name="Shape 2"/>
          <p:cNvSpPr/>
          <p:nvPr/>
        </p:nvSpPr>
        <p:spPr>
          <a:xfrm>
            <a:off x="406390" y="885130"/>
            <a:ext cx="11277318" cy="637480"/>
          </a:xfrm>
          <a:prstGeom prst="roundRect">
            <a:avLst>
              <a:gd name="adj" fmla="val 49999"/>
            </a:avLst>
          </a:prstGeom>
          <a:solidFill>
            <a:srgbClr val="F7F1E1"/>
          </a:solidFill>
          <a:ln/>
        </p:spPr>
        <p:txBody>
          <a:bodyPr/>
          <a:lstStyle/>
          <a:p>
            <a:endParaRPr lang="en-IN"/>
          </a:p>
        </p:txBody>
      </p:sp>
      <p:sp>
        <p:nvSpPr>
          <p:cNvPr id="5" name="Shape 3"/>
          <p:cNvSpPr/>
          <p:nvPr/>
        </p:nvSpPr>
        <p:spPr>
          <a:xfrm>
            <a:off x="609585" y="986730"/>
            <a:ext cx="1760990" cy="434280"/>
          </a:xfrm>
          <a:prstGeom prst="roundRect">
            <a:avLst>
              <a:gd name="adj" fmla="val 49999"/>
            </a:avLst>
          </a:prstGeom>
          <a:solidFill>
            <a:srgbClr val="FE829A"/>
          </a:solidFill>
          <a:ln/>
        </p:spPr>
        <p:txBody>
          <a:bodyPr/>
          <a:lstStyle/>
          <a:p>
            <a:endParaRPr lang="en-IN"/>
          </a:p>
        </p:txBody>
      </p:sp>
      <p:sp>
        <p:nvSpPr>
          <p:cNvPr id="6" name="Text 4"/>
          <p:cNvSpPr/>
          <p:nvPr/>
        </p:nvSpPr>
        <p:spPr>
          <a:xfrm>
            <a:off x="787380" y="1088330"/>
            <a:ext cx="1583194"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Core categories</a:t>
            </a:r>
            <a:endParaRPr lang="en-US" sz="1300" dirty="0"/>
          </a:p>
        </p:txBody>
      </p:sp>
      <p:sp>
        <p:nvSpPr>
          <p:cNvPr id="7" name="Shape 5"/>
          <p:cNvSpPr/>
          <p:nvPr/>
        </p:nvSpPr>
        <p:spPr>
          <a:xfrm>
            <a:off x="2522970" y="986730"/>
            <a:ext cx="4402523" cy="434280"/>
          </a:xfrm>
          <a:prstGeom prst="roundRect">
            <a:avLst>
              <a:gd name="adj" fmla="val 49999"/>
            </a:avLst>
          </a:prstGeom>
          <a:solidFill>
            <a:srgbClr val="F9B440"/>
          </a:solidFill>
          <a:ln/>
        </p:spPr>
        <p:txBody>
          <a:bodyPr/>
          <a:lstStyle/>
          <a:p>
            <a:endParaRPr lang="en-IN"/>
          </a:p>
        </p:txBody>
      </p:sp>
      <p:sp>
        <p:nvSpPr>
          <p:cNvPr id="8" name="Text 6"/>
          <p:cNvSpPr/>
          <p:nvPr/>
        </p:nvSpPr>
        <p:spPr>
          <a:xfrm>
            <a:off x="2700766" y="1088330"/>
            <a:ext cx="4224728"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What Oorja is doing</a:t>
            </a:r>
            <a:endParaRPr lang="en-US" sz="1300" dirty="0"/>
          </a:p>
        </p:txBody>
      </p:sp>
      <p:sp>
        <p:nvSpPr>
          <p:cNvPr id="9" name="Shape 7"/>
          <p:cNvSpPr/>
          <p:nvPr/>
        </p:nvSpPr>
        <p:spPr>
          <a:xfrm>
            <a:off x="7077890" y="986730"/>
            <a:ext cx="4402523" cy="434280"/>
          </a:xfrm>
          <a:prstGeom prst="roundRect">
            <a:avLst>
              <a:gd name="adj" fmla="val 49999"/>
            </a:avLst>
          </a:prstGeom>
          <a:solidFill>
            <a:srgbClr val="FC9FA5"/>
          </a:solidFill>
          <a:ln/>
        </p:spPr>
        <p:txBody>
          <a:bodyPr/>
          <a:lstStyle/>
          <a:p>
            <a:endParaRPr lang="en-IN"/>
          </a:p>
        </p:txBody>
      </p:sp>
      <p:sp>
        <p:nvSpPr>
          <p:cNvPr id="10" name="Text 8"/>
          <p:cNvSpPr/>
          <p:nvPr/>
        </p:nvSpPr>
        <p:spPr>
          <a:xfrm>
            <a:off x="7255686" y="1088330"/>
            <a:ext cx="4224728"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What Oorja can improve</a:t>
            </a:r>
            <a:endParaRPr lang="en-US" sz="1300" dirty="0"/>
          </a:p>
        </p:txBody>
      </p:sp>
      <p:sp>
        <p:nvSpPr>
          <p:cNvPr id="11" name="Shape 9"/>
          <p:cNvSpPr/>
          <p:nvPr/>
        </p:nvSpPr>
        <p:spPr>
          <a:xfrm>
            <a:off x="406390" y="1706761"/>
            <a:ext cx="1828754" cy="947241"/>
          </a:xfrm>
          <a:prstGeom prst="roundRect">
            <a:avLst>
              <a:gd name="adj" fmla="val 22524"/>
            </a:avLst>
          </a:prstGeom>
          <a:solidFill>
            <a:srgbClr val="FE829A"/>
          </a:solidFill>
          <a:ln/>
        </p:spPr>
        <p:txBody>
          <a:bodyPr/>
          <a:lstStyle/>
          <a:p>
            <a:endParaRPr lang="en-IN"/>
          </a:p>
        </p:txBody>
      </p:sp>
      <p:sp>
        <p:nvSpPr>
          <p:cNvPr id="12" name="Text 10"/>
          <p:cNvSpPr/>
          <p:nvPr/>
        </p:nvSpPr>
        <p:spPr>
          <a:xfrm>
            <a:off x="584185" y="1949252"/>
            <a:ext cx="1473163" cy="462161"/>
          </a:xfrm>
          <a:prstGeom prst="rect">
            <a:avLst/>
          </a:prstGeom>
          <a:noFill/>
          <a:ln/>
        </p:spPr>
        <p:txBody>
          <a:bodyPr wrap="square" lIns="0" tIns="0" rIns="0" bIns="0" rtlCol="0" anchor="t">
            <a:normAutofit/>
          </a:bodyPr>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Expansion strategy</a:t>
            </a:r>
            <a:endParaRPr lang="en-US" sz="1300" dirty="0"/>
          </a:p>
        </p:txBody>
      </p:sp>
      <p:sp>
        <p:nvSpPr>
          <p:cNvPr id="13" name="Shape 11"/>
          <p:cNvSpPr/>
          <p:nvPr/>
        </p:nvSpPr>
        <p:spPr>
          <a:xfrm>
            <a:off x="2387540" y="1706761"/>
            <a:ext cx="4571886" cy="947241"/>
          </a:xfrm>
          <a:prstGeom prst="roundRect">
            <a:avLst>
              <a:gd name="adj" fmla="val 22524"/>
            </a:avLst>
          </a:prstGeom>
          <a:solidFill>
            <a:srgbClr val="F9B440"/>
          </a:solidFill>
          <a:ln/>
        </p:spPr>
        <p:txBody>
          <a:bodyPr/>
          <a:lstStyle/>
          <a:p>
            <a:endParaRPr lang="en-IN"/>
          </a:p>
        </p:txBody>
      </p:sp>
      <p:sp>
        <p:nvSpPr>
          <p:cNvPr id="14" name="Text 12"/>
          <p:cNvSpPr/>
          <p:nvPr/>
        </p:nvSpPr>
        <p:spPr>
          <a:xfrm>
            <a:off x="2565336" y="1833761"/>
            <a:ext cx="4216295" cy="69324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Hyperlocal cluster scaling: focuses on high-friction, diesel-dependent zones in 6 districts across Uttar Pradesh and Bihar.</a:t>
            </a:r>
            <a:endParaRPr lang="en-US" sz="1300" dirty="0"/>
          </a:p>
        </p:txBody>
      </p:sp>
      <p:sp>
        <p:nvSpPr>
          <p:cNvPr id="15" name="Shape 13"/>
          <p:cNvSpPr/>
          <p:nvPr/>
        </p:nvSpPr>
        <p:spPr>
          <a:xfrm>
            <a:off x="7111822" y="1706761"/>
            <a:ext cx="4571886" cy="947241"/>
          </a:xfrm>
          <a:prstGeom prst="roundRect">
            <a:avLst>
              <a:gd name="adj" fmla="val 22524"/>
            </a:avLst>
          </a:prstGeom>
          <a:solidFill>
            <a:srgbClr val="FC9FA5"/>
          </a:solidFill>
          <a:ln/>
        </p:spPr>
        <p:txBody>
          <a:bodyPr/>
          <a:lstStyle/>
          <a:p>
            <a:endParaRPr lang="en-IN"/>
          </a:p>
        </p:txBody>
      </p:sp>
      <p:sp>
        <p:nvSpPr>
          <p:cNvPr id="16" name="Text 14"/>
          <p:cNvSpPr/>
          <p:nvPr/>
        </p:nvSpPr>
        <p:spPr>
          <a:xfrm>
            <a:off x="7289618" y="1833761"/>
            <a:ext cx="4216295" cy="69324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Geographic diversification: expand beyond the Northern/Eastern belt into high-yield, sunny zones like Central or Western India.</a:t>
            </a:r>
            <a:endParaRPr lang="en-US" sz="1300" dirty="0"/>
          </a:p>
        </p:txBody>
      </p:sp>
      <p:sp>
        <p:nvSpPr>
          <p:cNvPr id="17" name="Shape 15"/>
          <p:cNvSpPr/>
          <p:nvPr/>
        </p:nvSpPr>
        <p:spPr>
          <a:xfrm>
            <a:off x="406390" y="2806402"/>
            <a:ext cx="1828754" cy="947241"/>
          </a:xfrm>
          <a:prstGeom prst="roundRect">
            <a:avLst>
              <a:gd name="adj" fmla="val 22524"/>
            </a:avLst>
          </a:prstGeom>
          <a:solidFill>
            <a:srgbClr val="FE829A"/>
          </a:solidFill>
          <a:ln/>
        </p:spPr>
        <p:txBody>
          <a:bodyPr/>
          <a:lstStyle/>
          <a:p>
            <a:endParaRPr lang="en-IN"/>
          </a:p>
        </p:txBody>
      </p:sp>
      <p:sp>
        <p:nvSpPr>
          <p:cNvPr id="18" name="Text 16"/>
          <p:cNvSpPr/>
          <p:nvPr/>
        </p:nvSpPr>
        <p:spPr>
          <a:xfrm>
            <a:off x="584185" y="3048893"/>
            <a:ext cx="1473163" cy="462161"/>
          </a:xfrm>
          <a:prstGeom prst="rect">
            <a:avLst/>
          </a:prstGeom>
          <a:noFill/>
          <a:ln/>
        </p:spPr>
        <p:txBody>
          <a:bodyPr wrap="square" lIns="0" tIns="0" rIns="0" bIns="0" rtlCol="0" anchor="t">
            <a:normAutofit/>
          </a:bodyPr>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Service integration</a:t>
            </a:r>
            <a:endParaRPr lang="en-US" sz="1300" dirty="0"/>
          </a:p>
        </p:txBody>
      </p:sp>
      <p:sp>
        <p:nvSpPr>
          <p:cNvPr id="19" name="Shape 17"/>
          <p:cNvSpPr/>
          <p:nvPr/>
        </p:nvSpPr>
        <p:spPr>
          <a:xfrm>
            <a:off x="2387540" y="2806402"/>
            <a:ext cx="4571886" cy="947241"/>
          </a:xfrm>
          <a:prstGeom prst="roundRect">
            <a:avLst>
              <a:gd name="adj" fmla="val 22524"/>
            </a:avLst>
          </a:prstGeom>
          <a:solidFill>
            <a:srgbClr val="F9B440"/>
          </a:solidFill>
          <a:ln/>
        </p:spPr>
        <p:txBody>
          <a:bodyPr/>
          <a:lstStyle/>
          <a:p>
            <a:endParaRPr lang="en-IN"/>
          </a:p>
        </p:txBody>
      </p:sp>
      <p:sp>
        <p:nvSpPr>
          <p:cNvPr id="20" name="Text 18"/>
          <p:cNvSpPr/>
          <p:nvPr/>
        </p:nvSpPr>
        <p:spPr>
          <a:xfrm>
            <a:off x="2565336" y="2933402"/>
            <a:ext cx="4216295" cy="69324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Dual utility bundling: shared solar irrigation pumps (Oonnati) paired with climate-smart advisory (Oorvar).</a:t>
            </a:r>
            <a:endParaRPr lang="en-US" sz="1300" dirty="0"/>
          </a:p>
        </p:txBody>
      </p:sp>
      <p:sp>
        <p:nvSpPr>
          <p:cNvPr id="21" name="Shape 19"/>
          <p:cNvSpPr/>
          <p:nvPr/>
        </p:nvSpPr>
        <p:spPr>
          <a:xfrm>
            <a:off x="7111822" y="2806402"/>
            <a:ext cx="4571886" cy="947241"/>
          </a:xfrm>
          <a:prstGeom prst="roundRect">
            <a:avLst>
              <a:gd name="adj" fmla="val 22524"/>
            </a:avLst>
          </a:prstGeom>
          <a:solidFill>
            <a:srgbClr val="FC9FA5"/>
          </a:solidFill>
          <a:ln/>
        </p:spPr>
        <p:txBody>
          <a:bodyPr/>
          <a:lstStyle/>
          <a:p>
            <a:endParaRPr lang="en-IN"/>
          </a:p>
        </p:txBody>
      </p:sp>
      <p:sp>
        <p:nvSpPr>
          <p:cNvPr id="22" name="Text 20"/>
          <p:cNvSpPr/>
          <p:nvPr/>
        </p:nvSpPr>
        <p:spPr>
          <a:xfrm>
            <a:off x="7289618" y="2933402"/>
            <a:ext cx="4216295" cy="69324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Post-harvest cold chain: scale decentralized, farm-gate solar cold storage to protect crops from distress-selling.</a:t>
            </a:r>
            <a:endParaRPr lang="en-US" sz="1300" dirty="0"/>
          </a:p>
        </p:txBody>
      </p:sp>
      <p:sp>
        <p:nvSpPr>
          <p:cNvPr id="23" name="Shape 21"/>
          <p:cNvSpPr/>
          <p:nvPr/>
        </p:nvSpPr>
        <p:spPr>
          <a:xfrm>
            <a:off x="406390" y="3906044"/>
            <a:ext cx="1828754" cy="947241"/>
          </a:xfrm>
          <a:prstGeom prst="roundRect">
            <a:avLst>
              <a:gd name="adj" fmla="val 22524"/>
            </a:avLst>
          </a:prstGeom>
          <a:solidFill>
            <a:srgbClr val="FE829A"/>
          </a:solidFill>
          <a:ln/>
        </p:spPr>
        <p:txBody>
          <a:bodyPr/>
          <a:lstStyle/>
          <a:p>
            <a:endParaRPr lang="en-IN"/>
          </a:p>
        </p:txBody>
      </p:sp>
      <p:sp>
        <p:nvSpPr>
          <p:cNvPr id="24" name="Text 22"/>
          <p:cNvSpPr/>
          <p:nvPr/>
        </p:nvSpPr>
        <p:spPr>
          <a:xfrm>
            <a:off x="584185" y="4148534"/>
            <a:ext cx="1473163" cy="462161"/>
          </a:xfrm>
          <a:prstGeom prst="rect">
            <a:avLst/>
          </a:prstGeom>
          <a:noFill/>
          <a:ln/>
        </p:spPr>
        <p:txBody>
          <a:bodyPr wrap="square" lIns="0" tIns="0" rIns="0" bIns="0" rtlCol="0" anchor="t">
            <a:normAutofit/>
          </a:bodyPr>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Resource management</a:t>
            </a:r>
            <a:endParaRPr lang="en-US" sz="1300" dirty="0"/>
          </a:p>
        </p:txBody>
      </p:sp>
      <p:sp>
        <p:nvSpPr>
          <p:cNvPr id="25" name="Shape 23"/>
          <p:cNvSpPr/>
          <p:nvPr/>
        </p:nvSpPr>
        <p:spPr>
          <a:xfrm>
            <a:off x="2387540" y="3906044"/>
            <a:ext cx="4571886" cy="947241"/>
          </a:xfrm>
          <a:prstGeom prst="roundRect">
            <a:avLst>
              <a:gd name="adj" fmla="val 22524"/>
            </a:avLst>
          </a:prstGeom>
          <a:solidFill>
            <a:srgbClr val="F9B440"/>
          </a:solidFill>
          <a:ln/>
        </p:spPr>
        <p:txBody>
          <a:bodyPr/>
          <a:lstStyle/>
          <a:p>
            <a:endParaRPr lang="en-IN"/>
          </a:p>
        </p:txBody>
      </p:sp>
      <p:sp>
        <p:nvSpPr>
          <p:cNvPr id="26" name="Text 24"/>
          <p:cNvSpPr/>
          <p:nvPr/>
        </p:nvSpPr>
        <p:spPr>
          <a:xfrm>
            <a:off x="2565336" y="4033044"/>
            <a:ext cx="4216295" cy="69324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Volumetric monitoring: manual inline flowmeters on pumps bill by water volume and curb groundwater draw.</a:t>
            </a:r>
            <a:endParaRPr lang="en-US" sz="1300" dirty="0"/>
          </a:p>
        </p:txBody>
      </p:sp>
      <p:sp>
        <p:nvSpPr>
          <p:cNvPr id="27" name="Shape 25"/>
          <p:cNvSpPr/>
          <p:nvPr/>
        </p:nvSpPr>
        <p:spPr>
          <a:xfrm>
            <a:off x="7111822" y="3906044"/>
            <a:ext cx="4571886" cy="947241"/>
          </a:xfrm>
          <a:prstGeom prst="roundRect">
            <a:avLst>
              <a:gd name="adj" fmla="val 22524"/>
            </a:avLst>
          </a:prstGeom>
          <a:solidFill>
            <a:srgbClr val="FC9FA5"/>
          </a:solidFill>
          <a:ln/>
        </p:spPr>
        <p:txBody>
          <a:bodyPr/>
          <a:lstStyle/>
          <a:p>
            <a:endParaRPr lang="en-IN"/>
          </a:p>
        </p:txBody>
      </p:sp>
      <p:sp>
        <p:nvSpPr>
          <p:cNvPr id="28" name="Text 26"/>
          <p:cNvSpPr/>
          <p:nvPr/>
        </p:nvSpPr>
        <p:spPr>
          <a:xfrm>
            <a:off x="7289618" y="4033044"/>
            <a:ext cx="4216295" cy="69324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IoT automation and predictive audits: upgrade to automated IoT smart grids with satellite remote sensing to track crop health.</a:t>
            </a:r>
            <a:endParaRPr lang="en-US" sz="1300" dirty="0"/>
          </a:p>
        </p:txBody>
      </p:sp>
      <p:sp>
        <p:nvSpPr>
          <p:cNvPr id="29" name="Shape 27"/>
          <p:cNvSpPr/>
          <p:nvPr/>
        </p:nvSpPr>
        <p:spPr>
          <a:xfrm>
            <a:off x="406390" y="5005685"/>
            <a:ext cx="1828754" cy="947241"/>
          </a:xfrm>
          <a:prstGeom prst="roundRect">
            <a:avLst>
              <a:gd name="adj" fmla="val 22524"/>
            </a:avLst>
          </a:prstGeom>
          <a:solidFill>
            <a:srgbClr val="FE829A"/>
          </a:solidFill>
          <a:ln/>
        </p:spPr>
        <p:txBody>
          <a:bodyPr/>
          <a:lstStyle/>
          <a:p>
            <a:endParaRPr lang="en-IN"/>
          </a:p>
        </p:txBody>
      </p:sp>
      <p:sp>
        <p:nvSpPr>
          <p:cNvPr id="30" name="Text 28"/>
          <p:cNvSpPr/>
          <p:nvPr/>
        </p:nvSpPr>
        <p:spPr>
          <a:xfrm>
            <a:off x="584185" y="5248176"/>
            <a:ext cx="1473163" cy="462161"/>
          </a:xfrm>
          <a:prstGeom prst="rect">
            <a:avLst/>
          </a:prstGeom>
          <a:noFill/>
          <a:ln/>
        </p:spPr>
        <p:txBody>
          <a:bodyPr wrap="square" lIns="0" tIns="0" rIns="0" bIns="0" rtlCol="0" anchor="t">
            <a:normAutofit/>
          </a:bodyPr>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Community structure</a:t>
            </a:r>
            <a:endParaRPr lang="en-US" sz="1300" dirty="0"/>
          </a:p>
        </p:txBody>
      </p:sp>
      <p:sp>
        <p:nvSpPr>
          <p:cNvPr id="31" name="Shape 29"/>
          <p:cNvSpPr/>
          <p:nvPr/>
        </p:nvSpPr>
        <p:spPr>
          <a:xfrm>
            <a:off x="2387540" y="5005685"/>
            <a:ext cx="4571886" cy="947241"/>
          </a:xfrm>
          <a:prstGeom prst="roundRect">
            <a:avLst>
              <a:gd name="adj" fmla="val 22524"/>
            </a:avLst>
          </a:prstGeom>
          <a:solidFill>
            <a:srgbClr val="F9B440"/>
          </a:solidFill>
          <a:ln/>
        </p:spPr>
        <p:txBody>
          <a:bodyPr/>
          <a:lstStyle/>
          <a:p>
            <a:endParaRPr lang="en-IN"/>
          </a:p>
        </p:txBody>
      </p:sp>
      <p:sp>
        <p:nvSpPr>
          <p:cNvPr id="32" name="Text 30"/>
          <p:cNvSpPr/>
          <p:nvPr/>
        </p:nvSpPr>
        <p:spPr>
          <a:xfrm>
            <a:off x="2565336" y="5132685"/>
            <a:ext cx="4216295" cy="69324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Hub-and-spoke hiring: groups smallholder cohorts within a 1-5 km radius and employs local villagers to run daily operations.</a:t>
            </a:r>
            <a:endParaRPr lang="en-US" sz="1300" dirty="0"/>
          </a:p>
        </p:txBody>
      </p:sp>
      <p:sp>
        <p:nvSpPr>
          <p:cNvPr id="33" name="Shape 31"/>
          <p:cNvSpPr/>
          <p:nvPr/>
        </p:nvSpPr>
        <p:spPr>
          <a:xfrm>
            <a:off x="7111822" y="5005685"/>
            <a:ext cx="4571886" cy="947241"/>
          </a:xfrm>
          <a:prstGeom prst="roundRect">
            <a:avLst>
              <a:gd name="adj" fmla="val 22524"/>
            </a:avLst>
          </a:prstGeom>
          <a:solidFill>
            <a:srgbClr val="FC9FA5"/>
          </a:solidFill>
          <a:ln/>
        </p:spPr>
        <p:txBody>
          <a:bodyPr/>
          <a:lstStyle/>
          <a:p>
            <a:endParaRPr lang="en-IN"/>
          </a:p>
        </p:txBody>
      </p:sp>
      <p:sp>
        <p:nvSpPr>
          <p:cNvPr id="34" name="Text 32"/>
          <p:cNvSpPr/>
          <p:nvPr/>
        </p:nvSpPr>
        <p:spPr>
          <a:xfrm>
            <a:off x="7289618" y="5132685"/>
            <a:ext cx="4216295" cy="69324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Institutional scale via FPOs: partner directly with Farmer Producer Organisations to accelerate trust and deployment.</a:t>
            </a:r>
            <a:endParaRPr lang="en-US" sz="1300" dirty="0"/>
          </a:p>
        </p:txBody>
      </p:sp>
      <p:pic>
        <p:nvPicPr>
          <p:cNvPr id="36" name="Graphic 35" descr="Agriculture with solid fill">
            <a:extLst>
              <a:ext uri="{FF2B5EF4-FFF2-40B4-BE49-F238E27FC236}">
                <a16:creationId xmlns:a16="http://schemas.microsoft.com/office/drawing/2014/main" id="{41DA6798-412A-D325-CE52-C1154AFEB1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25300"/>
            <a:ext cx="1102659" cy="102226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406390" y="338899"/>
            <a:ext cx="1127731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Target audience</a:t>
            </a:r>
            <a:endParaRPr lang="en-US" sz="3400" dirty="0"/>
          </a:p>
        </p:txBody>
      </p:sp>
      <p:sp>
        <p:nvSpPr>
          <p:cNvPr id="4" name="Shape 2"/>
          <p:cNvSpPr/>
          <p:nvPr/>
        </p:nvSpPr>
        <p:spPr>
          <a:xfrm>
            <a:off x="406390" y="885130"/>
            <a:ext cx="2781230" cy="1544241"/>
          </a:xfrm>
          <a:prstGeom prst="roundRect">
            <a:avLst>
              <a:gd name="adj" fmla="val 13816"/>
            </a:avLst>
          </a:prstGeom>
          <a:solidFill>
            <a:srgbClr val="FE829A"/>
          </a:solidFill>
          <a:ln/>
        </p:spPr>
        <p:txBody>
          <a:bodyPr/>
          <a:lstStyle/>
          <a:p>
            <a:endParaRPr lang="en-IN"/>
          </a:p>
        </p:txBody>
      </p:sp>
      <p:sp>
        <p:nvSpPr>
          <p:cNvPr id="5" name="Text 3"/>
          <p:cNvSpPr/>
          <p:nvPr/>
        </p:nvSpPr>
        <p:spPr>
          <a:xfrm>
            <a:off x="584185" y="1515289"/>
            <a:ext cx="2603435"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Small &amp; marginal farmers</a:t>
            </a:r>
            <a:endParaRPr lang="en-US" sz="1600" dirty="0"/>
          </a:p>
        </p:txBody>
      </p:sp>
      <p:sp>
        <p:nvSpPr>
          <p:cNvPr id="6" name="Shape 4"/>
          <p:cNvSpPr/>
          <p:nvPr/>
        </p:nvSpPr>
        <p:spPr>
          <a:xfrm>
            <a:off x="3340016" y="885130"/>
            <a:ext cx="8343691" cy="1544241"/>
          </a:xfrm>
          <a:prstGeom prst="roundRect">
            <a:avLst>
              <a:gd name="adj" fmla="val 13816"/>
            </a:avLst>
          </a:prstGeom>
          <a:solidFill>
            <a:srgbClr val="FDF0C4"/>
          </a:solidFill>
          <a:ln/>
        </p:spPr>
        <p:txBody>
          <a:bodyPr/>
          <a:lstStyle/>
          <a:p>
            <a:endParaRPr lang="en-IN"/>
          </a:p>
        </p:txBody>
      </p:sp>
      <p:sp>
        <p:nvSpPr>
          <p:cNvPr id="7" name="Text 5"/>
          <p:cNvSpPr/>
          <p:nvPr/>
        </p:nvSpPr>
        <p:spPr>
          <a:xfrm>
            <a:off x="3517812" y="1012130"/>
            <a:ext cx="7988100" cy="1290241"/>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Farmers owning small plots (often &lt;2 hectares).</a:t>
            </a:r>
            <a:endParaRPr lang="en-US" sz="1600" dirty="0"/>
          </a:p>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Lower to middle income.</a:t>
            </a:r>
            <a:endParaRPr lang="en-US" sz="1600" dirty="0"/>
          </a:p>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Often in rain-fed areas or semi-irrigated land.</a:t>
            </a:r>
            <a:endParaRPr lang="en-US" sz="1600" dirty="0"/>
          </a:p>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Primarily in UP, Maharashtra, and similar states; expansion states in future.</a:t>
            </a:r>
            <a:endParaRPr lang="en-US" sz="1600" dirty="0"/>
          </a:p>
        </p:txBody>
      </p:sp>
      <p:sp>
        <p:nvSpPr>
          <p:cNvPr id="8" name="Shape 6"/>
          <p:cNvSpPr/>
          <p:nvPr/>
        </p:nvSpPr>
        <p:spPr>
          <a:xfrm>
            <a:off x="406390" y="2581672"/>
            <a:ext cx="2781230" cy="1544241"/>
          </a:xfrm>
          <a:prstGeom prst="roundRect">
            <a:avLst>
              <a:gd name="adj" fmla="val 13816"/>
            </a:avLst>
          </a:prstGeom>
          <a:solidFill>
            <a:srgbClr val="FE829A"/>
          </a:solidFill>
          <a:ln/>
        </p:spPr>
        <p:txBody>
          <a:bodyPr/>
          <a:lstStyle/>
          <a:p>
            <a:endParaRPr lang="en-IN"/>
          </a:p>
        </p:txBody>
      </p:sp>
      <p:sp>
        <p:nvSpPr>
          <p:cNvPr id="9" name="Text 7"/>
          <p:cNvSpPr/>
          <p:nvPr/>
        </p:nvSpPr>
        <p:spPr>
          <a:xfrm>
            <a:off x="584185" y="2927370"/>
            <a:ext cx="2425639" cy="853380"/>
          </a:xfrm>
          <a:prstGeom prst="rect">
            <a:avLst/>
          </a:prstGeom>
          <a:noFill/>
          <a:ln/>
        </p:spPr>
        <p:txBody>
          <a:bodyPr wrap="square" lIns="0" tIns="0" rIns="0" bIns="0" rtlCol="0" anchor="t">
            <a:normAutofit/>
          </a:bodyPr>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Village-level entrepreneurs / peer partners</a:t>
            </a:r>
            <a:endParaRPr lang="en-US" sz="1600" dirty="0"/>
          </a:p>
        </p:txBody>
      </p:sp>
      <p:sp>
        <p:nvSpPr>
          <p:cNvPr id="10" name="Shape 8"/>
          <p:cNvSpPr/>
          <p:nvPr/>
        </p:nvSpPr>
        <p:spPr>
          <a:xfrm>
            <a:off x="3340016" y="2581672"/>
            <a:ext cx="8343691" cy="1544241"/>
          </a:xfrm>
          <a:prstGeom prst="roundRect">
            <a:avLst>
              <a:gd name="adj" fmla="val 13816"/>
            </a:avLst>
          </a:prstGeom>
          <a:solidFill>
            <a:srgbClr val="FBE3EA"/>
          </a:solidFill>
          <a:ln/>
        </p:spPr>
        <p:txBody>
          <a:bodyPr/>
          <a:lstStyle/>
          <a:p>
            <a:endParaRPr lang="en-IN"/>
          </a:p>
        </p:txBody>
      </p:sp>
      <p:sp>
        <p:nvSpPr>
          <p:cNvPr id="11" name="Text 9"/>
          <p:cNvSpPr/>
          <p:nvPr/>
        </p:nvSpPr>
        <p:spPr>
          <a:xfrm>
            <a:off x="3517812" y="2708672"/>
            <a:ext cx="7988100" cy="1290241"/>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Young people in rural communities, often women, or young men.</a:t>
            </a:r>
            <a:endParaRPr lang="en-US" sz="1600" dirty="0"/>
          </a:p>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Some agricultural background or willingness to learn.</a:t>
            </a:r>
            <a:endParaRPr lang="en-US" sz="1600" dirty="0"/>
          </a:p>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Interested in extra income / business opportunity.</a:t>
            </a:r>
            <a:endParaRPr lang="en-US" sz="1600" dirty="0"/>
          </a:p>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Trusted in their communities.</a:t>
            </a:r>
            <a:endParaRPr lang="en-US" sz="1600" dirty="0"/>
          </a:p>
        </p:txBody>
      </p:sp>
      <p:sp>
        <p:nvSpPr>
          <p:cNvPr id="12" name="Shape 10"/>
          <p:cNvSpPr/>
          <p:nvPr/>
        </p:nvSpPr>
        <p:spPr>
          <a:xfrm>
            <a:off x="406390" y="4278213"/>
            <a:ext cx="2781230" cy="1208980"/>
          </a:xfrm>
          <a:prstGeom prst="roundRect">
            <a:avLst>
              <a:gd name="adj" fmla="val 17648"/>
            </a:avLst>
          </a:prstGeom>
          <a:solidFill>
            <a:srgbClr val="FE829A"/>
          </a:solidFill>
          <a:ln/>
        </p:spPr>
        <p:txBody>
          <a:bodyPr/>
          <a:lstStyle/>
          <a:p>
            <a:endParaRPr lang="en-IN"/>
          </a:p>
        </p:txBody>
      </p:sp>
      <p:sp>
        <p:nvSpPr>
          <p:cNvPr id="13" name="Text 11"/>
          <p:cNvSpPr/>
          <p:nvPr/>
        </p:nvSpPr>
        <p:spPr>
          <a:xfrm>
            <a:off x="584185" y="4740791"/>
            <a:ext cx="2603435"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Women &amp; rural youth</a:t>
            </a:r>
            <a:endParaRPr lang="en-US" sz="1600" dirty="0"/>
          </a:p>
        </p:txBody>
      </p:sp>
      <p:sp>
        <p:nvSpPr>
          <p:cNvPr id="14" name="Shape 12"/>
          <p:cNvSpPr/>
          <p:nvPr/>
        </p:nvSpPr>
        <p:spPr>
          <a:xfrm>
            <a:off x="3340016" y="4278213"/>
            <a:ext cx="8343691" cy="1208980"/>
          </a:xfrm>
          <a:prstGeom prst="roundRect">
            <a:avLst>
              <a:gd name="adj" fmla="val 17648"/>
            </a:avLst>
          </a:prstGeom>
          <a:solidFill>
            <a:srgbClr val="FBE5D6"/>
          </a:solidFill>
          <a:ln/>
        </p:spPr>
        <p:txBody>
          <a:bodyPr/>
          <a:lstStyle/>
          <a:p>
            <a:endParaRPr lang="en-IN"/>
          </a:p>
        </p:txBody>
      </p:sp>
      <p:sp>
        <p:nvSpPr>
          <p:cNvPr id="15" name="Text 13"/>
          <p:cNvSpPr/>
          <p:nvPr/>
        </p:nvSpPr>
        <p:spPr>
          <a:xfrm>
            <a:off x="3517812" y="4405213"/>
            <a:ext cx="7988100" cy="954980"/>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Homemakers who help with farm activities.</a:t>
            </a:r>
            <a:endParaRPr lang="en-US" sz="1600" dirty="0"/>
          </a:p>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Women involved in peer commerce / input procurement in household.</a:t>
            </a:r>
            <a:endParaRPr lang="en-US" sz="1600" dirty="0"/>
          </a:p>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Youth looking for non-migrant opportunities or supplemental income.</a:t>
            </a:r>
            <a:endParaRPr lang="en-US" sz="1600" dirty="0"/>
          </a:p>
        </p:txBody>
      </p:sp>
      <p:pic>
        <p:nvPicPr>
          <p:cNvPr id="17" name="Graphic 16" descr="Agriculture with solid fill">
            <a:extLst>
              <a:ext uri="{FF2B5EF4-FFF2-40B4-BE49-F238E27FC236}">
                <a16:creationId xmlns:a16="http://schemas.microsoft.com/office/drawing/2014/main" id="{11B1A7C5-F9E0-0F98-0893-6A8262DD23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64628"/>
            <a:ext cx="1102659" cy="102226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406390" y="338899"/>
            <a:ext cx="1127731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Total addressable market funnel</a:t>
            </a:r>
            <a:endParaRPr lang="en-US" sz="3400" dirty="0"/>
          </a:p>
        </p:txBody>
      </p:sp>
      <p:pic>
        <p:nvPicPr>
          <p:cNvPr id="4" name="Image 0" descr="preencoded.png"/>
          <p:cNvPicPr>
            <a:picLocks noChangeAspect="1"/>
          </p:cNvPicPr>
          <p:nvPr/>
        </p:nvPicPr>
        <p:blipFill>
          <a:blip r:embed="rId3"/>
          <a:stretch>
            <a:fillRect/>
          </a:stretch>
        </p:blipFill>
        <p:spPr>
          <a:xfrm>
            <a:off x="406390" y="910530"/>
            <a:ext cx="4000400" cy="4431804"/>
          </a:xfrm>
          <a:prstGeom prst="rect">
            <a:avLst/>
          </a:prstGeom>
        </p:spPr>
      </p:pic>
      <p:sp>
        <p:nvSpPr>
          <p:cNvPr id="5" name="Text 2"/>
          <p:cNvSpPr/>
          <p:nvPr/>
        </p:nvSpPr>
        <p:spPr>
          <a:xfrm>
            <a:off x="406390" y="5462984"/>
            <a:ext cx="5410065" cy="547291"/>
          </a:xfrm>
          <a:prstGeom prst="rect">
            <a:avLst/>
          </a:prstGeom>
          <a:noFill/>
          <a:ln/>
        </p:spPr>
        <p:txBody>
          <a:bodyPr wrap="square" lIns="0" tIns="0" rIns="0" bIns="0" rtlCol="0" anchor="t"/>
          <a:lstStyle/>
          <a:p>
            <a:pPr marL="0" indent="0" algn="l">
              <a:lnSpc>
                <a:spcPct val="117000"/>
              </a:lnSpc>
              <a:spcAft>
                <a:spcPts val="900"/>
              </a:spcAft>
              <a:buNone/>
            </a:pPr>
            <a:r>
              <a:rPr lang="en-US" sz="1200" b="1" dirty="0">
                <a:solidFill>
                  <a:srgbClr val="000000"/>
                </a:solidFill>
                <a:latin typeface="Space Grotesk Bold" pitchFamily="34" charset="0"/>
                <a:ea typeface="Space Grotesk Bold" pitchFamily="34" charset="-122"/>
                <a:cs typeface="Space Grotesk Bold" pitchFamily="34" charset="-120"/>
              </a:rPr>
              <a:t>Source:</a:t>
            </a:r>
            <a:r>
              <a:rPr lang="en-US" sz="1200" dirty="0">
                <a:solidFill>
                  <a:srgbClr val="000000"/>
                </a:solidFill>
                <a:latin typeface="Space Grotesk" pitchFamily="34" charset="0"/>
                <a:ea typeface="Space Grotesk" pitchFamily="34" charset="-122"/>
                <a:cs typeface="Space Grotesk" pitchFamily="34" charset="-120"/>
              </a:rPr>
              <a:t> solve.mit.edu/solutions/83445</a:t>
            </a:r>
            <a:endParaRPr lang="en-US" sz="1200" dirty="0"/>
          </a:p>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Source:</a:t>
            </a:r>
            <a:r>
              <a:rPr lang="en-US" sz="1200" dirty="0">
                <a:solidFill>
                  <a:srgbClr val="000000"/>
                </a:solidFill>
                <a:latin typeface="Space Grotesk" pitchFamily="34" charset="0"/>
                <a:ea typeface="Space Grotesk" pitchFamily="34" charset="-122"/>
                <a:cs typeface="Space Grotesk" pitchFamily="34" charset="-120"/>
              </a:rPr>
              <a:t> World Bank &amp; GOGLA Off-Grid Solar Market Trends Reports</a:t>
            </a:r>
            <a:endParaRPr lang="en-US" sz="1200" dirty="0"/>
          </a:p>
        </p:txBody>
      </p:sp>
      <p:sp>
        <p:nvSpPr>
          <p:cNvPr id="6" name="Text 3"/>
          <p:cNvSpPr/>
          <p:nvPr/>
        </p:nvSpPr>
        <p:spPr>
          <a:xfrm>
            <a:off x="6273643" y="910848"/>
            <a:ext cx="5410065"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The market sizing framework</a:t>
            </a:r>
            <a:endParaRPr lang="en-US" sz="1600" dirty="0"/>
          </a:p>
        </p:txBody>
      </p:sp>
      <p:sp>
        <p:nvSpPr>
          <p:cNvPr id="7" name="Shape 4"/>
          <p:cNvSpPr/>
          <p:nvPr/>
        </p:nvSpPr>
        <p:spPr>
          <a:xfrm>
            <a:off x="6273643" y="1321991"/>
            <a:ext cx="5410065" cy="1051322"/>
          </a:xfrm>
          <a:prstGeom prst="roundRect">
            <a:avLst>
              <a:gd name="adj" fmla="val 20294"/>
            </a:avLst>
          </a:prstGeom>
          <a:solidFill>
            <a:srgbClr val="FE829A"/>
          </a:solidFill>
          <a:ln/>
        </p:spPr>
        <p:txBody>
          <a:bodyPr/>
          <a:lstStyle/>
          <a:p>
            <a:endParaRPr lang="en-IN"/>
          </a:p>
        </p:txBody>
      </p:sp>
      <p:sp>
        <p:nvSpPr>
          <p:cNvPr id="8" name="Text 5"/>
          <p:cNvSpPr/>
          <p:nvPr/>
        </p:nvSpPr>
        <p:spPr>
          <a:xfrm>
            <a:off x="6476838" y="1474391"/>
            <a:ext cx="5003675" cy="746522"/>
          </a:xfrm>
          <a:prstGeom prst="rect">
            <a:avLst/>
          </a:prstGeom>
          <a:noFill/>
          <a:ln/>
        </p:spPr>
        <p:txBody>
          <a:bodyPr wrap="square" lIns="0" tIns="0" rIns="0" bIns="0" rtlCol="0" anchor="t">
            <a:normAutofit/>
          </a:bodyPr>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TAM (Total Addressable Market):</a:t>
            </a:r>
            <a:r>
              <a:rPr lang="en-US" sz="1400" dirty="0">
                <a:solidFill>
                  <a:srgbClr val="000000"/>
                </a:solidFill>
                <a:latin typeface="Space Grotesk" pitchFamily="34" charset="0"/>
                <a:ea typeface="Space Grotesk" pitchFamily="34" charset="-122"/>
                <a:cs typeface="Space Grotesk" pitchFamily="34" charset="-120"/>
              </a:rPr>
              <a:t> The ultimate revenue ceiling: total global or national demand for a product or service at 100% market share.</a:t>
            </a:r>
            <a:endParaRPr lang="en-US" sz="1400" dirty="0"/>
          </a:p>
        </p:txBody>
      </p:sp>
      <p:sp>
        <p:nvSpPr>
          <p:cNvPr id="9" name="Shape 6"/>
          <p:cNvSpPr/>
          <p:nvPr/>
        </p:nvSpPr>
        <p:spPr>
          <a:xfrm>
            <a:off x="6273643" y="2525613"/>
            <a:ext cx="5410065" cy="1051322"/>
          </a:xfrm>
          <a:prstGeom prst="roundRect">
            <a:avLst>
              <a:gd name="adj" fmla="val 20294"/>
            </a:avLst>
          </a:prstGeom>
          <a:solidFill>
            <a:srgbClr val="F9B440"/>
          </a:solidFill>
          <a:ln/>
        </p:spPr>
        <p:txBody>
          <a:bodyPr/>
          <a:lstStyle/>
          <a:p>
            <a:endParaRPr lang="en-IN"/>
          </a:p>
        </p:txBody>
      </p:sp>
      <p:sp>
        <p:nvSpPr>
          <p:cNvPr id="10" name="Text 7"/>
          <p:cNvSpPr/>
          <p:nvPr/>
        </p:nvSpPr>
        <p:spPr>
          <a:xfrm>
            <a:off x="6476838" y="2678013"/>
            <a:ext cx="5003675" cy="746522"/>
          </a:xfrm>
          <a:prstGeom prst="rect">
            <a:avLst/>
          </a:prstGeom>
          <a:noFill/>
          <a:ln/>
        </p:spPr>
        <p:txBody>
          <a:bodyPr wrap="square" lIns="0" tIns="0" rIns="0" bIns="0" rtlCol="0" anchor="t">
            <a:normAutofit/>
          </a:bodyPr>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SAM (Serviceable Addressable Market):</a:t>
            </a:r>
            <a:r>
              <a:rPr lang="en-US" sz="1400" dirty="0">
                <a:solidFill>
                  <a:srgbClr val="000000"/>
                </a:solidFill>
                <a:latin typeface="Space Grotesk" pitchFamily="34" charset="0"/>
                <a:ea typeface="Space Grotesk" pitchFamily="34" charset="-122"/>
                <a:cs typeface="Space Grotesk" pitchFamily="34" charset="-120"/>
              </a:rPr>
              <a:t> The slice of the TAM within geographical reach and logistically targetable by the current core offering.</a:t>
            </a:r>
            <a:endParaRPr lang="en-US" sz="1400" dirty="0"/>
          </a:p>
        </p:txBody>
      </p:sp>
      <p:sp>
        <p:nvSpPr>
          <p:cNvPr id="11" name="Shape 8"/>
          <p:cNvSpPr/>
          <p:nvPr/>
        </p:nvSpPr>
        <p:spPr>
          <a:xfrm>
            <a:off x="6273643" y="3729236"/>
            <a:ext cx="5410065" cy="1051322"/>
          </a:xfrm>
          <a:prstGeom prst="roundRect">
            <a:avLst>
              <a:gd name="adj" fmla="val 20294"/>
            </a:avLst>
          </a:prstGeom>
          <a:solidFill>
            <a:srgbClr val="FC9FA5"/>
          </a:solidFill>
          <a:ln/>
        </p:spPr>
        <p:txBody>
          <a:bodyPr/>
          <a:lstStyle/>
          <a:p>
            <a:endParaRPr lang="en-IN"/>
          </a:p>
        </p:txBody>
      </p:sp>
      <p:sp>
        <p:nvSpPr>
          <p:cNvPr id="12" name="Text 9"/>
          <p:cNvSpPr/>
          <p:nvPr/>
        </p:nvSpPr>
        <p:spPr>
          <a:xfrm>
            <a:off x="6476838" y="3881636"/>
            <a:ext cx="5003675" cy="746522"/>
          </a:xfrm>
          <a:prstGeom prst="rect">
            <a:avLst/>
          </a:prstGeom>
          <a:noFill/>
          <a:ln/>
        </p:spPr>
        <p:txBody>
          <a:bodyPr wrap="square" lIns="0" tIns="0" rIns="0" bIns="0" rtlCol="0" anchor="t">
            <a:normAutofit/>
          </a:bodyPr>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SOM (Serviceable Obtainable Market):</a:t>
            </a:r>
            <a:r>
              <a:rPr lang="en-US" sz="1400" dirty="0">
                <a:solidFill>
                  <a:srgbClr val="000000"/>
                </a:solidFill>
                <a:latin typeface="Space Grotesk" pitchFamily="34" charset="0"/>
                <a:ea typeface="Space Grotesk" pitchFamily="34" charset="-122"/>
                <a:cs typeface="Space Grotesk" pitchFamily="34" charset="-120"/>
              </a:rPr>
              <a:t> The realistic, short-term share a business can actually capture given its resources, competition and sales channels.</a:t>
            </a:r>
            <a:endParaRPr lang="en-US" sz="1400" dirty="0"/>
          </a:p>
        </p:txBody>
      </p:sp>
      <p:pic>
        <p:nvPicPr>
          <p:cNvPr id="14" name="Graphic 13" descr="Agriculture with solid fill">
            <a:extLst>
              <a:ext uri="{FF2B5EF4-FFF2-40B4-BE49-F238E27FC236}">
                <a16:creationId xmlns:a16="http://schemas.microsoft.com/office/drawing/2014/main" id="{35FD8DB5-56FE-7E5F-4C33-204610AEAB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2092" y="4196"/>
            <a:ext cx="1102659" cy="102226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406390" y="338899"/>
            <a:ext cx="1127731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Total addressable market funnel</a:t>
            </a:r>
            <a:endParaRPr lang="en-US" sz="3400" dirty="0"/>
          </a:p>
        </p:txBody>
      </p:sp>
      <p:sp>
        <p:nvSpPr>
          <p:cNvPr id="4" name="Shape 2"/>
          <p:cNvSpPr/>
          <p:nvPr/>
        </p:nvSpPr>
        <p:spPr>
          <a:xfrm>
            <a:off x="406390" y="961330"/>
            <a:ext cx="5410065" cy="4462463"/>
          </a:xfrm>
          <a:prstGeom prst="roundRect">
            <a:avLst>
              <a:gd name="adj" fmla="val 6147"/>
            </a:avLst>
          </a:prstGeom>
          <a:solidFill>
            <a:srgbClr val="FE829A"/>
          </a:solidFill>
          <a:ln/>
        </p:spPr>
        <p:txBody>
          <a:bodyPr/>
          <a:lstStyle/>
          <a:p>
            <a:endParaRPr lang="en-IN"/>
          </a:p>
        </p:txBody>
      </p:sp>
      <p:sp>
        <p:nvSpPr>
          <p:cNvPr id="5" name="Text 3"/>
          <p:cNvSpPr/>
          <p:nvPr/>
        </p:nvSpPr>
        <p:spPr>
          <a:xfrm>
            <a:off x="685783" y="1227713"/>
            <a:ext cx="4851279" cy="274241"/>
          </a:xfrm>
          <a:prstGeom prst="rect">
            <a:avLst/>
          </a:prstGeom>
          <a:noFill/>
          <a:ln/>
        </p:spPr>
        <p:txBody>
          <a:bodyPr wrap="none" lIns="0" tIns="0" rIns="0" bIns="0" rtlCol="0" anchor="t"/>
          <a:lstStyle/>
          <a:p>
            <a:pPr marL="0" indent="0" algn="l">
              <a:lnSpc>
                <a:spcPct val="100000"/>
              </a:lnSpc>
              <a:buNone/>
            </a:pPr>
            <a:r>
              <a:rPr lang="en-US" sz="1800" b="1" dirty="0">
                <a:solidFill>
                  <a:srgbClr val="000000"/>
                </a:solidFill>
                <a:latin typeface="Space Grotesk Bold" pitchFamily="34" charset="0"/>
                <a:ea typeface="Space Grotesk Bold" pitchFamily="34" charset="-122"/>
                <a:cs typeface="Space Grotesk Bold" pitchFamily="34" charset="-120"/>
              </a:rPr>
              <a:t>Total addressable market (TAM)</a:t>
            </a:r>
            <a:endParaRPr lang="en-US" sz="1800" dirty="0"/>
          </a:p>
        </p:txBody>
      </p:sp>
      <p:sp>
        <p:nvSpPr>
          <p:cNvPr id="6" name="Text 4"/>
          <p:cNvSpPr/>
          <p:nvPr/>
        </p:nvSpPr>
        <p:spPr>
          <a:xfrm>
            <a:off x="685783" y="1635621"/>
            <a:ext cx="5130672" cy="462260"/>
          </a:xfrm>
          <a:prstGeom prst="rect">
            <a:avLst/>
          </a:prstGeom>
          <a:noFill/>
          <a:ln/>
        </p:spPr>
        <p:txBody>
          <a:bodyPr wrap="none" lIns="0" tIns="0" rIns="0" bIns="0" rtlCol="0" anchor="t"/>
          <a:lstStyle/>
          <a:p>
            <a:pPr marL="0" indent="0" algn="l">
              <a:lnSpc>
                <a:spcPct val="117000"/>
              </a:lnSpc>
              <a:buNone/>
            </a:pPr>
            <a:r>
              <a:rPr lang="en-US" sz="2600" b="1" dirty="0">
                <a:solidFill>
                  <a:srgbClr val="000000"/>
                </a:solidFill>
                <a:latin typeface="Space Grotesk Bold" pitchFamily="34" charset="0"/>
                <a:ea typeface="Space Grotesk Bold" pitchFamily="34" charset="-122"/>
                <a:cs typeface="Space Grotesk Bold" pitchFamily="34" charset="-120"/>
              </a:rPr>
              <a:t>USD 18-22 billion</a:t>
            </a:r>
            <a:endParaRPr lang="en-US" sz="2600" dirty="0"/>
          </a:p>
        </p:txBody>
      </p:sp>
      <p:sp>
        <p:nvSpPr>
          <p:cNvPr id="7" name="Text 5"/>
          <p:cNvSpPr/>
          <p:nvPr/>
        </p:nvSpPr>
        <p:spPr>
          <a:xfrm>
            <a:off x="685783" y="2218531"/>
            <a:ext cx="5130672" cy="213320"/>
          </a:xfrm>
          <a:prstGeom prst="rect">
            <a:avLst/>
          </a:prstGeom>
          <a:noFill/>
          <a:ln/>
        </p:spPr>
        <p:txBody>
          <a:bodyPr wrap="none" lIns="0" tIns="0" rIns="0" bIns="0" rtlCol="0" anchor="t"/>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(₹1,50,000 - 1,85,000 crore) per annum</a:t>
            </a:r>
            <a:endParaRPr lang="en-US" sz="1200" dirty="0"/>
          </a:p>
        </p:txBody>
      </p:sp>
      <p:sp>
        <p:nvSpPr>
          <p:cNvPr id="8" name="Text 6"/>
          <p:cNvSpPr/>
          <p:nvPr/>
        </p:nvSpPr>
        <p:spPr>
          <a:xfrm>
            <a:off x="685783" y="2558852"/>
            <a:ext cx="4851279" cy="2610941"/>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b="1" dirty="0">
                <a:solidFill>
                  <a:srgbClr val="000000"/>
                </a:solidFill>
                <a:latin typeface="Space Grotesk Bold" pitchFamily="34" charset="0"/>
                <a:ea typeface="Space Grotesk Bold" pitchFamily="34" charset="-122"/>
                <a:cs typeface="Space Grotesk Bold" pitchFamily="34" charset="-120"/>
              </a:rPr>
              <a:t>Core parameters:</a:t>
            </a:r>
            <a:r>
              <a:rPr lang="en-US" sz="1600" dirty="0">
                <a:solidFill>
                  <a:srgbClr val="000000"/>
                </a:solidFill>
                <a:latin typeface="Space Grotesk" pitchFamily="34" charset="0"/>
                <a:ea typeface="Space Grotesk" pitchFamily="34" charset="-122"/>
                <a:cs typeface="Space Grotesk" pitchFamily="34" charset="-120"/>
              </a:rPr>
              <a:t> Collective spend of India's small and marginal farmers on localized irrigation (diesel replacement), agro-processing services and climate-smart advisory.</a:t>
            </a:r>
            <a:endParaRPr lang="en-US" sz="1600" dirty="0"/>
          </a:p>
          <a:p>
            <a:pPr marL="325120" indent="-325120" algn="l">
              <a:lnSpc>
                <a:spcPct val="117000"/>
              </a:lnSpc>
              <a:buSzPct val="100000"/>
              <a:buChar char="•"/>
            </a:pPr>
            <a:r>
              <a:rPr lang="en-US" sz="1600" b="1" dirty="0">
                <a:solidFill>
                  <a:srgbClr val="000000"/>
                </a:solidFill>
                <a:latin typeface="Space Grotesk Bold" pitchFamily="34" charset="0"/>
                <a:ea typeface="Space Grotesk Bold" pitchFamily="34" charset="-122"/>
                <a:cs typeface="Space Grotesk Bold" pitchFamily="34" charset="-120"/>
              </a:rPr>
              <a:t>Scope:</a:t>
            </a:r>
            <a:r>
              <a:rPr lang="en-US" sz="1600" dirty="0">
                <a:solidFill>
                  <a:srgbClr val="000000"/>
                </a:solidFill>
                <a:latin typeface="Space Grotesk" pitchFamily="34" charset="0"/>
                <a:ea typeface="Space Grotesk" pitchFamily="34" charset="-122"/>
                <a:cs typeface="Space Grotesk" pitchFamily="34" charset="-120"/>
              </a:rPr>
              <a:t> Maximum revenue opportunity if 100% of India's smallholder and marginal farming households permanently switched to a Pay-Per-Use agrivoltaic and service model.</a:t>
            </a:r>
            <a:endParaRPr lang="en-US" sz="1600" dirty="0"/>
          </a:p>
        </p:txBody>
      </p:sp>
      <p:sp>
        <p:nvSpPr>
          <p:cNvPr id="9" name="Shape 7"/>
          <p:cNvSpPr/>
          <p:nvPr/>
        </p:nvSpPr>
        <p:spPr>
          <a:xfrm>
            <a:off x="6273643" y="961330"/>
            <a:ext cx="5410065" cy="4462463"/>
          </a:xfrm>
          <a:prstGeom prst="roundRect">
            <a:avLst>
              <a:gd name="adj" fmla="val 6147"/>
            </a:avLst>
          </a:prstGeom>
          <a:solidFill>
            <a:srgbClr val="F9B440"/>
          </a:solidFill>
          <a:ln/>
        </p:spPr>
        <p:txBody>
          <a:bodyPr/>
          <a:lstStyle/>
          <a:p>
            <a:endParaRPr lang="en-IN"/>
          </a:p>
        </p:txBody>
      </p:sp>
      <p:sp>
        <p:nvSpPr>
          <p:cNvPr id="10" name="Text 8"/>
          <p:cNvSpPr/>
          <p:nvPr/>
        </p:nvSpPr>
        <p:spPr>
          <a:xfrm>
            <a:off x="6553036" y="1227713"/>
            <a:ext cx="4851279" cy="274241"/>
          </a:xfrm>
          <a:prstGeom prst="rect">
            <a:avLst/>
          </a:prstGeom>
          <a:noFill/>
          <a:ln/>
        </p:spPr>
        <p:txBody>
          <a:bodyPr wrap="none" lIns="0" tIns="0" rIns="0" bIns="0" rtlCol="0" anchor="t"/>
          <a:lstStyle/>
          <a:p>
            <a:pPr marL="0" indent="0" algn="l">
              <a:lnSpc>
                <a:spcPct val="100000"/>
              </a:lnSpc>
              <a:buNone/>
            </a:pPr>
            <a:r>
              <a:rPr lang="en-US" sz="1800" b="1" dirty="0">
                <a:solidFill>
                  <a:srgbClr val="000000"/>
                </a:solidFill>
                <a:latin typeface="Space Grotesk Bold" pitchFamily="34" charset="0"/>
                <a:ea typeface="Space Grotesk Bold" pitchFamily="34" charset="-122"/>
                <a:cs typeface="Space Grotesk Bold" pitchFamily="34" charset="-120"/>
              </a:rPr>
              <a:t>Serviceable available market (SAM)</a:t>
            </a:r>
            <a:endParaRPr lang="en-US" sz="1800" dirty="0"/>
          </a:p>
        </p:txBody>
      </p:sp>
      <p:sp>
        <p:nvSpPr>
          <p:cNvPr id="11" name="Text 9"/>
          <p:cNvSpPr/>
          <p:nvPr/>
        </p:nvSpPr>
        <p:spPr>
          <a:xfrm>
            <a:off x="6553036" y="1635621"/>
            <a:ext cx="5130672" cy="462260"/>
          </a:xfrm>
          <a:prstGeom prst="rect">
            <a:avLst/>
          </a:prstGeom>
          <a:noFill/>
          <a:ln/>
        </p:spPr>
        <p:txBody>
          <a:bodyPr wrap="none" lIns="0" tIns="0" rIns="0" bIns="0" rtlCol="0" anchor="t"/>
          <a:lstStyle/>
          <a:p>
            <a:pPr marL="0" indent="0" algn="l">
              <a:lnSpc>
                <a:spcPct val="117000"/>
              </a:lnSpc>
              <a:buNone/>
            </a:pPr>
            <a:r>
              <a:rPr lang="en-US" sz="2600" b="1" dirty="0">
                <a:solidFill>
                  <a:srgbClr val="000000"/>
                </a:solidFill>
                <a:latin typeface="Space Grotesk Bold" pitchFamily="34" charset="0"/>
                <a:ea typeface="Space Grotesk Bold" pitchFamily="34" charset="-122"/>
                <a:cs typeface="Space Grotesk Bold" pitchFamily="34" charset="-120"/>
              </a:rPr>
              <a:t>USD 1.5-3 billion</a:t>
            </a:r>
            <a:endParaRPr lang="en-US" sz="2600" dirty="0"/>
          </a:p>
        </p:txBody>
      </p:sp>
      <p:sp>
        <p:nvSpPr>
          <p:cNvPr id="12" name="Text 10"/>
          <p:cNvSpPr/>
          <p:nvPr/>
        </p:nvSpPr>
        <p:spPr>
          <a:xfrm>
            <a:off x="6553036" y="2218531"/>
            <a:ext cx="5130672" cy="213320"/>
          </a:xfrm>
          <a:prstGeom prst="rect">
            <a:avLst/>
          </a:prstGeom>
          <a:noFill/>
          <a:ln/>
        </p:spPr>
        <p:txBody>
          <a:bodyPr wrap="none" lIns="0" tIns="0" rIns="0" bIns="0" rtlCol="0" anchor="t"/>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(₹12,500 - 25,000 crore) per annum</a:t>
            </a:r>
            <a:endParaRPr lang="en-US" sz="1200" dirty="0"/>
          </a:p>
        </p:txBody>
      </p:sp>
      <p:sp>
        <p:nvSpPr>
          <p:cNvPr id="13" name="Text 11"/>
          <p:cNvSpPr/>
          <p:nvPr/>
        </p:nvSpPr>
        <p:spPr>
          <a:xfrm>
            <a:off x="6553036" y="2558852"/>
            <a:ext cx="4851279" cy="2610941"/>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b="1" dirty="0">
                <a:solidFill>
                  <a:srgbClr val="000000"/>
                </a:solidFill>
                <a:latin typeface="Space Grotesk Bold" pitchFamily="34" charset="0"/>
                <a:ea typeface="Space Grotesk Bold" pitchFamily="34" charset="-122"/>
                <a:cs typeface="Space Grotesk Bold" pitchFamily="34" charset="-120"/>
              </a:rPr>
              <a:t>Core parameters:</a:t>
            </a:r>
            <a:r>
              <a:rPr lang="en-US" sz="1600" dirty="0">
                <a:solidFill>
                  <a:srgbClr val="000000"/>
                </a:solidFill>
                <a:latin typeface="Space Grotesk" pitchFamily="34" charset="0"/>
                <a:ea typeface="Space Grotesk" pitchFamily="34" charset="-122"/>
                <a:cs typeface="Space Grotesk" pitchFamily="34" charset="-120"/>
              </a:rPr>
              <a:t> Reflects operational logistics, target state selection (high-irradiance, diesel-dependent zones like Uttar Pradesh and Bihar) and last-mile village cluster limits.</a:t>
            </a:r>
            <a:endParaRPr lang="en-US" sz="1600" dirty="0"/>
          </a:p>
          <a:p>
            <a:pPr marL="325120" indent="-325120" algn="l">
              <a:lnSpc>
                <a:spcPct val="117000"/>
              </a:lnSpc>
              <a:buSzPct val="100000"/>
              <a:buChar char="•"/>
            </a:pPr>
            <a:r>
              <a:rPr lang="en-US" sz="1600" b="1" dirty="0">
                <a:solidFill>
                  <a:srgbClr val="000000"/>
                </a:solidFill>
                <a:latin typeface="Space Grotesk Bold" pitchFamily="34" charset="0"/>
                <a:ea typeface="Space Grotesk Bold" pitchFamily="34" charset="-122"/>
                <a:cs typeface="Space Grotesk Bold" pitchFamily="34" charset="-120"/>
              </a:rPr>
              <a:t>Scope:</a:t>
            </a:r>
            <a:r>
              <a:rPr lang="en-US" sz="1600" dirty="0">
                <a:solidFill>
                  <a:srgbClr val="000000"/>
                </a:solidFill>
                <a:latin typeface="Space Grotesk" pitchFamily="34" charset="0"/>
                <a:ea typeface="Space Grotesk" pitchFamily="34" charset="-122"/>
                <a:cs typeface="Space Grotesk" pitchFamily="34" charset="-120"/>
              </a:rPr>
              <a:t> The portion where Oorja can effectively deploy its 1 to 5 KM hub-and-spoke infrastructure across its primary scaling corridors.</a:t>
            </a:r>
            <a:endParaRPr lang="en-US" sz="1600" dirty="0"/>
          </a:p>
        </p:txBody>
      </p:sp>
      <p:sp>
        <p:nvSpPr>
          <p:cNvPr id="14" name="Text 12"/>
          <p:cNvSpPr/>
          <p:nvPr/>
        </p:nvSpPr>
        <p:spPr>
          <a:xfrm>
            <a:off x="406390" y="5601593"/>
            <a:ext cx="11277318" cy="610791"/>
          </a:xfrm>
          <a:prstGeom prst="rect">
            <a:avLst/>
          </a:prstGeom>
          <a:noFill/>
          <a:ln/>
        </p:spPr>
        <p:txBody>
          <a:bodyPr wrap="square" lIns="0" tIns="0" rIns="0" bIns="0" rtlCol="0" anchor="t"/>
          <a:lstStyle/>
          <a:p>
            <a:pPr marL="0" indent="0" algn="l">
              <a:lnSpc>
                <a:spcPct val="117000"/>
              </a:lnSpc>
              <a:spcAft>
                <a:spcPts val="1400"/>
              </a:spcAft>
              <a:buNone/>
            </a:pPr>
            <a:r>
              <a:rPr lang="en-US" sz="1200" b="1" dirty="0">
                <a:solidFill>
                  <a:srgbClr val="000000"/>
                </a:solidFill>
                <a:latin typeface="Space Grotesk Bold" pitchFamily="34" charset="0"/>
                <a:ea typeface="Space Grotesk Bold" pitchFamily="34" charset="-122"/>
                <a:cs typeface="Space Grotesk Bold" pitchFamily="34" charset="-120"/>
              </a:rPr>
              <a:t>Source:</a:t>
            </a:r>
            <a:r>
              <a:rPr lang="en-US" sz="1200" dirty="0">
                <a:solidFill>
                  <a:srgbClr val="000000"/>
                </a:solidFill>
                <a:latin typeface="Space Grotesk" pitchFamily="34" charset="0"/>
                <a:ea typeface="Space Grotesk" pitchFamily="34" charset="-122"/>
                <a:cs typeface="Space Grotesk" pitchFamily="34" charset="-120"/>
              </a:rPr>
              <a:t> solve.mit.edu/solutions/83445</a:t>
            </a:r>
            <a:endParaRPr lang="en-US" sz="1200" dirty="0"/>
          </a:p>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Source:</a:t>
            </a:r>
            <a:r>
              <a:rPr lang="en-US" sz="1200" dirty="0">
                <a:solidFill>
                  <a:srgbClr val="000000"/>
                </a:solidFill>
                <a:latin typeface="Space Grotesk" pitchFamily="34" charset="0"/>
                <a:ea typeface="Space Grotesk" pitchFamily="34" charset="-122"/>
                <a:cs typeface="Space Grotesk" pitchFamily="34" charset="-120"/>
              </a:rPr>
              <a:t> World Bank &amp; GOGLA Off-Grid Solar Market Trends Reports</a:t>
            </a:r>
            <a:endParaRPr lang="en-US" sz="1200" dirty="0"/>
          </a:p>
        </p:txBody>
      </p:sp>
      <p:pic>
        <p:nvPicPr>
          <p:cNvPr id="16" name="Graphic 15" descr="Agriculture with solid fill">
            <a:extLst>
              <a:ext uri="{FF2B5EF4-FFF2-40B4-BE49-F238E27FC236}">
                <a16:creationId xmlns:a16="http://schemas.microsoft.com/office/drawing/2014/main" id="{0DC536BE-4D31-1063-7CEE-441523EE9F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102226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406390" y="338899"/>
            <a:ext cx="1127731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Total addressable market funnel</a:t>
            </a:r>
            <a:endParaRPr lang="en-US" sz="3400" dirty="0"/>
          </a:p>
        </p:txBody>
      </p:sp>
      <p:sp>
        <p:nvSpPr>
          <p:cNvPr id="4" name="Shape 2"/>
          <p:cNvSpPr/>
          <p:nvPr/>
        </p:nvSpPr>
        <p:spPr>
          <a:xfrm>
            <a:off x="406390" y="961330"/>
            <a:ext cx="5410065" cy="4548783"/>
          </a:xfrm>
          <a:prstGeom prst="roundRect">
            <a:avLst>
              <a:gd name="adj" fmla="val 6030"/>
            </a:avLst>
          </a:prstGeom>
          <a:solidFill>
            <a:srgbClr val="FE829A"/>
          </a:solidFill>
          <a:ln/>
        </p:spPr>
        <p:txBody>
          <a:bodyPr/>
          <a:lstStyle/>
          <a:p>
            <a:endParaRPr lang="en-IN"/>
          </a:p>
        </p:txBody>
      </p:sp>
      <p:sp>
        <p:nvSpPr>
          <p:cNvPr id="5" name="Text 3"/>
          <p:cNvSpPr/>
          <p:nvPr/>
        </p:nvSpPr>
        <p:spPr>
          <a:xfrm>
            <a:off x="685783" y="1227713"/>
            <a:ext cx="4851279" cy="274241"/>
          </a:xfrm>
          <a:prstGeom prst="rect">
            <a:avLst/>
          </a:prstGeom>
          <a:noFill/>
          <a:ln/>
        </p:spPr>
        <p:txBody>
          <a:bodyPr wrap="none" lIns="0" tIns="0" rIns="0" bIns="0" rtlCol="0" anchor="t"/>
          <a:lstStyle/>
          <a:p>
            <a:pPr marL="0" indent="0" algn="l">
              <a:lnSpc>
                <a:spcPct val="100000"/>
              </a:lnSpc>
              <a:buNone/>
            </a:pPr>
            <a:r>
              <a:rPr lang="en-US" sz="1800" b="1" dirty="0">
                <a:solidFill>
                  <a:srgbClr val="000000"/>
                </a:solidFill>
                <a:latin typeface="Space Grotesk Bold" pitchFamily="34" charset="0"/>
                <a:ea typeface="Space Grotesk Bold" pitchFamily="34" charset="-122"/>
                <a:cs typeface="Space Grotesk Bold" pitchFamily="34" charset="-120"/>
              </a:rPr>
              <a:t>Serviceable obtainable market (SOM)</a:t>
            </a:r>
            <a:endParaRPr lang="en-US" sz="1800" dirty="0"/>
          </a:p>
        </p:txBody>
      </p:sp>
      <p:sp>
        <p:nvSpPr>
          <p:cNvPr id="6" name="Text 4"/>
          <p:cNvSpPr/>
          <p:nvPr/>
        </p:nvSpPr>
        <p:spPr>
          <a:xfrm>
            <a:off x="685783" y="1635621"/>
            <a:ext cx="5130672" cy="462260"/>
          </a:xfrm>
          <a:prstGeom prst="rect">
            <a:avLst/>
          </a:prstGeom>
          <a:noFill/>
          <a:ln/>
        </p:spPr>
        <p:txBody>
          <a:bodyPr wrap="none" lIns="0" tIns="0" rIns="0" bIns="0" rtlCol="0" anchor="t"/>
          <a:lstStyle/>
          <a:p>
            <a:pPr marL="0" indent="0" algn="l">
              <a:lnSpc>
                <a:spcPct val="117000"/>
              </a:lnSpc>
              <a:buNone/>
            </a:pPr>
            <a:r>
              <a:rPr lang="en-US" sz="2600" b="1" dirty="0">
                <a:solidFill>
                  <a:srgbClr val="000000"/>
                </a:solidFill>
                <a:latin typeface="Space Grotesk Bold" pitchFamily="34" charset="0"/>
                <a:ea typeface="Space Grotesk Bold" pitchFamily="34" charset="-122"/>
                <a:cs typeface="Space Grotesk Bold" pitchFamily="34" charset="-120"/>
              </a:rPr>
              <a:t>USD 15-50 million</a:t>
            </a:r>
            <a:endParaRPr lang="en-US" sz="2600" dirty="0"/>
          </a:p>
        </p:txBody>
      </p:sp>
      <p:sp>
        <p:nvSpPr>
          <p:cNvPr id="7" name="Text 5"/>
          <p:cNvSpPr/>
          <p:nvPr/>
        </p:nvSpPr>
        <p:spPr>
          <a:xfrm>
            <a:off x="685783" y="2218531"/>
            <a:ext cx="5130672" cy="248841"/>
          </a:xfrm>
          <a:prstGeom prst="rect">
            <a:avLst/>
          </a:prstGeom>
          <a:noFill/>
          <a:ln/>
        </p:spPr>
        <p:txBody>
          <a:bodyPr wrap="none" lIns="0" tIns="0" rIns="0" bIns="0" rtlCol="0" anchor="t"/>
          <a:lstStyle/>
          <a:p>
            <a:pPr marL="0" indent="0" algn="l">
              <a:lnSpc>
                <a:spcPct val="117000"/>
              </a:lnSpc>
              <a:buNone/>
            </a:pPr>
            <a:r>
              <a:rPr lang="en-US" sz="1400" dirty="0">
                <a:solidFill>
                  <a:srgbClr val="000000"/>
                </a:solidFill>
                <a:latin typeface="Space Grotesk" pitchFamily="34" charset="0"/>
                <a:ea typeface="Space Grotesk" pitchFamily="34" charset="-122"/>
                <a:cs typeface="Space Grotesk" pitchFamily="34" charset="-120"/>
              </a:rPr>
              <a:t>(≈ ₹125-420 crore) in 3-5 years</a:t>
            </a:r>
            <a:endParaRPr lang="en-US" sz="1400" dirty="0"/>
          </a:p>
        </p:txBody>
      </p:sp>
      <p:sp>
        <p:nvSpPr>
          <p:cNvPr id="8" name="Text 6"/>
          <p:cNvSpPr/>
          <p:nvPr/>
        </p:nvSpPr>
        <p:spPr>
          <a:xfrm>
            <a:off x="685783" y="2594372"/>
            <a:ext cx="4851279" cy="2661741"/>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With systematic cluster scaling: deploying agrivoltaic assets, recruiting field operators, building local trust and expanding digital agronomy.</a:t>
            </a:r>
            <a:endParaRPr lang="en-US" sz="1600" dirty="0"/>
          </a:p>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Target: capture roughly 1-2% of the near-term SAM across targeted rural blocks.</a:t>
            </a:r>
            <a:endParaRPr lang="en-US" sz="1600" dirty="0"/>
          </a:p>
          <a:p>
            <a:pPr marL="325120" indent="-325120" algn="l">
              <a:lnSpc>
                <a:spcPct val="117000"/>
              </a:lnSpc>
              <a:buSzPct val="100000"/>
              <a:buChar char="•"/>
            </a:pPr>
            <a:r>
              <a:rPr lang="en-US" sz="1600" dirty="0">
                <a:solidFill>
                  <a:srgbClr val="000000"/>
                </a:solidFill>
                <a:latin typeface="Space Grotesk" pitchFamily="34" charset="0"/>
                <a:ea typeface="Space Grotesk" pitchFamily="34" charset="-122"/>
                <a:cs typeface="Space Grotesk" pitchFamily="34" charset="-120"/>
              </a:rPr>
              <a:t>Aligns with the goal to multiply active projects beyond the initial 389 solar pumps deployed.</a:t>
            </a:r>
            <a:endParaRPr lang="en-US" sz="1600" dirty="0"/>
          </a:p>
        </p:txBody>
      </p:sp>
      <p:sp>
        <p:nvSpPr>
          <p:cNvPr id="9" name="Text 7"/>
          <p:cNvSpPr/>
          <p:nvPr/>
        </p:nvSpPr>
        <p:spPr>
          <a:xfrm>
            <a:off x="6273643" y="1202313"/>
            <a:ext cx="5410065" cy="274241"/>
          </a:xfrm>
          <a:prstGeom prst="rect">
            <a:avLst/>
          </a:prstGeom>
          <a:noFill/>
          <a:ln/>
        </p:spPr>
        <p:txBody>
          <a:bodyPr wrap="none" lIns="0" tIns="0" rIns="0" bIns="0" rtlCol="0" anchor="t"/>
          <a:lstStyle/>
          <a:p>
            <a:pPr marL="0" indent="0" algn="l">
              <a:lnSpc>
                <a:spcPct val="100000"/>
              </a:lnSpc>
              <a:buNone/>
            </a:pPr>
            <a:r>
              <a:rPr lang="en-US" sz="1800" b="1" dirty="0">
                <a:solidFill>
                  <a:srgbClr val="000000"/>
                </a:solidFill>
                <a:latin typeface="Space Grotesk Bold" pitchFamily="34" charset="0"/>
                <a:ea typeface="Space Grotesk Bold" pitchFamily="34" charset="-122"/>
                <a:cs typeface="Space Grotesk Bold" pitchFamily="34" charset="-120"/>
              </a:rPr>
              <a:t>Market context</a:t>
            </a:r>
            <a:endParaRPr lang="en-US" sz="1800" dirty="0"/>
          </a:p>
        </p:txBody>
      </p:sp>
      <p:sp>
        <p:nvSpPr>
          <p:cNvPr id="10" name="Shape 8"/>
          <p:cNvSpPr/>
          <p:nvPr/>
        </p:nvSpPr>
        <p:spPr>
          <a:xfrm>
            <a:off x="6273643" y="1591171"/>
            <a:ext cx="5410065" cy="1350962"/>
          </a:xfrm>
          <a:prstGeom prst="roundRect">
            <a:avLst>
              <a:gd name="adj" fmla="val 15793"/>
            </a:avLst>
          </a:prstGeom>
          <a:solidFill>
            <a:srgbClr val="F9B440"/>
          </a:solidFill>
          <a:ln/>
        </p:spPr>
        <p:txBody>
          <a:bodyPr/>
          <a:lstStyle/>
          <a:p>
            <a:endParaRPr lang="en-IN"/>
          </a:p>
        </p:txBody>
      </p:sp>
      <p:sp>
        <p:nvSpPr>
          <p:cNvPr id="11" name="Text 9"/>
          <p:cNvSpPr/>
          <p:nvPr/>
        </p:nvSpPr>
        <p:spPr>
          <a:xfrm>
            <a:off x="6502237" y="1768971"/>
            <a:ext cx="4952876" cy="995363"/>
          </a:xfrm>
          <a:prstGeom prst="rect">
            <a:avLst/>
          </a:prstGeom>
          <a:noFill/>
          <a:ln/>
        </p:spPr>
        <p:txBody>
          <a:bodyPr wrap="square" lIns="0" tIns="0" rIns="0" bIns="0" rtlCol="0" anchor="t">
            <a:normAutofit/>
          </a:bodyPr>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Diesel replacement market:</a:t>
            </a:r>
            <a:r>
              <a:rPr lang="en-US" sz="1400" dirty="0">
                <a:solidFill>
                  <a:srgbClr val="000000"/>
                </a:solidFill>
                <a:latin typeface="Space Grotesk" pitchFamily="34" charset="0"/>
                <a:ea typeface="Space Grotesk" pitchFamily="34" charset="-122"/>
                <a:cs typeface="Space Grotesk" pitchFamily="34" charset="-120"/>
              </a:rPr>
              <a:t> a multi-billion dollar opportunity for smallholder and marginal farmers in India, driven by structural shifts away from fossil fuels; customers save directly on diesel costs.</a:t>
            </a:r>
            <a:endParaRPr lang="en-US" sz="1400" dirty="0"/>
          </a:p>
        </p:txBody>
      </p:sp>
      <p:sp>
        <p:nvSpPr>
          <p:cNvPr id="12" name="Shape 10"/>
          <p:cNvSpPr/>
          <p:nvPr/>
        </p:nvSpPr>
        <p:spPr>
          <a:xfrm>
            <a:off x="6273643" y="3094534"/>
            <a:ext cx="5410065" cy="1599803"/>
          </a:xfrm>
          <a:prstGeom prst="roundRect">
            <a:avLst>
              <a:gd name="adj" fmla="val 13336"/>
            </a:avLst>
          </a:prstGeom>
          <a:solidFill>
            <a:srgbClr val="FC9FA5"/>
          </a:solidFill>
          <a:ln/>
        </p:spPr>
        <p:txBody>
          <a:bodyPr/>
          <a:lstStyle/>
          <a:p>
            <a:endParaRPr lang="en-IN"/>
          </a:p>
        </p:txBody>
      </p:sp>
      <p:sp>
        <p:nvSpPr>
          <p:cNvPr id="13" name="Text 11"/>
          <p:cNvSpPr/>
          <p:nvPr/>
        </p:nvSpPr>
        <p:spPr>
          <a:xfrm>
            <a:off x="6502237" y="3272334"/>
            <a:ext cx="4952876" cy="1244203"/>
          </a:xfrm>
          <a:prstGeom prst="rect">
            <a:avLst/>
          </a:prstGeom>
          <a:noFill/>
          <a:ln/>
        </p:spPr>
        <p:txBody>
          <a:bodyPr wrap="square" lIns="0" tIns="0" rIns="0" bIns="0" rtlCol="0" anchor="t">
            <a:normAutofit/>
          </a:bodyPr>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Clean energy transition demand:</a:t>
            </a:r>
            <a:r>
              <a:rPr lang="en-US" sz="1400" dirty="0">
                <a:solidFill>
                  <a:srgbClr val="000000"/>
                </a:solidFill>
                <a:latin typeface="Space Grotesk" pitchFamily="34" charset="0"/>
                <a:ea typeface="Space Grotesk" pitchFamily="34" charset="-122"/>
                <a:cs typeface="Space Grotesk" pitchFamily="34" charset="-120"/>
              </a:rPr>
              <a:t> 87% of customers no longer use diesel after adopting Pay-Per-Use; 402 projects installed, impacting 73,448+ smallholders and family members, with a 33% average increase in household agricultural revenue.</a:t>
            </a:r>
            <a:endParaRPr lang="en-US" sz="1400" dirty="0"/>
          </a:p>
        </p:txBody>
      </p:sp>
      <p:sp>
        <p:nvSpPr>
          <p:cNvPr id="14" name="Text 12"/>
          <p:cNvSpPr/>
          <p:nvPr/>
        </p:nvSpPr>
        <p:spPr>
          <a:xfrm>
            <a:off x="406390" y="5687913"/>
            <a:ext cx="11277318" cy="610791"/>
          </a:xfrm>
          <a:prstGeom prst="rect">
            <a:avLst/>
          </a:prstGeom>
          <a:noFill/>
          <a:ln/>
        </p:spPr>
        <p:txBody>
          <a:bodyPr wrap="square" lIns="0" tIns="0" rIns="0" bIns="0" rtlCol="0" anchor="t"/>
          <a:lstStyle/>
          <a:p>
            <a:pPr marL="0" indent="0" algn="l">
              <a:lnSpc>
                <a:spcPct val="117000"/>
              </a:lnSpc>
              <a:spcAft>
                <a:spcPts val="1400"/>
              </a:spcAft>
              <a:buNone/>
            </a:pPr>
            <a:r>
              <a:rPr lang="en-US" sz="1200" b="1" dirty="0">
                <a:solidFill>
                  <a:srgbClr val="000000"/>
                </a:solidFill>
                <a:latin typeface="Space Grotesk Bold" pitchFamily="34" charset="0"/>
                <a:ea typeface="Space Grotesk Bold" pitchFamily="34" charset="-122"/>
                <a:cs typeface="Space Grotesk Bold" pitchFamily="34" charset="-120"/>
              </a:rPr>
              <a:t>Source:</a:t>
            </a:r>
            <a:r>
              <a:rPr lang="en-US" sz="1200" dirty="0">
                <a:solidFill>
                  <a:srgbClr val="000000"/>
                </a:solidFill>
                <a:latin typeface="Space Grotesk" pitchFamily="34" charset="0"/>
                <a:ea typeface="Space Grotesk" pitchFamily="34" charset="-122"/>
                <a:cs typeface="Space Grotesk" pitchFamily="34" charset="-120"/>
              </a:rPr>
              <a:t> solve.mit.edu/solutions/83445</a:t>
            </a:r>
            <a:endParaRPr lang="en-US" sz="1200" dirty="0"/>
          </a:p>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Source:</a:t>
            </a:r>
            <a:r>
              <a:rPr lang="en-US" sz="1200" dirty="0">
                <a:solidFill>
                  <a:srgbClr val="000000"/>
                </a:solidFill>
                <a:latin typeface="Space Grotesk" pitchFamily="34" charset="0"/>
                <a:ea typeface="Space Grotesk" pitchFamily="34" charset="-122"/>
                <a:cs typeface="Space Grotesk" pitchFamily="34" charset="-120"/>
              </a:rPr>
              <a:t> World Bank &amp; GOGLA Off-Grid Solar Market Trends Reports</a:t>
            </a:r>
            <a:endParaRPr lang="en-US" sz="1200" dirty="0"/>
          </a:p>
        </p:txBody>
      </p:sp>
      <p:pic>
        <p:nvPicPr>
          <p:cNvPr id="16" name="Graphic 15" descr="Agriculture with solid fill">
            <a:extLst>
              <a:ext uri="{FF2B5EF4-FFF2-40B4-BE49-F238E27FC236}">
                <a16:creationId xmlns:a16="http://schemas.microsoft.com/office/drawing/2014/main" id="{764DC113-EA2A-5796-F0FA-3EE8EF6B97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102226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406390" y="338899"/>
            <a:ext cx="1127731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Micro funnel breakdown</a:t>
            </a:r>
            <a:endParaRPr lang="en-US" sz="3400" dirty="0"/>
          </a:p>
        </p:txBody>
      </p:sp>
      <p:sp>
        <p:nvSpPr>
          <p:cNvPr id="4" name="Shape 2"/>
          <p:cNvSpPr/>
          <p:nvPr/>
        </p:nvSpPr>
        <p:spPr>
          <a:xfrm>
            <a:off x="406390" y="885130"/>
            <a:ext cx="11277318" cy="637480"/>
          </a:xfrm>
          <a:prstGeom prst="roundRect">
            <a:avLst>
              <a:gd name="adj" fmla="val 49999"/>
            </a:avLst>
          </a:prstGeom>
          <a:solidFill>
            <a:srgbClr val="F7F1E1"/>
          </a:solidFill>
          <a:ln/>
        </p:spPr>
        <p:txBody>
          <a:bodyPr/>
          <a:lstStyle/>
          <a:p>
            <a:endParaRPr lang="en-IN"/>
          </a:p>
        </p:txBody>
      </p:sp>
      <p:sp>
        <p:nvSpPr>
          <p:cNvPr id="5" name="Shape 3"/>
          <p:cNvSpPr/>
          <p:nvPr/>
        </p:nvSpPr>
        <p:spPr>
          <a:xfrm>
            <a:off x="609585" y="986730"/>
            <a:ext cx="3521979" cy="434280"/>
          </a:xfrm>
          <a:prstGeom prst="roundRect">
            <a:avLst>
              <a:gd name="adj" fmla="val 49999"/>
            </a:avLst>
          </a:prstGeom>
          <a:solidFill>
            <a:srgbClr val="F7F1E1"/>
          </a:solidFill>
          <a:ln/>
        </p:spPr>
        <p:txBody>
          <a:bodyPr/>
          <a:lstStyle/>
          <a:p>
            <a:endParaRPr lang="en-IN"/>
          </a:p>
        </p:txBody>
      </p:sp>
      <p:sp>
        <p:nvSpPr>
          <p:cNvPr id="6" name="Text 4"/>
          <p:cNvSpPr/>
          <p:nvPr/>
        </p:nvSpPr>
        <p:spPr>
          <a:xfrm>
            <a:off x="787380" y="1088330"/>
            <a:ext cx="3344184"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Metric</a:t>
            </a:r>
            <a:endParaRPr lang="en-US" sz="1300" dirty="0"/>
          </a:p>
        </p:txBody>
      </p:sp>
      <p:sp>
        <p:nvSpPr>
          <p:cNvPr id="7" name="Shape 5"/>
          <p:cNvSpPr/>
          <p:nvPr/>
        </p:nvSpPr>
        <p:spPr>
          <a:xfrm>
            <a:off x="4283960" y="986730"/>
            <a:ext cx="4402523" cy="434280"/>
          </a:xfrm>
          <a:prstGeom prst="roundRect">
            <a:avLst>
              <a:gd name="adj" fmla="val 49999"/>
            </a:avLst>
          </a:prstGeom>
          <a:solidFill>
            <a:srgbClr val="F7F1E1"/>
          </a:solidFill>
          <a:ln/>
        </p:spPr>
        <p:txBody>
          <a:bodyPr/>
          <a:lstStyle/>
          <a:p>
            <a:endParaRPr lang="en-IN"/>
          </a:p>
        </p:txBody>
      </p:sp>
      <p:sp>
        <p:nvSpPr>
          <p:cNvPr id="8" name="Text 6"/>
          <p:cNvSpPr/>
          <p:nvPr/>
        </p:nvSpPr>
        <p:spPr>
          <a:xfrm>
            <a:off x="4461756" y="1088330"/>
            <a:ext cx="4224728"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Example scenario</a:t>
            </a:r>
            <a:endParaRPr lang="en-US" sz="1300" dirty="0"/>
          </a:p>
        </p:txBody>
      </p:sp>
      <p:sp>
        <p:nvSpPr>
          <p:cNvPr id="9" name="Shape 7"/>
          <p:cNvSpPr/>
          <p:nvPr/>
        </p:nvSpPr>
        <p:spPr>
          <a:xfrm>
            <a:off x="8838880" y="986730"/>
            <a:ext cx="2641534" cy="434280"/>
          </a:xfrm>
          <a:prstGeom prst="roundRect">
            <a:avLst>
              <a:gd name="adj" fmla="val 49999"/>
            </a:avLst>
          </a:prstGeom>
          <a:solidFill>
            <a:srgbClr val="F7F1E1"/>
          </a:solidFill>
          <a:ln/>
        </p:spPr>
        <p:txBody>
          <a:bodyPr/>
          <a:lstStyle/>
          <a:p>
            <a:endParaRPr lang="en-IN"/>
          </a:p>
        </p:txBody>
      </p:sp>
      <p:sp>
        <p:nvSpPr>
          <p:cNvPr id="10" name="Text 8"/>
          <p:cNvSpPr/>
          <p:nvPr/>
        </p:nvSpPr>
        <p:spPr>
          <a:xfrm>
            <a:off x="9016675" y="1088330"/>
            <a:ext cx="2463738"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Numbers / assumptions</a:t>
            </a:r>
            <a:endParaRPr lang="en-US" sz="1300" dirty="0"/>
          </a:p>
        </p:txBody>
      </p:sp>
      <p:sp>
        <p:nvSpPr>
          <p:cNvPr id="11" name="Shape 9"/>
          <p:cNvSpPr/>
          <p:nvPr/>
        </p:nvSpPr>
        <p:spPr>
          <a:xfrm>
            <a:off x="406390" y="1706761"/>
            <a:ext cx="3657509" cy="1178322"/>
          </a:xfrm>
          <a:prstGeom prst="roundRect">
            <a:avLst>
              <a:gd name="adj" fmla="val 18107"/>
            </a:avLst>
          </a:prstGeom>
          <a:solidFill>
            <a:srgbClr val="FE829A"/>
          </a:solidFill>
          <a:ln/>
        </p:spPr>
        <p:txBody>
          <a:bodyPr/>
          <a:lstStyle/>
          <a:p>
            <a:endParaRPr lang="en-IN"/>
          </a:p>
        </p:txBody>
      </p:sp>
      <p:sp>
        <p:nvSpPr>
          <p:cNvPr id="12" name="Text 10"/>
          <p:cNvSpPr/>
          <p:nvPr/>
        </p:nvSpPr>
        <p:spPr>
          <a:xfrm>
            <a:off x="584185" y="2171502"/>
            <a:ext cx="3479713"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Total farmers in target states</a:t>
            </a:r>
            <a:endParaRPr lang="en-US" sz="1400" dirty="0"/>
          </a:p>
        </p:txBody>
      </p:sp>
      <p:sp>
        <p:nvSpPr>
          <p:cNvPr id="13" name="Shape 11"/>
          <p:cNvSpPr/>
          <p:nvPr/>
        </p:nvSpPr>
        <p:spPr>
          <a:xfrm>
            <a:off x="4216295" y="1706761"/>
            <a:ext cx="4571886" cy="1178322"/>
          </a:xfrm>
          <a:prstGeom prst="roundRect">
            <a:avLst>
              <a:gd name="adj" fmla="val 18107"/>
            </a:avLst>
          </a:prstGeom>
          <a:solidFill>
            <a:srgbClr val="F9B440"/>
          </a:solidFill>
          <a:ln/>
        </p:spPr>
        <p:txBody>
          <a:bodyPr/>
          <a:lstStyle/>
          <a:p>
            <a:endParaRPr lang="en-IN"/>
          </a:p>
        </p:txBody>
      </p:sp>
      <p:sp>
        <p:nvSpPr>
          <p:cNvPr id="14" name="Text 12"/>
          <p:cNvSpPr/>
          <p:nvPr/>
        </p:nvSpPr>
        <p:spPr>
          <a:xfrm>
            <a:off x="4394090" y="1833761"/>
            <a:ext cx="4216295" cy="924322"/>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Oorja expands into high diesel-reliance clusters in key northern/eastern states, where ~5 million smallholder and marginal farmers need affordable irrigation.</a:t>
            </a:r>
            <a:endParaRPr lang="en-US" sz="1300" dirty="0"/>
          </a:p>
        </p:txBody>
      </p:sp>
      <p:sp>
        <p:nvSpPr>
          <p:cNvPr id="15" name="Shape 13"/>
          <p:cNvSpPr/>
          <p:nvPr/>
        </p:nvSpPr>
        <p:spPr>
          <a:xfrm>
            <a:off x="8940576" y="1706761"/>
            <a:ext cx="2743131" cy="1178322"/>
          </a:xfrm>
          <a:prstGeom prst="roundRect">
            <a:avLst>
              <a:gd name="adj" fmla="val 18107"/>
            </a:avLst>
          </a:prstGeom>
          <a:solidFill>
            <a:srgbClr val="FC9FA5"/>
          </a:solidFill>
          <a:ln/>
        </p:spPr>
        <p:txBody>
          <a:bodyPr/>
          <a:lstStyle/>
          <a:p>
            <a:endParaRPr lang="en-IN"/>
          </a:p>
        </p:txBody>
      </p:sp>
      <p:sp>
        <p:nvSpPr>
          <p:cNvPr id="16" name="Text 14"/>
          <p:cNvSpPr/>
          <p:nvPr/>
        </p:nvSpPr>
        <p:spPr>
          <a:xfrm>
            <a:off x="9118372" y="2111097"/>
            <a:ext cx="2565336" cy="373360"/>
          </a:xfrm>
          <a:prstGeom prst="rect">
            <a:avLst/>
          </a:prstGeom>
          <a:noFill/>
          <a:ln/>
        </p:spPr>
        <p:txBody>
          <a:bodyPr wrap="none" lIns="0" tIns="0" rIns="0" bIns="0" rtlCol="0" anchor="t"/>
          <a:lstStyle/>
          <a:p>
            <a:pPr marL="0" indent="0" algn="l">
              <a:lnSpc>
                <a:spcPct val="117000"/>
              </a:lnSpc>
              <a:buNone/>
            </a:pPr>
            <a:r>
              <a:rPr lang="en-US" sz="2100" b="1" dirty="0">
                <a:solidFill>
                  <a:srgbClr val="000000"/>
                </a:solidFill>
                <a:latin typeface="Space Grotesk Bold" pitchFamily="34" charset="0"/>
                <a:ea typeface="Space Grotesk Bold" pitchFamily="34" charset="-122"/>
                <a:cs typeface="Space Grotesk Bold" pitchFamily="34" charset="-120"/>
              </a:rPr>
              <a:t>5 million farmers</a:t>
            </a:r>
            <a:endParaRPr lang="en-US" sz="2100" dirty="0"/>
          </a:p>
        </p:txBody>
      </p:sp>
      <p:sp>
        <p:nvSpPr>
          <p:cNvPr id="17" name="Shape 15"/>
          <p:cNvSpPr/>
          <p:nvPr/>
        </p:nvSpPr>
        <p:spPr>
          <a:xfrm>
            <a:off x="406390" y="3037483"/>
            <a:ext cx="3657509" cy="947241"/>
          </a:xfrm>
          <a:prstGeom prst="roundRect">
            <a:avLst>
              <a:gd name="adj" fmla="val 22524"/>
            </a:avLst>
          </a:prstGeom>
          <a:solidFill>
            <a:srgbClr val="FE829A"/>
          </a:solidFill>
          <a:ln/>
        </p:spPr>
        <p:txBody>
          <a:bodyPr/>
          <a:lstStyle/>
          <a:p>
            <a:endParaRPr lang="en-IN"/>
          </a:p>
        </p:txBody>
      </p:sp>
      <p:sp>
        <p:nvSpPr>
          <p:cNvPr id="18" name="Text 16"/>
          <p:cNvSpPr/>
          <p:nvPr/>
        </p:nvSpPr>
        <p:spPr>
          <a:xfrm>
            <a:off x="584185" y="3262213"/>
            <a:ext cx="3301917" cy="497681"/>
          </a:xfrm>
          <a:prstGeom prst="rect">
            <a:avLst/>
          </a:prstGeom>
          <a:noFill/>
          <a:ln/>
        </p:spPr>
        <p:txBody>
          <a:bodyPr wrap="square" lIns="0" tIns="0" rIns="0" bIns="0" rtlCol="0" anchor="t">
            <a:normAutofit/>
          </a:bodyPr>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Reachable audience via field networks + digital</a:t>
            </a:r>
            <a:endParaRPr lang="en-US" sz="1400" dirty="0"/>
          </a:p>
        </p:txBody>
      </p:sp>
      <p:sp>
        <p:nvSpPr>
          <p:cNvPr id="19" name="Shape 17"/>
          <p:cNvSpPr/>
          <p:nvPr/>
        </p:nvSpPr>
        <p:spPr>
          <a:xfrm>
            <a:off x="4216295" y="3037483"/>
            <a:ext cx="4571886" cy="947241"/>
          </a:xfrm>
          <a:prstGeom prst="roundRect">
            <a:avLst>
              <a:gd name="adj" fmla="val 22524"/>
            </a:avLst>
          </a:prstGeom>
          <a:solidFill>
            <a:srgbClr val="F9B440"/>
          </a:solidFill>
          <a:ln/>
        </p:spPr>
        <p:txBody>
          <a:bodyPr/>
          <a:lstStyle/>
          <a:p>
            <a:endParaRPr lang="en-IN"/>
          </a:p>
        </p:txBody>
      </p:sp>
      <p:sp>
        <p:nvSpPr>
          <p:cNvPr id="20" name="Text 18"/>
          <p:cNvSpPr/>
          <p:nvPr/>
        </p:nvSpPr>
        <p:spPr>
          <a:xfrm>
            <a:off x="4394090" y="3164483"/>
            <a:ext cx="4216295" cy="69324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Community demos, local operator networks and digital outreach let Oorja reach 20% of these underserved farmers.</a:t>
            </a:r>
            <a:endParaRPr lang="en-US" sz="1300" dirty="0"/>
          </a:p>
        </p:txBody>
      </p:sp>
      <p:sp>
        <p:nvSpPr>
          <p:cNvPr id="21" name="Shape 19"/>
          <p:cNvSpPr/>
          <p:nvPr/>
        </p:nvSpPr>
        <p:spPr>
          <a:xfrm>
            <a:off x="8940576" y="3037483"/>
            <a:ext cx="2743131" cy="947241"/>
          </a:xfrm>
          <a:prstGeom prst="roundRect">
            <a:avLst>
              <a:gd name="adj" fmla="val 22524"/>
            </a:avLst>
          </a:prstGeom>
          <a:solidFill>
            <a:srgbClr val="FC9FA5"/>
          </a:solidFill>
          <a:ln/>
        </p:spPr>
        <p:txBody>
          <a:bodyPr/>
          <a:lstStyle/>
          <a:p>
            <a:endParaRPr lang="en-IN"/>
          </a:p>
        </p:txBody>
      </p:sp>
      <p:sp>
        <p:nvSpPr>
          <p:cNvPr id="22" name="Text 20"/>
          <p:cNvSpPr/>
          <p:nvPr/>
        </p:nvSpPr>
        <p:spPr>
          <a:xfrm>
            <a:off x="9118372" y="3326328"/>
            <a:ext cx="2565336" cy="373360"/>
          </a:xfrm>
          <a:prstGeom prst="rect">
            <a:avLst/>
          </a:prstGeom>
          <a:noFill/>
          <a:ln/>
        </p:spPr>
        <p:txBody>
          <a:bodyPr wrap="none" lIns="0" tIns="0" rIns="0" bIns="0" rtlCol="0" anchor="t"/>
          <a:lstStyle/>
          <a:p>
            <a:pPr marL="0" indent="0" algn="l">
              <a:lnSpc>
                <a:spcPct val="117000"/>
              </a:lnSpc>
              <a:buNone/>
            </a:pPr>
            <a:r>
              <a:rPr lang="en-US" sz="2100" b="1" dirty="0">
                <a:solidFill>
                  <a:srgbClr val="000000"/>
                </a:solidFill>
                <a:latin typeface="Space Grotesk Bold" pitchFamily="34" charset="0"/>
                <a:ea typeface="Space Grotesk Bold" pitchFamily="34" charset="-122"/>
                <a:cs typeface="Space Grotesk Bold" pitchFamily="34" charset="-120"/>
              </a:rPr>
              <a:t>1 million farmers</a:t>
            </a:r>
            <a:endParaRPr lang="en-US" sz="2100" dirty="0"/>
          </a:p>
        </p:txBody>
      </p:sp>
      <p:sp>
        <p:nvSpPr>
          <p:cNvPr id="23" name="Shape 21"/>
          <p:cNvSpPr/>
          <p:nvPr/>
        </p:nvSpPr>
        <p:spPr>
          <a:xfrm>
            <a:off x="406390" y="4137124"/>
            <a:ext cx="3657509" cy="1000720"/>
          </a:xfrm>
          <a:prstGeom prst="roundRect">
            <a:avLst>
              <a:gd name="adj" fmla="val 21320"/>
            </a:avLst>
          </a:prstGeom>
          <a:solidFill>
            <a:srgbClr val="FE829A"/>
          </a:solidFill>
          <a:ln/>
        </p:spPr>
        <p:txBody>
          <a:bodyPr/>
          <a:lstStyle/>
          <a:p>
            <a:endParaRPr lang="en-IN"/>
          </a:p>
        </p:txBody>
      </p:sp>
      <p:sp>
        <p:nvSpPr>
          <p:cNvPr id="24" name="Text 22"/>
          <p:cNvSpPr/>
          <p:nvPr/>
        </p:nvSpPr>
        <p:spPr>
          <a:xfrm>
            <a:off x="584185" y="4513064"/>
            <a:ext cx="3479713"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Conversion rate (Pay-Per-Use signup)</a:t>
            </a:r>
            <a:endParaRPr lang="en-US" sz="1400" dirty="0"/>
          </a:p>
        </p:txBody>
      </p:sp>
      <p:sp>
        <p:nvSpPr>
          <p:cNvPr id="25" name="Shape 23"/>
          <p:cNvSpPr/>
          <p:nvPr/>
        </p:nvSpPr>
        <p:spPr>
          <a:xfrm>
            <a:off x="4216295" y="4137124"/>
            <a:ext cx="4571886" cy="1000720"/>
          </a:xfrm>
          <a:prstGeom prst="roundRect">
            <a:avLst>
              <a:gd name="adj" fmla="val 21320"/>
            </a:avLst>
          </a:prstGeom>
          <a:solidFill>
            <a:srgbClr val="F9B440"/>
          </a:solidFill>
          <a:ln/>
        </p:spPr>
        <p:txBody>
          <a:bodyPr/>
          <a:lstStyle/>
          <a:p>
            <a:endParaRPr lang="en-IN"/>
          </a:p>
        </p:txBody>
      </p:sp>
      <p:sp>
        <p:nvSpPr>
          <p:cNvPr id="26" name="Text 24"/>
          <p:cNvSpPr/>
          <p:nvPr/>
        </p:nvSpPr>
        <p:spPr>
          <a:xfrm>
            <a:off x="4394090" y="4290814"/>
            <a:ext cx="4216295" cy="69324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Assuming a 5% adoption rate, reachable farmers onboard onto the Oonnati Pay-Per-Use solar pumping network during primary cropping seasons.</a:t>
            </a:r>
            <a:endParaRPr lang="en-US" sz="1300" dirty="0"/>
          </a:p>
        </p:txBody>
      </p:sp>
      <p:sp>
        <p:nvSpPr>
          <p:cNvPr id="27" name="Shape 25"/>
          <p:cNvSpPr/>
          <p:nvPr/>
        </p:nvSpPr>
        <p:spPr>
          <a:xfrm>
            <a:off x="8940576" y="4137124"/>
            <a:ext cx="2743131" cy="1000720"/>
          </a:xfrm>
          <a:prstGeom prst="roundRect">
            <a:avLst>
              <a:gd name="adj" fmla="val 21320"/>
            </a:avLst>
          </a:prstGeom>
          <a:solidFill>
            <a:srgbClr val="FC9FA5"/>
          </a:solidFill>
          <a:ln/>
        </p:spPr>
        <p:txBody>
          <a:bodyPr/>
          <a:lstStyle/>
          <a:p>
            <a:endParaRPr lang="en-IN"/>
          </a:p>
        </p:txBody>
      </p:sp>
      <p:sp>
        <p:nvSpPr>
          <p:cNvPr id="28" name="Text 26"/>
          <p:cNvSpPr/>
          <p:nvPr/>
        </p:nvSpPr>
        <p:spPr>
          <a:xfrm>
            <a:off x="9118372" y="4266029"/>
            <a:ext cx="2387540" cy="746720"/>
          </a:xfrm>
          <a:prstGeom prst="rect">
            <a:avLst/>
          </a:prstGeom>
          <a:noFill/>
          <a:ln/>
        </p:spPr>
        <p:txBody>
          <a:bodyPr wrap="square" lIns="0" tIns="0" rIns="0" bIns="0" rtlCol="0" anchor="t">
            <a:normAutofit/>
          </a:bodyPr>
          <a:lstStyle/>
          <a:p>
            <a:pPr marL="0" indent="0" algn="l">
              <a:lnSpc>
                <a:spcPct val="117000"/>
              </a:lnSpc>
              <a:buNone/>
            </a:pPr>
            <a:r>
              <a:rPr lang="en-US" sz="2100" b="1" dirty="0">
                <a:solidFill>
                  <a:srgbClr val="000000"/>
                </a:solidFill>
                <a:latin typeface="Space Grotesk Bold" pitchFamily="34" charset="0"/>
                <a:ea typeface="Space Grotesk Bold" pitchFamily="34" charset="-122"/>
                <a:cs typeface="Space Grotesk Bold" pitchFamily="34" charset="-120"/>
              </a:rPr>
              <a:t>50,000 active users</a:t>
            </a:r>
            <a:endParaRPr lang="en-US" sz="2100" dirty="0"/>
          </a:p>
        </p:txBody>
      </p:sp>
      <p:sp>
        <p:nvSpPr>
          <p:cNvPr id="29" name="Shape 27"/>
          <p:cNvSpPr/>
          <p:nvPr/>
        </p:nvSpPr>
        <p:spPr>
          <a:xfrm>
            <a:off x="406390" y="5290245"/>
            <a:ext cx="3657509" cy="979091"/>
          </a:xfrm>
          <a:prstGeom prst="roundRect">
            <a:avLst>
              <a:gd name="adj" fmla="val 21791"/>
            </a:avLst>
          </a:prstGeom>
          <a:solidFill>
            <a:srgbClr val="FE829A"/>
          </a:solidFill>
          <a:ln/>
        </p:spPr>
        <p:txBody>
          <a:bodyPr/>
          <a:lstStyle/>
          <a:p>
            <a:endParaRPr lang="en-IN"/>
          </a:p>
        </p:txBody>
      </p:sp>
      <p:sp>
        <p:nvSpPr>
          <p:cNvPr id="30" name="Text 28"/>
          <p:cNvSpPr/>
          <p:nvPr/>
        </p:nvSpPr>
        <p:spPr>
          <a:xfrm>
            <a:off x="584185" y="5655370"/>
            <a:ext cx="3479713"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Avg order value (AOV) per season</a:t>
            </a:r>
            <a:endParaRPr lang="en-US" sz="1400" dirty="0"/>
          </a:p>
        </p:txBody>
      </p:sp>
      <p:sp>
        <p:nvSpPr>
          <p:cNvPr id="31" name="Shape 29"/>
          <p:cNvSpPr/>
          <p:nvPr/>
        </p:nvSpPr>
        <p:spPr>
          <a:xfrm>
            <a:off x="4216295" y="5290245"/>
            <a:ext cx="4571886" cy="979091"/>
          </a:xfrm>
          <a:prstGeom prst="roundRect">
            <a:avLst>
              <a:gd name="adj" fmla="val 21791"/>
            </a:avLst>
          </a:prstGeom>
          <a:solidFill>
            <a:srgbClr val="F9B440"/>
          </a:solidFill>
          <a:ln/>
        </p:spPr>
        <p:txBody>
          <a:bodyPr/>
          <a:lstStyle/>
          <a:p>
            <a:endParaRPr lang="en-IN"/>
          </a:p>
        </p:txBody>
      </p:sp>
      <p:sp>
        <p:nvSpPr>
          <p:cNvPr id="32" name="Text 30"/>
          <p:cNvSpPr/>
          <p:nvPr/>
        </p:nvSpPr>
        <p:spPr>
          <a:xfrm>
            <a:off x="4394090" y="5548709"/>
            <a:ext cx="4216295" cy="46216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Based on average seasonal solar water-delivery usage fees per farmer on typical small plots.</a:t>
            </a:r>
            <a:endParaRPr lang="en-US" sz="1300" dirty="0"/>
          </a:p>
        </p:txBody>
      </p:sp>
      <p:sp>
        <p:nvSpPr>
          <p:cNvPr id="33" name="Shape 31"/>
          <p:cNvSpPr/>
          <p:nvPr/>
        </p:nvSpPr>
        <p:spPr>
          <a:xfrm>
            <a:off x="8940576" y="5290245"/>
            <a:ext cx="2743131" cy="979091"/>
          </a:xfrm>
          <a:prstGeom prst="roundRect">
            <a:avLst>
              <a:gd name="adj" fmla="val 21791"/>
            </a:avLst>
          </a:prstGeom>
          <a:solidFill>
            <a:srgbClr val="FC9FA5"/>
          </a:solidFill>
          <a:ln/>
        </p:spPr>
        <p:txBody>
          <a:bodyPr/>
          <a:lstStyle/>
          <a:p>
            <a:endParaRPr lang="en-IN"/>
          </a:p>
        </p:txBody>
      </p:sp>
      <p:sp>
        <p:nvSpPr>
          <p:cNvPr id="34" name="Text 32"/>
          <p:cNvSpPr/>
          <p:nvPr/>
        </p:nvSpPr>
        <p:spPr>
          <a:xfrm>
            <a:off x="9118372" y="5419150"/>
            <a:ext cx="2565336" cy="373360"/>
          </a:xfrm>
          <a:prstGeom prst="rect">
            <a:avLst/>
          </a:prstGeom>
          <a:noFill/>
          <a:ln/>
        </p:spPr>
        <p:txBody>
          <a:bodyPr wrap="none" lIns="0" tIns="0" rIns="0" bIns="0" rtlCol="0" anchor="t"/>
          <a:lstStyle/>
          <a:p>
            <a:pPr marL="0" indent="0" algn="l">
              <a:lnSpc>
                <a:spcPct val="117000"/>
              </a:lnSpc>
              <a:buNone/>
            </a:pPr>
            <a:r>
              <a:rPr lang="en-US" sz="2100" b="1" dirty="0">
                <a:solidFill>
                  <a:srgbClr val="000000"/>
                </a:solidFill>
                <a:latin typeface="Space Grotesk Bold" pitchFamily="34" charset="0"/>
                <a:ea typeface="Space Grotesk Bold" pitchFamily="34" charset="-122"/>
                <a:cs typeface="Space Grotesk Bold" pitchFamily="34" charset="-120"/>
              </a:rPr>
              <a:t>USD ~50</a:t>
            </a:r>
            <a:endParaRPr lang="en-US" sz="2100" dirty="0"/>
          </a:p>
        </p:txBody>
      </p:sp>
      <p:sp>
        <p:nvSpPr>
          <p:cNvPr id="35" name="Text 33"/>
          <p:cNvSpPr/>
          <p:nvPr/>
        </p:nvSpPr>
        <p:spPr>
          <a:xfrm>
            <a:off x="9118372" y="5911255"/>
            <a:ext cx="2565336" cy="231080"/>
          </a:xfrm>
          <a:prstGeom prst="rect">
            <a:avLst/>
          </a:prstGeom>
          <a:noFill/>
          <a:ln/>
        </p:spPr>
        <p:txBody>
          <a:bodyPr wrap="none" lIns="0" tIns="0" rIns="0" bIns="0" rtlCol="0" anchor="t"/>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(approx. ₹4,200)</a:t>
            </a:r>
            <a:endParaRPr lang="en-US" sz="1300" dirty="0"/>
          </a:p>
        </p:txBody>
      </p:sp>
      <p:pic>
        <p:nvPicPr>
          <p:cNvPr id="37" name="Graphic 36" descr="Agriculture with solid fill">
            <a:extLst>
              <a:ext uri="{FF2B5EF4-FFF2-40B4-BE49-F238E27FC236}">
                <a16:creationId xmlns:a16="http://schemas.microsoft.com/office/drawing/2014/main" id="{6DABD08D-5A28-E7FF-EED7-8FA7620233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64628"/>
            <a:ext cx="1102659" cy="102226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406390" y="338899"/>
            <a:ext cx="1127731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Competitor analysis</a:t>
            </a:r>
            <a:endParaRPr lang="en-US" sz="3400" dirty="0"/>
          </a:p>
        </p:txBody>
      </p:sp>
      <p:sp>
        <p:nvSpPr>
          <p:cNvPr id="4" name="Shape 2"/>
          <p:cNvSpPr/>
          <p:nvPr/>
        </p:nvSpPr>
        <p:spPr>
          <a:xfrm>
            <a:off x="406390" y="885130"/>
            <a:ext cx="3657509" cy="2396034"/>
          </a:xfrm>
          <a:prstGeom prst="roundRect">
            <a:avLst>
              <a:gd name="adj" fmla="val 8905"/>
            </a:avLst>
          </a:prstGeom>
          <a:solidFill>
            <a:srgbClr val="FE829A"/>
          </a:solidFill>
          <a:ln/>
        </p:spPr>
        <p:txBody>
          <a:bodyPr/>
          <a:lstStyle/>
          <a:p>
            <a:endParaRPr lang="en-IN"/>
          </a:p>
        </p:txBody>
      </p:sp>
      <p:sp>
        <p:nvSpPr>
          <p:cNvPr id="5" name="Text 3"/>
          <p:cNvSpPr/>
          <p:nvPr/>
        </p:nvSpPr>
        <p:spPr>
          <a:xfrm>
            <a:off x="634984" y="1640582"/>
            <a:ext cx="3428914"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Competitor</a:t>
            </a:r>
            <a:endParaRPr lang="en-US" sz="1300" dirty="0"/>
          </a:p>
        </p:txBody>
      </p:sp>
      <p:sp>
        <p:nvSpPr>
          <p:cNvPr id="6" name="Text 4"/>
          <p:cNvSpPr/>
          <p:nvPr/>
        </p:nvSpPr>
        <p:spPr>
          <a:xfrm>
            <a:off x="634984" y="1992313"/>
            <a:ext cx="3428914" cy="533400"/>
          </a:xfrm>
          <a:prstGeom prst="rect">
            <a:avLst/>
          </a:prstGeom>
          <a:noFill/>
          <a:ln/>
        </p:spPr>
        <p:txBody>
          <a:bodyPr wrap="none" lIns="0" tIns="0" rIns="0" bIns="0" rtlCol="0" anchor="t"/>
          <a:lstStyle/>
          <a:p>
            <a:pPr marL="0" indent="0" algn="l">
              <a:lnSpc>
                <a:spcPct val="117000"/>
              </a:lnSpc>
              <a:buNone/>
            </a:pPr>
            <a:r>
              <a:rPr lang="en-US" sz="3000" b="1" dirty="0">
                <a:solidFill>
                  <a:srgbClr val="000000"/>
                </a:solidFill>
                <a:latin typeface="Space Grotesk Bold" pitchFamily="34" charset="0"/>
                <a:ea typeface="Space Grotesk Bold" pitchFamily="34" charset="-122"/>
                <a:cs typeface="Space Grotesk Bold" pitchFamily="34" charset="-120"/>
              </a:rPr>
              <a:t>Claro Energy</a:t>
            </a:r>
            <a:endParaRPr lang="en-US" sz="3000" dirty="0"/>
          </a:p>
        </p:txBody>
      </p:sp>
      <p:sp>
        <p:nvSpPr>
          <p:cNvPr id="7" name="Shape 5"/>
          <p:cNvSpPr/>
          <p:nvPr/>
        </p:nvSpPr>
        <p:spPr>
          <a:xfrm>
            <a:off x="4216295" y="885130"/>
            <a:ext cx="3657509" cy="2396034"/>
          </a:xfrm>
          <a:prstGeom prst="roundRect">
            <a:avLst>
              <a:gd name="adj" fmla="val 8905"/>
            </a:avLst>
          </a:prstGeom>
          <a:solidFill>
            <a:srgbClr val="F9B440"/>
          </a:solidFill>
          <a:ln/>
        </p:spPr>
        <p:txBody>
          <a:bodyPr/>
          <a:lstStyle/>
          <a:p>
            <a:endParaRPr lang="en-IN"/>
          </a:p>
        </p:txBody>
      </p:sp>
      <p:sp>
        <p:nvSpPr>
          <p:cNvPr id="8" name="Text 6"/>
          <p:cNvSpPr/>
          <p:nvPr/>
        </p:nvSpPr>
        <p:spPr>
          <a:xfrm>
            <a:off x="4444889" y="1062930"/>
            <a:ext cx="34289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Market reach</a:t>
            </a:r>
            <a:endParaRPr lang="en-US" sz="1700" dirty="0"/>
          </a:p>
        </p:txBody>
      </p:sp>
      <p:sp>
        <p:nvSpPr>
          <p:cNvPr id="9" name="Text 7"/>
          <p:cNvSpPr/>
          <p:nvPr/>
        </p:nvSpPr>
        <p:spPr>
          <a:xfrm>
            <a:off x="4444889" y="1485801"/>
            <a:ext cx="3200320" cy="1617563"/>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Extremely strong footprint across </a:t>
            </a:r>
            <a:r>
              <a:rPr lang="en-US" sz="1300" b="1" dirty="0">
                <a:solidFill>
                  <a:srgbClr val="000000"/>
                </a:solidFill>
                <a:latin typeface="Space Grotesk Bold" pitchFamily="34" charset="0"/>
                <a:ea typeface="Space Grotesk Bold" pitchFamily="34" charset="-122"/>
                <a:cs typeface="Space Grotesk Bold" pitchFamily="34" charset="-120"/>
              </a:rPr>
              <a:t>14 states</a:t>
            </a:r>
            <a:r>
              <a:rPr lang="en-US" sz="1300" dirty="0">
                <a:solidFill>
                  <a:srgbClr val="000000"/>
                </a:solidFill>
                <a:latin typeface="Space Grotesk" pitchFamily="34" charset="0"/>
                <a:ea typeface="Space Grotesk" pitchFamily="34" charset="-122"/>
                <a:cs typeface="Space Grotesk" pitchFamily="34" charset="-120"/>
              </a:rPr>
              <a:t> in India, with heavy operational presence in high-power-deficit, agrarian regions like </a:t>
            </a:r>
            <a:r>
              <a:rPr lang="en-US" sz="1300" b="1" dirty="0">
                <a:solidFill>
                  <a:srgbClr val="000000"/>
                </a:solidFill>
                <a:latin typeface="Space Grotesk Bold" pitchFamily="34" charset="0"/>
                <a:ea typeface="Space Grotesk Bold" pitchFamily="34" charset="-122"/>
                <a:cs typeface="Space Grotesk Bold" pitchFamily="34" charset="-120"/>
              </a:rPr>
              <a:t>Bihar and Uttar Pradesh</a:t>
            </a:r>
            <a:r>
              <a:rPr lang="en-US" sz="1300" dirty="0">
                <a:solidFill>
                  <a:srgbClr val="000000"/>
                </a:solidFill>
                <a:latin typeface="Space Grotesk" pitchFamily="34" charset="0"/>
                <a:ea typeface="Space Grotesk" pitchFamily="34" charset="-122"/>
                <a:cs typeface="Space Grotesk" pitchFamily="34" charset="-120"/>
              </a:rPr>
              <a:t>. Benefited over </a:t>
            </a:r>
            <a:r>
              <a:rPr lang="en-US" sz="1300" b="1" dirty="0">
                <a:solidFill>
                  <a:srgbClr val="000000"/>
                </a:solidFill>
                <a:latin typeface="Space Grotesk Bold" pitchFamily="34" charset="0"/>
                <a:ea typeface="Space Grotesk Bold" pitchFamily="34" charset="-122"/>
                <a:cs typeface="Space Grotesk Bold" pitchFamily="34" charset="-120"/>
              </a:rPr>
              <a:t>100,000 individuals</a:t>
            </a:r>
            <a:r>
              <a:rPr lang="en-US" sz="1300" dirty="0">
                <a:solidFill>
                  <a:srgbClr val="000000"/>
                </a:solidFill>
                <a:latin typeface="Space Grotesk" pitchFamily="34" charset="0"/>
                <a:ea typeface="Space Grotesk" pitchFamily="34" charset="-122"/>
                <a:cs typeface="Space Grotesk" pitchFamily="34" charset="-120"/>
              </a:rPr>
              <a:t> through fixed installations and portable solar trolley networks.</a:t>
            </a:r>
            <a:endParaRPr lang="en-US" sz="1300" dirty="0"/>
          </a:p>
        </p:txBody>
      </p:sp>
      <p:sp>
        <p:nvSpPr>
          <p:cNvPr id="10" name="Shape 8"/>
          <p:cNvSpPr/>
          <p:nvPr/>
        </p:nvSpPr>
        <p:spPr>
          <a:xfrm>
            <a:off x="8026199" y="885130"/>
            <a:ext cx="3657509" cy="2396034"/>
          </a:xfrm>
          <a:prstGeom prst="roundRect">
            <a:avLst>
              <a:gd name="adj" fmla="val 8905"/>
            </a:avLst>
          </a:prstGeom>
          <a:solidFill>
            <a:srgbClr val="FC9FA5"/>
          </a:solidFill>
          <a:ln/>
        </p:spPr>
        <p:txBody>
          <a:bodyPr/>
          <a:lstStyle/>
          <a:p>
            <a:endParaRPr lang="en-IN"/>
          </a:p>
        </p:txBody>
      </p:sp>
      <p:sp>
        <p:nvSpPr>
          <p:cNvPr id="11" name="Text 9"/>
          <p:cNvSpPr/>
          <p:nvPr/>
        </p:nvSpPr>
        <p:spPr>
          <a:xfrm>
            <a:off x="8254793" y="1062930"/>
            <a:ext cx="34289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Brand perception</a:t>
            </a:r>
            <a:endParaRPr lang="en-US" sz="1700" dirty="0"/>
          </a:p>
        </p:txBody>
      </p:sp>
      <p:sp>
        <p:nvSpPr>
          <p:cNvPr id="12" name="Text 10"/>
          <p:cNvSpPr/>
          <p:nvPr/>
        </p:nvSpPr>
        <p:spPr>
          <a:xfrm>
            <a:off x="8254793" y="1485801"/>
            <a:ext cx="3200320" cy="1617563"/>
          </a:xfrm>
          <a:prstGeom prst="rect">
            <a:avLst/>
          </a:prstGeom>
          <a:noFill/>
          <a:ln/>
        </p:spPr>
        <p:txBody>
          <a:bodyPr wrap="square" lIns="0" tIns="0" rIns="0" bIns="0" rtlCol="0" anchor="t">
            <a:normAutofit fontScale="92500"/>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Widely recognized as an established, pioneering </a:t>
            </a:r>
            <a:r>
              <a:rPr lang="en-US" sz="1300" b="1" dirty="0">
                <a:solidFill>
                  <a:srgbClr val="000000"/>
                </a:solidFill>
                <a:latin typeface="Space Grotesk Bold" pitchFamily="34" charset="0"/>
                <a:ea typeface="Space Grotesk Bold" pitchFamily="34" charset="-122"/>
                <a:cs typeface="Space Grotesk Bold" pitchFamily="34" charset="-120"/>
              </a:rPr>
              <a:t>institutional solar pumping brand</a:t>
            </a:r>
            <a:r>
              <a:rPr lang="en-US" sz="1300" dirty="0">
                <a:solidFill>
                  <a:srgbClr val="000000"/>
                </a:solidFill>
                <a:latin typeface="Space Grotesk" pitchFamily="34" charset="0"/>
                <a:ea typeface="Space Grotesk" pitchFamily="34" charset="-122"/>
                <a:cs typeface="Space Grotesk" pitchFamily="34" charset="-120"/>
              </a:rPr>
              <a:t> backed by significant venture capital (SIDBI Venture Capital). Perceived by farmer collectives as a reliable provider of both grid-tied hardware and micro-irrigation solutions.</a:t>
            </a:r>
            <a:endParaRPr lang="en-US" sz="1300" dirty="0"/>
          </a:p>
        </p:txBody>
      </p:sp>
      <p:sp>
        <p:nvSpPr>
          <p:cNvPr id="13" name="Shape 11"/>
          <p:cNvSpPr/>
          <p:nvPr/>
        </p:nvSpPr>
        <p:spPr>
          <a:xfrm>
            <a:off x="406390" y="3433564"/>
            <a:ext cx="3657509" cy="2396034"/>
          </a:xfrm>
          <a:prstGeom prst="roundRect">
            <a:avLst>
              <a:gd name="adj" fmla="val 8905"/>
            </a:avLst>
          </a:prstGeom>
          <a:solidFill>
            <a:srgbClr val="FBE3D3"/>
          </a:solidFill>
          <a:ln/>
        </p:spPr>
        <p:txBody>
          <a:bodyPr/>
          <a:lstStyle/>
          <a:p>
            <a:endParaRPr lang="en-IN"/>
          </a:p>
        </p:txBody>
      </p:sp>
      <p:sp>
        <p:nvSpPr>
          <p:cNvPr id="14" name="Text 12"/>
          <p:cNvSpPr/>
          <p:nvPr/>
        </p:nvSpPr>
        <p:spPr>
          <a:xfrm>
            <a:off x="634984" y="3726855"/>
            <a:ext cx="34289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Target keywords</a:t>
            </a:r>
            <a:endParaRPr lang="en-US" sz="1700" dirty="0"/>
          </a:p>
        </p:txBody>
      </p:sp>
      <p:sp>
        <p:nvSpPr>
          <p:cNvPr id="15" name="Text 13"/>
          <p:cNvSpPr/>
          <p:nvPr/>
        </p:nvSpPr>
        <p:spPr>
          <a:xfrm>
            <a:off x="634984" y="4149725"/>
            <a:ext cx="3200320" cy="1386483"/>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Competes aggressively on high-intent agricultural utility keywords including </a:t>
            </a:r>
            <a:r>
              <a:rPr lang="en-US" sz="1300" b="1" dirty="0">
                <a:solidFill>
                  <a:srgbClr val="000000"/>
                </a:solidFill>
                <a:latin typeface="Space Grotesk Bold" pitchFamily="34" charset="0"/>
                <a:ea typeface="Space Grotesk Bold" pitchFamily="34" charset="-122"/>
                <a:cs typeface="Space Grotesk Bold" pitchFamily="34" charset="-120"/>
              </a:rPr>
              <a:t>solar water pump subsidy</a:t>
            </a:r>
            <a:r>
              <a:rPr lang="en-US" sz="1300" dirty="0">
                <a:solidFill>
                  <a:srgbClr val="000000"/>
                </a:solidFill>
                <a:latin typeface="Space Grotesk" pitchFamily="34" charset="0"/>
                <a:ea typeface="Space Grotesk" pitchFamily="34" charset="-122"/>
                <a:cs typeface="Space Grotesk" pitchFamily="34" charset="-120"/>
              </a:rPr>
              <a:t>, </a:t>
            </a:r>
            <a:r>
              <a:rPr lang="en-US" sz="1300" b="1" dirty="0">
                <a:solidFill>
                  <a:srgbClr val="000000"/>
                </a:solidFill>
                <a:latin typeface="Space Grotesk Bold" pitchFamily="34" charset="0"/>
                <a:ea typeface="Space Grotesk Bold" pitchFamily="34" charset="-122"/>
                <a:cs typeface="Space Grotesk Bold" pitchFamily="34" charset="-120"/>
              </a:rPr>
              <a:t>portable solar trolley irrigation</a:t>
            </a:r>
            <a:r>
              <a:rPr lang="en-US" sz="1300" dirty="0">
                <a:solidFill>
                  <a:srgbClr val="000000"/>
                </a:solidFill>
                <a:latin typeface="Space Grotesk" pitchFamily="34" charset="0"/>
                <a:ea typeface="Space Grotesk" pitchFamily="34" charset="-122"/>
                <a:cs typeface="Space Grotesk" pitchFamily="34" charset="-120"/>
              </a:rPr>
              <a:t>, </a:t>
            </a:r>
            <a:r>
              <a:rPr lang="en-US" sz="1300" b="1" dirty="0">
                <a:solidFill>
                  <a:srgbClr val="000000"/>
                </a:solidFill>
                <a:latin typeface="Space Grotesk Bold" pitchFamily="34" charset="0"/>
                <a:ea typeface="Space Grotesk Bold" pitchFamily="34" charset="-122"/>
                <a:cs typeface="Space Grotesk Bold" pitchFamily="34" charset="-120"/>
              </a:rPr>
              <a:t>AC/DC solar pump prices</a:t>
            </a:r>
            <a:r>
              <a:rPr lang="en-US" sz="1300" dirty="0">
                <a:solidFill>
                  <a:srgbClr val="000000"/>
                </a:solidFill>
                <a:latin typeface="Space Grotesk" pitchFamily="34" charset="0"/>
                <a:ea typeface="Space Grotesk" pitchFamily="34" charset="-122"/>
                <a:cs typeface="Space Grotesk" pitchFamily="34" charset="-120"/>
              </a:rPr>
              <a:t>, and </a:t>
            </a:r>
            <a:r>
              <a:rPr lang="en-US" sz="1300" b="1" dirty="0">
                <a:solidFill>
                  <a:srgbClr val="000000"/>
                </a:solidFill>
                <a:latin typeface="Space Grotesk Bold" pitchFamily="34" charset="0"/>
                <a:ea typeface="Space Grotesk Bold" pitchFamily="34" charset="-122"/>
                <a:cs typeface="Space Grotesk Bold" pitchFamily="34" charset="-120"/>
              </a:rPr>
              <a:t>government solar pump schemes (KUSUM)</a:t>
            </a:r>
            <a:r>
              <a:rPr lang="en-US" sz="1300" dirty="0">
                <a:solidFill>
                  <a:srgbClr val="000000"/>
                </a:solidFill>
                <a:latin typeface="Space Grotesk" pitchFamily="34" charset="0"/>
                <a:ea typeface="Space Grotesk" pitchFamily="34" charset="-122"/>
                <a:cs typeface="Space Grotesk" pitchFamily="34" charset="-120"/>
              </a:rPr>
              <a:t>.</a:t>
            </a:r>
            <a:endParaRPr lang="en-US" sz="1300" dirty="0"/>
          </a:p>
        </p:txBody>
      </p:sp>
      <p:sp>
        <p:nvSpPr>
          <p:cNvPr id="16" name="Shape 14"/>
          <p:cNvSpPr/>
          <p:nvPr/>
        </p:nvSpPr>
        <p:spPr>
          <a:xfrm>
            <a:off x="4216295" y="3433564"/>
            <a:ext cx="3657509" cy="2396034"/>
          </a:xfrm>
          <a:prstGeom prst="roundRect">
            <a:avLst>
              <a:gd name="adj" fmla="val 8905"/>
            </a:avLst>
          </a:prstGeom>
          <a:solidFill>
            <a:srgbClr val="F9B440"/>
          </a:solidFill>
          <a:ln/>
        </p:spPr>
        <p:txBody>
          <a:bodyPr/>
          <a:lstStyle/>
          <a:p>
            <a:endParaRPr lang="en-IN"/>
          </a:p>
        </p:txBody>
      </p:sp>
      <p:sp>
        <p:nvSpPr>
          <p:cNvPr id="17" name="Text 15"/>
          <p:cNvSpPr/>
          <p:nvPr/>
        </p:nvSpPr>
        <p:spPr>
          <a:xfrm>
            <a:off x="4444889" y="3611364"/>
            <a:ext cx="34289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Key strength</a:t>
            </a:r>
            <a:endParaRPr lang="en-US" sz="1700" dirty="0"/>
          </a:p>
        </p:txBody>
      </p:sp>
      <p:sp>
        <p:nvSpPr>
          <p:cNvPr id="18" name="Text 16"/>
          <p:cNvSpPr/>
          <p:nvPr/>
        </p:nvSpPr>
        <p:spPr>
          <a:xfrm>
            <a:off x="4444889" y="4034234"/>
            <a:ext cx="3200320" cy="1617563"/>
          </a:xfrm>
          <a:prstGeom prst="rect">
            <a:avLst/>
          </a:prstGeom>
          <a:noFill/>
          <a:ln/>
        </p:spPr>
        <p:txBody>
          <a:bodyPr wrap="square" lIns="0" tIns="0" rIns="0" bIns="0" rtlCol="0" anchor="t">
            <a:normAutofit fontScale="92500"/>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Massive operational scale and hardware flexibility, with a portfolio from </a:t>
            </a:r>
            <a:r>
              <a:rPr lang="en-US" sz="1300" b="1" dirty="0">
                <a:solidFill>
                  <a:srgbClr val="000000"/>
                </a:solidFill>
                <a:latin typeface="Space Grotesk Bold" pitchFamily="34" charset="0"/>
                <a:ea typeface="Space Grotesk Bold" pitchFamily="34" charset="-122"/>
                <a:cs typeface="Space Grotesk Bold" pitchFamily="34" charset="-120"/>
              </a:rPr>
              <a:t>0.5 HP to 10 HP</a:t>
            </a:r>
            <a:r>
              <a:rPr lang="en-US" sz="1300" dirty="0">
                <a:solidFill>
                  <a:srgbClr val="000000"/>
                </a:solidFill>
                <a:latin typeface="Space Grotesk" pitchFamily="34" charset="0"/>
                <a:ea typeface="Space Grotesk" pitchFamily="34" charset="-122"/>
                <a:cs typeface="Space Grotesk" pitchFamily="34" charset="-120"/>
              </a:rPr>
              <a:t> surface and submersible pumps. Strong infrastructure backing lets them service large-scale drinking water and fisheries projects alongside crop irrigation.</a:t>
            </a:r>
            <a:endParaRPr lang="en-US" sz="1300" dirty="0"/>
          </a:p>
        </p:txBody>
      </p:sp>
      <p:sp>
        <p:nvSpPr>
          <p:cNvPr id="19" name="Shape 17"/>
          <p:cNvSpPr/>
          <p:nvPr/>
        </p:nvSpPr>
        <p:spPr>
          <a:xfrm>
            <a:off x="8026199" y="3433564"/>
            <a:ext cx="3657509" cy="2396034"/>
          </a:xfrm>
          <a:prstGeom prst="roundRect">
            <a:avLst>
              <a:gd name="adj" fmla="val 8905"/>
            </a:avLst>
          </a:prstGeom>
          <a:solidFill>
            <a:srgbClr val="FC9FA5"/>
          </a:solidFill>
          <a:ln/>
        </p:spPr>
        <p:txBody>
          <a:bodyPr/>
          <a:lstStyle/>
          <a:p>
            <a:endParaRPr lang="en-IN"/>
          </a:p>
        </p:txBody>
      </p:sp>
      <p:sp>
        <p:nvSpPr>
          <p:cNvPr id="20" name="Text 18"/>
          <p:cNvSpPr/>
          <p:nvPr/>
        </p:nvSpPr>
        <p:spPr>
          <a:xfrm>
            <a:off x="8254793" y="3611364"/>
            <a:ext cx="34289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Key weakness</a:t>
            </a:r>
            <a:endParaRPr lang="en-US" sz="1700" dirty="0"/>
          </a:p>
        </p:txBody>
      </p:sp>
      <p:sp>
        <p:nvSpPr>
          <p:cNvPr id="21" name="Text 19"/>
          <p:cNvSpPr/>
          <p:nvPr/>
        </p:nvSpPr>
        <p:spPr>
          <a:xfrm>
            <a:off x="8254793" y="4034234"/>
            <a:ext cx="3200320" cy="1617563"/>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High dependency on institutional and government-tied vendor contracts. Their on-demand retail model relying on tractor-towed rental trollies adds </a:t>
            </a:r>
            <a:r>
              <a:rPr lang="en-US" sz="1300" b="1" dirty="0">
                <a:solidFill>
                  <a:srgbClr val="000000"/>
                </a:solidFill>
                <a:latin typeface="Space Grotesk Bold" pitchFamily="34" charset="0"/>
                <a:ea typeface="Space Grotesk Bold" pitchFamily="34" charset="-122"/>
                <a:cs typeface="Space Grotesk Bold" pitchFamily="34" charset="-120"/>
              </a:rPr>
              <a:t>higher operational overhead and logistical friction</a:t>
            </a:r>
            <a:r>
              <a:rPr lang="en-US" sz="1300" dirty="0">
                <a:solidFill>
                  <a:srgbClr val="000000"/>
                </a:solidFill>
                <a:latin typeface="Space Grotesk" pitchFamily="34" charset="0"/>
                <a:ea typeface="Space Grotesk" pitchFamily="34" charset="-122"/>
                <a:cs typeface="Space Grotesk" pitchFamily="34" charset="-120"/>
              </a:rPr>
              <a:t> versus localized cluster-based fixed asset deployment.</a:t>
            </a:r>
            <a:endParaRPr lang="en-US" sz="1300" dirty="0"/>
          </a:p>
        </p:txBody>
      </p:sp>
      <p:pic>
        <p:nvPicPr>
          <p:cNvPr id="25" name="Graphic 24" descr="Agriculture with solid fill">
            <a:extLst>
              <a:ext uri="{FF2B5EF4-FFF2-40B4-BE49-F238E27FC236}">
                <a16:creationId xmlns:a16="http://schemas.microsoft.com/office/drawing/2014/main" id="{634313AC-CB0E-C921-6A28-BAE5486C56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88093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dirty="0"/>
          </a:p>
        </p:txBody>
      </p:sp>
      <p:sp>
        <p:nvSpPr>
          <p:cNvPr id="3" name="Text 1"/>
          <p:cNvSpPr/>
          <p:nvPr/>
        </p:nvSpPr>
        <p:spPr>
          <a:xfrm>
            <a:off x="406390" y="338899"/>
            <a:ext cx="1127731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Competitor analysis</a:t>
            </a:r>
            <a:endParaRPr lang="en-US" sz="3400" dirty="0"/>
          </a:p>
        </p:txBody>
      </p:sp>
      <p:sp>
        <p:nvSpPr>
          <p:cNvPr id="4" name="Shape 2"/>
          <p:cNvSpPr/>
          <p:nvPr/>
        </p:nvSpPr>
        <p:spPr>
          <a:xfrm>
            <a:off x="406390" y="885130"/>
            <a:ext cx="3657509" cy="2220913"/>
          </a:xfrm>
          <a:prstGeom prst="roundRect">
            <a:avLst>
              <a:gd name="adj" fmla="val 9607"/>
            </a:avLst>
          </a:prstGeom>
          <a:solidFill>
            <a:srgbClr val="FE829A"/>
          </a:solidFill>
          <a:ln/>
        </p:spPr>
        <p:txBody>
          <a:bodyPr/>
          <a:lstStyle/>
          <a:p>
            <a:endParaRPr lang="en-IN"/>
          </a:p>
        </p:txBody>
      </p:sp>
      <p:sp>
        <p:nvSpPr>
          <p:cNvPr id="5" name="Text 3"/>
          <p:cNvSpPr/>
          <p:nvPr/>
        </p:nvSpPr>
        <p:spPr>
          <a:xfrm>
            <a:off x="609585" y="1037530"/>
            <a:ext cx="3454314"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Competitor</a:t>
            </a:r>
            <a:endParaRPr lang="en-US" sz="1200" dirty="0"/>
          </a:p>
        </p:txBody>
      </p:sp>
      <p:sp>
        <p:nvSpPr>
          <p:cNvPr id="6" name="Text 4"/>
          <p:cNvSpPr/>
          <p:nvPr/>
        </p:nvSpPr>
        <p:spPr>
          <a:xfrm>
            <a:off x="609585" y="1371501"/>
            <a:ext cx="3454314" cy="533400"/>
          </a:xfrm>
          <a:prstGeom prst="rect">
            <a:avLst/>
          </a:prstGeom>
          <a:noFill/>
          <a:ln/>
        </p:spPr>
        <p:txBody>
          <a:bodyPr wrap="none" lIns="0" tIns="0" rIns="0" bIns="0" rtlCol="0" anchor="t"/>
          <a:lstStyle/>
          <a:p>
            <a:pPr marL="0" indent="0" algn="l">
              <a:lnSpc>
                <a:spcPct val="117000"/>
              </a:lnSpc>
              <a:buNone/>
            </a:pPr>
            <a:r>
              <a:rPr lang="en-US" sz="3000" b="1" dirty="0">
                <a:solidFill>
                  <a:srgbClr val="000000"/>
                </a:solidFill>
                <a:latin typeface="Space Grotesk Bold" pitchFamily="34" charset="0"/>
                <a:ea typeface="Space Grotesk Bold" pitchFamily="34" charset="-122"/>
                <a:cs typeface="Space Grotesk Bold" pitchFamily="34" charset="-120"/>
              </a:rPr>
              <a:t>Ecozen Solutions</a:t>
            </a:r>
            <a:endParaRPr lang="en-US" sz="3000" dirty="0"/>
          </a:p>
        </p:txBody>
      </p:sp>
      <p:sp>
        <p:nvSpPr>
          <p:cNvPr id="7" name="Shape 5"/>
          <p:cNvSpPr/>
          <p:nvPr/>
        </p:nvSpPr>
        <p:spPr>
          <a:xfrm>
            <a:off x="4216295" y="885130"/>
            <a:ext cx="3657509" cy="2220913"/>
          </a:xfrm>
          <a:prstGeom prst="roundRect">
            <a:avLst>
              <a:gd name="adj" fmla="val 9607"/>
            </a:avLst>
          </a:prstGeom>
          <a:solidFill>
            <a:srgbClr val="F9B440"/>
          </a:solidFill>
          <a:ln/>
        </p:spPr>
        <p:txBody>
          <a:bodyPr/>
          <a:lstStyle/>
          <a:p>
            <a:endParaRPr lang="en-IN"/>
          </a:p>
        </p:txBody>
      </p:sp>
      <p:sp>
        <p:nvSpPr>
          <p:cNvPr id="8" name="Text 6"/>
          <p:cNvSpPr/>
          <p:nvPr/>
        </p:nvSpPr>
        <p:spPr>
          <a:xfrm>
            <a:off x="4419489" y="1037530"/>
            <a:ext cx="34543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Market reach</a:t>
            </a:r>
            <a:endParaRPr lang="en-US" sz="1700" dirty="0"/>
          </a:p>
        </p:txBody>
      </p:sp>
      <p:sp>
        <p:nvSpPr>
          <p:cNvPr id="9" name="Text 7"/>
          <p:cNvSpPr/>
          <p:nvPr/>
        </p:nvSpPr>
        <p:spPr>
          <a:xfrm>
            <a:off x="4419489" y="1460401"/>
            <a:ext cx="3251119" cy="1279922"/>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Massive operational footprint with </a:t>
            </a:r>
            <a:r>
              <a:rPr lang="en-US" sz="1200" b="1" dirty="0">
                <a:solidFill>
                  <a:srgbClr val="000000"/>
                </a:solidFill>
                <a:latin typeface="Space Grotesk Bold" pitchFamily="34" charset="0"/>
                <a:ea typeface="Space Grotesk Bold" pitchFamily="34" charset="-122"/>
                <a:cs typeface="Space Grotesk Bold" pitchFamily="34" charset="-120"/>
              </a:rPr>
              <a:t>over 400,000+ installations</a:t>
            </a:r>
            <a:r>
              <a:rPr lang="en-US" sz="1200" dirty="0">
                <a:solidFill>
                  <a:srgbClr val="000000"/>
                </a:solidFill>
                <a:latin typeface="Space Grotesk" pitchFamily="34" charset="0"/>
                <a:ea typeface="Space Grotesk" pitchFamily="34" charset="-122"/>
                <a:cs typeface="Space Grotesk" pitchFamily="34" charset="-120"/>
              </a:rPr>
              <a:t> across India. Highly prominent in cold-chain logistics (</a:t>
            </a:r>
            <a:r>
              <a:rPr lang="en-US" sz="1200" i="1" dirty="0">
                <a:solidFill>
                  <a:srgbClr val="000000"/>
                </a:solidFill>
                <a:latin typeface="Space Grotesk" pitchFamily="34" charset="0"/>
                <a:ea typeface="Space Grotesk" pitchFamily="34" charset="-122"/>
                <a:cs typeface="Space Grotesk" pitchFamily="34" charset="-120"/>
              </a:rPr>
              <a:t>Ecofrost</a:t>
            </a:r>
            <a:r>
              <a:rPr lang="en-US" sz="1200" dirty="0">
                <a:solidFill>
                  <a:srgbClr val="000000"/>
                </a:solidFill>
                <a:latin typeface="Space Grotesk" pitchFamily="34" charset="0"/>
                <a:ea typeface="Space Grotesk" pitchFamily="34" charset="-122"/>
                <a:cs typeface="Space Grotesk" pitchFamily="34" charset="-120"/>
              </a:rPr>
              <a:t>) and smart irrigation controllers (</a:t>
            </a:r>
            <a:r>
              <a:rPr lang="en-US" sz="1200" i="1" dirty="0">
                <a:solidFill>
                  <a:srgbClr val="000000"/>
                </a:solidFill>
                <a:latin typeface="Space Grotesk" pitchFamily="34" charset="0"/>
                <a:ea typeface="Space Grotesk" pitchFamily="34" charset="-122"/>
                <a:cs typeface="Space Grotesk" pitchFamily="34" charset="-120"/>
              </a:rPr>
              <a:t>Ecotron</a:t>
            </a:r>
            <a:r>
              <a:rPr lang="en-US" sz="1200" dirty="0">
                <a:solidFill>
                  <a:srgbClr val="000000"/>
                </a:solidFill>
                <a:latin typeface="Space Grotesk" pitchFamily="34" charset="0"/>
                <a:ea typeface="Space Grotesk" pitchFamily="34" charset="-122"/>
                <a:cs typeface="Space Grotesk" pitchFamily="34" charset="-120"/>
              </a:rPr>
              <a:t>), working closely with state governments and corporate agriculture.</a:t>
            </a:r>
            <a:endParaRPr lang="en-US" sz="1200" dirty="0"/>
          </a:p>
        </p:txBody>
      </p:sp>
      <p:sp>
        <p:nvSpPr>
          <p:cNvPr id="10" name="Shape 8"/>
          <p:cNvSpPr/>
          <p:nvPr/>
        </p:nvSpPr>
        <p:spPr>
          <a:xfrm>
            <a:off x="8026199" y="885130"/>
            <a:ext cx="3657509" cy="2220913"/>
          </a:xfrm>
          <a:prstGeom prst="roundRect">
            <a:avLst>
              <a:gd name="adj" fmla="val 9607"/>
            </a:avLst>
          </a:prstGeom>
          <a:solidFill>
            <a:srgbClr val="FC9FA5"/>
          </a:solidFill>
          <a:ln/>
        </p:spPr>
        <p:txBody>
          <a:bodyPr/>
          <a:lstStyle/>
          <a:p>
            <a:endParaRPr lang="en-IN"/>
          </a:p>
        </p:txBody>
      </p:sp>
      <p:sp>
        <p:nvSpPr>
          <p:cNvPr id="11" name="Text 9"/>
          <p:cNvSpPr/>
          <p:nvPr/>
        </p:nvSpPr>
        <p:spPr>
          <a:xfrm>
            <a:off x="8229394" y="1037530"/>
            <a:ext cx="34543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Brand perception</a:t>
            </a:r>
            <a:endParaRPr lang="en-US" sz="1700" dirty="0"/>
          </a:p>
        </p:txBody>
      </p:sp>
      <p:sp>
        <p:nvSpPr>
          <p:cNvPr id="12" name="Text 10"/>
          <p:cNvSpPr/>
          <p:nvPr/>
        </p:nvSpPr>
        <p:spPr>
          <a:xfrm>
            <a:off x="8229394" y="1460401"/>
            <a:ext cx="3251119" cy="1493242"/>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An established, premium </a:t>
            </a:r>
            <a:r>
              <a:rPr lang="en-US" sz="1200" b="1" dirty="0">
                <a:solidFill>
                  <a:srgbClr val="000000"/>
                </a:solidFill>
                <a:latin typeface="Space Grotesk Bold" pitchFamily="34" charset="0"/>
                <a:ea typeface="Space Grotesk Bold" pitchFamily="34" charset="-122"/>
                <a:cs typeface="Space Grotesk Bold" pitchFamily="34" charset="-120"/>
              </a:rPr>
              <a:t>deep-tech and IoT-driven</a:t>
            </a:r>
            <a:r>
              <a:rPr lang="en-US" sz="1200" dirty="0">
                <a:solidFill>
                  <a:srgbClr val="000000"/>
                </a:solidFill>
                <a:latin typeface="Space Grotesk" pitchFamily="34" charset="0"/>
                <a:ea typeface="Space Grotesk" pitchFamily="34" charset="-122"/>
                <a:cs typeface="Space Grotesk" pitchFamily="34" charset="-120"/>
              </a:rPr>
              <a:t> agritech giant. Perceived as a highly sophisticated technology provider that optimizes water delivery using predictive data, remote monitoring and advanced solar analytics rather than just hardware setup.</a:t>
            </a:r>
            <a:endParaRPr lang="en-US" sz="1200" dirty="0"/>
          </a:p>
        </p:txBody>
      </p:sp>
      <p:sp>
        <p:nvSpPr>
          <p:cNvPr id="13" name="Shape 11"/>
          <p:cNvSpPr/>
          <p:nvPr/>
        </p:nvSpPr>
        <p:spPr>
          <a:xfrm>
            <a:off x="406390" y="3258443"/>
            <a:ext cx="3657509" cy="2434233"/>
          </a:xfrm>
          <a:prstGeom prst="roundRect">
            <a:avLst>
              <a:gd name="adj" fmla="val 8765"/>
            </a:avLst>
          </a:prstGeom>
          <a:solidFill>
            <a:srgbClr val="FBE3D3"/>
          </a:solidFill>
          <a:ln/>
        </p:spPr>
        <p:txBody>
          <a:bodyPr/>
          <a:lstStyle/>
          <a:p>
            <a:endParaRPr lang="en-IN"/>
          </a:p>
        </p:txBody>
      </p:sp>
      <p:sp>
        <p:nvSpPr>
          <p:cNvPr id="14" name="Text 12"/>
          <p:cNvSpPr/>
          <p:nvPr/>
        </p:nvSpPr>
        <p:spPr>
          <a:xfrm>
            <a:off x="609585" y="3410843"/>
            <a:ext cx="34543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Target keywords</a:t>
            </a:r>
            <a:endParaRPr lang="en-US" sz="1700" dirty="0"/>
          </a:p>
        </p:txBody>
      </p:sp>
      <p:sp>
        <p:nvSpPr>
          <p:cNvPr id="15" name="Text 13"/>
          <p:cNvSpPr/>
          <p:nvPr/>
        </p:nvSpPr>
        <p:spPr>
          <a:xfrm>
            <a:off x="609585" y="3833713"/>
            <a:ext cx="3251119" cy="1066602"/>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Competes heavily on keywords surrounding </a:t>
            </a:r>
            <a:r>
              <a:rPr lang="en-US" sz="1200" b="1" dirty="0">
                <a:solidFill>
                  <a:srgbClr val="000000"/>
                </a:solidFill>
                <a:latin typeface="Space Grotesk Bold" pitchFamily="34" charset="0"/>
                <a:ea typeface="Space Grotesk Bold" pitchFamily="34" charset="-122"/>
                <a:cs typeface="Space Grotesk Bold" pitchFamily="34" charset="-120"/>
              </a:rPr>
              <a:t>smart solar pumping controllers</a:t>
            </a:r>
            <a:r>
              <a:rPr lang="en-US" sz="1200" dirty="0">
                <a:solidFill>
                  <a:srgbClr val="000000"/>
                </a:solidFill>
                <a:latin typeface="Space Grotesk" pitchFamily="34" charset="0"/>
                <a:ea typeface="Space Grotesk" pitchFamily="34" charset="-122"/>
                <a:cs typeface="Space Grotesk" pitchFamily="34" charset="-120"/>
              </a:rPr>
              <a:t>, </a:t>
            </a:r>
            <a:r>
              <a:rPr lang="en-US" sz="1200" b="1" dirty="0">
                <a:solidFill>
                  <a:srgbClr val="000000"/>
                </a:solidFill>
                <a:latin typeface="Space Grotesk Bold" pitchFamily="34" charset="0"/>
                <a:ea typeface="Space Grotesk Bold" pitchFamily="34" charset="-122"/>
                <a:cs typeface="Space Grotesk Bold" pitchFamily="34" charset="-120"/>
              </a:rPr>
              <a:t>IoT irrigation monitoring</a:t>
            </a:r>
            <a:r>
              <a:rPr lang="en-US" sz="1200" dirty="0">
                <a:solidFill>
                  <a:srgbClr val="000000"/>
                </a:solidFill>
                <a:latin typeface="Space Grotesk" pitchFamily="34" charset="0"/>
                <a:ea typeface="Space Grotesk" pitchFamily="34" charset="-122"/>
                <a:cs typeface="Space Grotesk" pitchFamily="34" charset="-120"/>
              </a:rPr>
              <a:t>, </a:t>
            </a:r>
            <a:r>
              <a:rPr lang="en-US" sz="1200" b="1" dirty="0">
                <a:solidFill>
                  <a:srgbClr val="000000"/>
                </a:solidFill>
                <a:latin typeface="Space Grotesk Bold" pitchFamily="34" charset="0"/>
                <a:ea typeface="Space Grotesk Bold" pitchFamily="34" charset="-122"/>
                <a:cs typeface="Space Grotesk Bold" pitchFamily="34" charset="-120"/>
              </a:rPr>
              <a:t>solar micro-cold storage</a:t>
            </a:r>
            <a:r>
              <a:rPr lang="en-US" sz="1200" dirty="0">
                <a:solidFill>
                  <a:srgbClr val="000000"/>
                </a:solidFill>
                <a:latin typeface="Space Grotesk" pitchFamily="34" charset="0"/>
                <a:ea typeface="Space Grotesk" pitchFamily="34" charset="-122"/>
                <a:cs typeface="Space Grotesk" pitchFamily="34" charset="-120"/>
              </a:rPr>
              <a:t>, and </a:t>
            </a:r>
            <a:r>
              <a:rPr lang="en-US" sz="1200" b="1" dirty="0">
                <a:solidFill>
                  <a:srgbClr val="000000"/>
                </a:solidFill>
                <a:latin typeface="Space Grotesk Bold" pitchFamily="34" charset="0"/>
                <a:ea typeface="Space Grotesk Bold" pitchFamily="34" charset="-122"/>
                <a:cs typeface="Space Grotesk Bold" pitchFamily="34" charset="-120"/>
              </a:rPr>
              <a:t>PM Surya Ghar Yojana vendor network</a:t>
            </a:r>
            <a:r>
              <a:rPr lang="en-US" sz="1200" dirty="0">
                <a:solidFill>
                  <a:srgbClr val="000000"/>
                </a:solidFill>
                <a:latin typeface="Space Grotesk" pitchFamily="34" charset="0"/>
                <a:ea typeface="Space Grotesk" pitchFamily="34" charset="-122"/>
                <a:cs typeface="Space Grotesk" pitchFamily="34" charset="-120"/>
              </a:rPr>
              <a:t>.</a:t>
            </a:r>
            <a:endParaRPr lang="en-US" sz="1200" dirty="0"/>
          </a:p>
        </p:txBody>
      </p:sp>
      <p:sp>
        <p:nvSpPr>
          <p:cNvPr id="16" name="Shape 14"/>
          <p:cNvSpPr/>
          <p:nvPr/>
        </p:nvSpPr>
        <p:spPr>
          <a:xfrm>
            <a:off x="4216295" y="3258443"/>
            <a:ext cx="3657509" cy="2434233"/>
          </a:xfrm>
          <a:prstGeom prst="roundRect">
            <a:avLst>
              <a:gd name="adj" fmla="val 8765"/>
            </a:avLst>
          </a:prstGeom>
          <a:solidFill>
            <a:srgbClr val="F9B440"/>
          </a:solidFill>
          <a:ln/>
        </p:spPr>
        <p:txBody>
          <a:bodyPr/>
          <a:lstStyle/>
          <a:p>
            <a:endParaRPr lang="en-IN"/>
          </a:p>
        </p:txBody>
      </p:sp>
      <p:sp>
        <p:nvSpPr>
          <p:cNvPr id="17" name="Text 15"/>
          <p:cNvSpPr/>
          <p:nvPr/>
        </p:nvSpPr>
        <p:spPr>
          <a:xfrm>
            <a:off x="4419489" y="3410843"/>
            <a:ext cx="34543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Key strength</a:t>
            </a:r>
            <a:endParaRPr lang="en-US" sz="1700" dirty="0"/>
          </a:p>
        </p:txBody>
      </p:sp>
      <p:sp>
        <p:nvSpPr>
          <p:cNvPr id="18" name="Text 16"/>
          <p:cNvSpPr/>
          <p:nvPr/>
        </p:nvSpPr>
        <p:spPr>
          <a:xfrm>
            <a:off x="4419489" y="3833713"/>
            <a:ext cx="3251119" cy="1279922"/>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Advanced </a:t>
            </a:r>
            <a:r>
              <a:rPr lang="en-US" sz="1200" b="1" dirty="0">
                <a:solidFill>
                  <a:srgbClr val="000000"/>
                </a:solidFill>
                <a:latin typeface="Space Grotesk Bold" pitchFamily="34" charset="0"/>
                <a:ea typeface="Space Grotesk Bold" pitchFamily="34" charset="-122"/>
                <a:cs typeface="Space Grotesk Bold" pitchFamily="34" charset="-120"/>
              </a:rPr>
              <a:t>IoT and diagnostics stack</a:t>
            </a:r>
            <a:r>
              <a:rPr lang="en-US" sz="1200" dirty="0">
                <a:solidFill>
                  <a:srgbClr val="000000"/>
                </a:solidFill>
                <a:latin typeface="Space Grotesk" pitchFamily="34" charset="0"/>
                <a:ea typeface="Space Grotesk" pitchFamily="34" charset="-122"/>
                <a:cs typeface="Space Grotesk" pitchFamily="34" charset="-120"/>
              </a:rPr>
              <a:t>. Their pumps use predictive analytics to anticipate maintenance needs and optimize water yield. Strong institutional backing and deep penetration into the commercial B2B agritech supply chain.</a:t>
            </a:r>
            <a:endParaRPr lang="en-US" sz="1200" dirty="0"/>
          </a:p>
        </p:txBody>
      </p:sp>
      <p:sp>
        <p:nvSpPr>
          <p:cNvPr id="19" name="Shape 17"/>
          <p:cNvSpPr/>
          <p:nvPr/>
        </p:nvSpPr>
        <p:spPr>
          <a:xfrm>
            <a:off x="8026199" y="3258443"/>
            <a:ext cx="3657509" cy="2434233"/>
          </a:xfrm>
          <a:prstGeom prst="roundRect">
            <a:avLst>
              <a:gd name="adj" fmla="val 8765"/>
            </a:avLst>
          </a:prstGeom>
          <a:solidFill>
            <a:srgbClr val="FC9FA5"/>
          </a:solidFill>
          <a:ln/>
        </p:spPr>
        <p:txBody>
          <a:bodyPr/>
          <a:lstStyle/>
          <a:p>
            <a:endParaRPr lang="en-IN"/>
          </a:p>
        </p:txBody>
      </p:sp>
      <p:sp>
        <p:nvSpPr>
          <p:cNvPr id="20" name="Text 18"/>
          <p:cNvSpPr/>
          <p:nvPr/>
        </p:nvSpPr>
        <p:spPr>
          <a:xfrm>
            <a:off x="8229394" y="3410843"/>
            <a:ext cx="34543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Key weakness</a:t>
            </a:r>
            <a:endParaRPr lang="en-US" sz="1700" dirty="0"/>
          </a:p>
        </p:txBody>
      </p:sp>
      <p:sp>
        <p:nvSpPr>
          <p:cNvPr id="21" name="Text 19"/>
          <p:cNvSpPr/>
          <p:nvPr/>
        </p:nvSpPr>
        <p:spPr>
          <a:xfrm>
            <a:off x="8229394" y="3833713"/>
            <a:ext cx="3251119" cy="1706563"/>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Focuses primarily on asset ownership and technology deployment rather than purely decentralized, local community retail models. Their </a:t>
            </a:r>
            <a:r>
              <a:rPr lang="en-US" sz="1200" b="1" dirty="0">
                <a:solidFill>
                  <a:srgbClr val="000000"/>
                </a:solidFill>
                <a:latin typeface="Space Grotesk Bold" pitchFamily="34" charset="0"/>
                <a:ea typeface="Space Grotesk Bold" pitchFamily="34" charset="-122"/>
                <a:cs typeface="Space Grotesk Bold" pitchFamily="34" charset="-120"/>
              </a:rPr>
              <a:t>capital-intensive hardware solutions</a:t>
            </a:r>
            <a:r>
              <a:rPr lang="en-US" sz="1200" dirty="0">
                <a:solidFill>
                  <a:srgbClr val="000000"/>
                </a:solidFill>
                <a:latin typeface="Space Grotesk" pitchFamily="34" charset="0"/>
                <a:ea typeface="Space Grotesk" pitchFamily="34" charset="-122"/>
                <a:cs typeface="Space Grotesk" pitchFamily="34" charset="-120"/>
              </a:rPr>
              <a:t> require substantial up-front subsidies or enterprise financing, making direct adoption friction-filled for completely unbanked smallholders.</a:t>
            </a:r>
            <a:endParaRPr lang="en-US" sz="1200" dirty="0"/>
          </a:p>
        </p:txBody>
      </p:sp>
      <p:pic>
        <p:nvPicPr>
          <p:cNvPr id="23" name="Graphic 22" descr="Agriculture with solid fill">
            <a:extLst>
              <a:ext uri="{FF2B5EF4-FFF2-40B4-BE49-F238E27FC236}">
                <a16:creationId xmlns:a16="http://schemas.microsoft.com/office/drawing/2014/main" id="{B52794F6-4E39-F39A-0E2B-D558BE7C0F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754" y="5813326"/>
            <a:ext cx="1102659" cy="1022266"/>
          </a:xfrm>
          <a:prstGeom prst="rect">
            <a:avLst/>
          </a:prstGeom>
        </p:spPr>
      </p:pic>
      <p:pic>
        <p:nvPicPr>
          <p:cNvPr id="25" name="Graphic 24" descr="Agriculture with solid fill">
            <a:extLst>
              <a:ext uri="{FF2B5EF4-FFF2-40B4-BE49-F238E27FC236}">
                <a16:creationId xmlns:a16="http://schemas.microsoft.com/office/drawing/2014/main" id="{8A89FC59-2ACE-715F-1658-B7B85878E8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78803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406390" y="338899"/>
            <a:ext cx="1127731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Competitor analysis</a:t>
            </a:r>
            <a:endParaRPr lang="en-US" sz="3400" dirty="0"/>
          </a:p>
        </p:txBody>
      </p:sp>
      <p:sp>
        <p:nvSpPr>
          <p:cNvPr id="4" name="Shape 2"/>
          <p:cNvSpPr/>
          <p:nvPr/>
        </p:nvSpPr>
        <p:spPr>
          <a:xfrm>
            <a:off x="406390" y="885130"/>
            <a:ext cx="3657509" cy="2220913"/>
          </a:xfrm>
          <a:prstGeom prst="roundRect">
            <a:avLst>
              <a:gd name="adj" fmla="val 9607"/>
            </a:avLst>
          </a:prstGeom>
          <a:solidFill>
            <a:srgbClr val="FE829A"/>
          </a:solidFill>
          <a:ln/>
        </p:spPr>
        <p:txBody>
          <a:bodyPr/>
          <a:lstStyle/>
          <a:p>
            <a:endParaRPr lang="en-IN"/>
          </a:p>
        </p:txBody>
      </p:sp>
      <p:sp>
        <p:nvSpPr>
          <p:cNvPr id="5" name="Text 3"/>
          <p:cNvSpPr/>
          <p:nvPr/>
        </p:nvSpPr>
        <p:spPr>
          <a:xfrm>
            <a:off x="609585" y="1037530"/>
            <a:ext cx="3454314"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Competitor</a:t>
            </a:r>
            <a:endParaRPr lang="en-US" sz="1200" dirty="0"/>
          </a:p>
        </p:txBody>
      </p:sp>
      <p:sp>
        <p:nvSpPr>
          <p:cNvPr id="6" name="Text 4"/>
          <p:cNvSpPr/>
          <p:nvPr/>
        </p:nvSpPr>
        <p:spPr>
          <a:xfrm>
            <a:off x="609585" y="1371501"/>
            <a:ext cx="3454314" cy="533400"/>
          </a:xfrm>
          <a:prstGeom prst="rect">
            <a:avLst/>
          </a:prstGeom>
          <a:noFill/>
          <a:ln/>
        </p:spPr>
        <p:txBody>
          <a:bodyPr wrap="none" lIns="0" tIns="0" rIns="0" bIns="0" rtlCol="0" anchor="t"/>
          <a:lstStyle/>
          <a:p>
            <a:pPr marL="0" indent="0" algn="l">
              <a:lnSpc>
                <a:spcPct val="117000"/>
              </a:lnSpc>
              <a:buNone/>
            </a:pPr>
            <a:r>
              <a:rPr lang="en-US" sz="3000" b="1" dirty="0">
                <a:solidFill>
                  <a:srgbClr val="000000"/>
                </a:solidFill>
                <a:latin typeface="Space Grotesk Bold" pitchFamily="34" charset="0"/>
                <a:ea typeface="Space Grotesk Bold" pitchFamily="34" charset="-122"/>
                <a:cs typeface="Space Grotesk Bold" pitchFamily="34" charset="-120"/>
              </a:rPr>
              <a:t>AgriVijay</a:t>
            </a:r>
            <a:endParaRPr lang="en-US" sz="3000" dirty="0"/>
          </a:p>
        </p:txBody>
      </p:sp>
      <p:sp>
        <p:nvSpPr>
          <p:cNvPr id="7" name="Shape 5"/>
          <p:cNvSpPr/>
          <p:nvPr/>
        </p:nvSpPr>
        <p:spPr>
          <a:xfrm>
            <a:off x="4216295" y="885130"/>
            <a:ext cx="3657509" cy="2220913"/>
          </a:xfrm>
          <a:prstGeom prst="roundRect">
            <a:avLst>
              <a:gd name="adj" fmla="val 9607"/>
            </a:avLst>
          </a:prstGeom>
          <a:solidFill>
            <a:srgbClr val="F9B440"/>
          </a:solidFill>
          <a:ln/>
        </p:spPr>
        <p:txBody>
          <a:bodyPr/>
          <a:lstStyle/>
          <a:p>
            <a:endParaRPr lang="en-IN"/>
          </a:p>
        </p:txBody>
      </p:sp>
      <p:sp>
        <p:nvSpPr>
          <p:cNvPr id="8" name="Text 6"/>
          <p:cNvSpPr/>
          <p:nvPr/>
        </p:nvSpPr>
        <p:spPr>
          <a:xfrm>
            <a:off x="4419489" y="1037530"/>
            <a:ext cx="34543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Market reach</a:t>
            </a:r>
            <a:endParaRPr lang="en-US" sz="1700" dirty="0"/>
          </a:p>
        </p:txBody>
      </p:sp>
      <p:sp>
        <p:nvSpPr>
          <p:cNvPr id="9" name="Text 7"/>
          <p:cNvSpPr/>
          <p:nvPr/>
        </p:nvSpPr>
        <p:spPr>
          <a:xfrm>
            <a:off x="4419489" y="1460401"/>
            <a:ext cx="3251119" cy="1493242"/>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Rapidly expanding </a:t>
            </a:r>
            <a:r>
              <a:rPr lang="en-US" sz="1200" b="1" dirty="0">
                <a:solidFill>
                  <a:srgbClr val="000000"/>
                </a:solidFill>
                <a:latin typeface="Space Grotesk Bold" pitchFamily="34" charset="0"/>
                <a:ea typeface="Space Grotesk Bold" pitchFamily="34" charset="-122"/>
                <a:cs typeface="Space Grotesk Bold" pitchFamily="34" charset="-120"/>
              </a:rPr>
              <a:t>marketplace model</a:t>
            </a:r>
            <a:r>
              <a:rPr lang="en-US" sz="1200" dirty="0">
                <a:solidFill>
                  <a:srgbClr val="000000"/>
                </a:solidFill>
                <a:latin typeface="Space Grotesk" pitchFamily="34" charset="0"/>
                <a:ea typeface="Space Grotesk" pitchFamily="34" charset="-122"/>
                <a:cs typeface="Space Grotesk" pitchFamily="34" charset="-120"/>
              </a:rPr>
              <a:t> functioning as India's premier curated platform for renewable energy in agriculture. Operates through physical "AgriVijay Village Franchise" networks that bring multi-brand green energy tools directly to farm gates.</a:t>
            </a:r>
            <a:endParaRPr lang="en-US" sz="1200" dirty="0"/>
          </a:p>
        </p:txBody>
      </p:sp>
      <p:sp>
        <p:nvSpPr>
          <p:cNvPr id="10" name="Shape 8"/>
          <p:cNvSpPr/>
          <p:nvPr/>
        </p:nvSpPr>
        <p:spPr>
          <a:xfrm>
            <a:off x="8026199" y="885130"/>
            <a:ext cx="3657509" cy="2220913"/>
          </a:xfrm>
          <a:prstGeom prst="roundRect">
            <a:avLst>
              <a:gd name="adj" fmla="val 9607"/>
            </a:avLst>
          </a:prstGeom>
          <a:solidFill>
            <a:srgbClr val="FC9FA5"/>
          </a:solidFill>
          <a:ln/>
        </p:spPr>
        <p:txBody>
          <a:bodyPr/>
          <a:lstStyle/>
          <a:p>
            <a:endParaRPr lang="en-IN"/>
          </a:p>
        </p:txBody>
      </p:sp>
      <p:sp>
        <p:nvSpPr>
          <p:cNvPr id="11" name="Text 9"/>
          <p:cNvSpPr/>
          <p:nvPr/>
        </p:nvSpPr>
        <p:spPr>
          <a:xfrm>
            <a:off x="8229394" y="1037530"/>
            <a:ext cx="34543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Brand perception</a:t>
            </a:r>
            <a:endParaRPr lang="en-US" sz="1700" dirty="0"/>
          </a:p>
        </p:txBody>
      </p:sp>
      <p:sp>
        <p:nvSpPr>
          <p:cNvPr id="12" name="Text 10"/>
          <p:cNvSpPr/>
          <p:nvPr/>
        </p:nvSpPr>
        <p:spPr>
          <a:xfrm>
            <a:off x="8229394" y="1460401"/>
            <a:ext cx="3251119" cy="1279922"/>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Perceived as a farmer-centric, </a:t>
            </a:r>
            <a:r>
              <a:rPr lang="en-US" sz="1200" b="1" dirty="0">
                <a:solidFill>
                  <a:srgbClr val="000000"/>
                </a:solidFill>
                <a:latin typeface="Space Grotesk Bold" pitchFamily="34" charset="0"/>
                <a:ea typeface="Space Grotesk Bold" pitchFamily="34" charset="-122"/>
                <a:cs typeface="Space Grotesk Bold" pitchFamily="34" charset="-120"/>
              </a:rPr>
              <a:t>one-stop e-commerce and aggregation hub</a:t>
            </a:r>
            <a:r>
              <a:rPr lang="en-US" sz="1200" dirty="0">
                <a:solidFill>
                  <a:srgbClr val="000000"/>
                </a:solidFill>
                <a:latin typeface="Space Grotesk" pitchFamily="34" charset="0"/>
                <a:ea typeface="Space Grotesk" pitchFamily="34" charset="-122"/>
                <a:cs typeface="Space Grotesk" pitchFamily="34" charset="-120"/>
              </a:rPr>
              <a:t> for climate-smart infrastructure. Known for making clean-tech affordable by offering choice, rather than tying farmers to a single brand's technology.</a:t>
            </a:r>
            <a:endParaRPr lang="en-US" sz="1200" dirty="0"/>
          </a:p>
        </p:txBody>
      </p:sp>
      <p:sp>
        <p:nvSpPr>
          <p:cNvPr id="13" name="Shape 11"/>
          <p:cNvSpPr/>
          <p:nvPr/>
        </p:nvSpPr>
        <p:spPr>
          <a:xfrm>
            <a:off x="406390" y="3258443"/>
            <a:ext cx="3657509" cy="2220913"/>
          </a:xfrm>
          <a:prstGeom prst="roundRect">
            <a:avLst>
              <a:gd name="adj" fmla="val 9607"/>
            </a:avLst>
          </a:prstGeom>
          <a:solidFill>
            <a:srgbClr val="FBE3D3"/>
          </a:solidFill>
          <a:ln/>
        </p:spPr>
        <p:txBody>
          <a:bodyPr/>
          <a:lstStyle/>
          <a:p>
            <a:endParaRPr lang="en-IN"/>
          </a:p>
        </p:txBody>
      </p:sp>
      <p:sp>
        <p:nvSpPr>
          <p:cNvPr id="14" name="Text 12"/>
          <p:cNvSpPr/>
          <p:nvPr/>
        </p:nvSpPr>
        <p:spPr>
          <a:xfrm>
            <a:off x="609585" y="3410843"/>
            <a:ext cx="34543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Target keywords</a:t>
            </a:r>
            <a:endParaRPr lang="en-US" sz="1700" dirty="0"/>
          </a:p>
        </p:txBody>
      </p:sp>
      <p:sp>
        <p:nvSpPr>
          <p:cNvPr id="15" name="Text 13"/>
          <p:cNvSpPr/>
          <p:nvPr/>
        </p:nvSpPr>
        <p:spPr>
          <a:xfrm>
            <a:off x="609585" y="3833713"/>
            <a:ext cx="3251119" cy="853281"/>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Aggressively captures traffic for </a:t>
            </a:r>
            <a:r>
              <a:rPr lang="en-US" sz="1200" b="1" dirty="0">
                <a:solidFill>
                  <a:srgbClr val="000000"/>
                </a:solidFill>
                <a:latin typeface="Space Grotesk Bold" pitchFamily="34" charset="0"/>
                <a:ea typeface="Space Grotesk Bold" pitchFamily="34" charset="-122"/>
                <a:cs typeface="Space Grotesk Bold" pitchFamily="34" charset="-120"/>
              </a:rPr>
              <a:t>buy solar water pump online</a:t>
            </a:r>
            <a:r>
              <a:rPr lang="en-US" sz="1200" dirty="0">
                <a:solidFill>
                  <a:srgbClr val="000000"/>
                </a:solidFill>
                <a:latin typeface="Space Grotesk" pitchFamily="34" charset="0"/>
                <a:ea typeface="Space Grotesk" pitchFamily="34" charset="-122"/>
                <a:cs typeface="Space Grotesk" pitchFamily="34" charset="-120"/>
              </a:rPr>
              <a:t>, </a:t>
            </a:r>
            <a:r>
              <a:rPr lang="en-US" sz="1200" b="1" dirty="0">
                <a:solidFill>
                  <a:srgbClr val="000000"/>
                </a:solidFill>
                <a:latin typeface="Space Grotesk Bold" pitchFamily="34" charset="0"/>
                <a:ea typeface="Space Grotesk Bold" pitchFamily="34" charset="-122"/>
                <a:cs typeface="Space Grotesk Bold" pitchFamily="34" charset="-120"/>
              </a:rPr>
              <a:t>biogas digester price</a:t>
            </a:r>
            <a:r>
              <a:rPr lang="en-US" sz="1200" dirty="0">
                <a:solidFill>
                  <a:srgbClr val="000000"/>
                </a:solidFill>
                <a:latin typeface="Space Grotesk" pitchFamily="34" charset="0"/>
                <a:ea typeface="Space Grotesk" pitchFamily="34" charset="-122"/>
                <a:cs typeface="Space Grotesk" pitchFamily="34" charset="-120"/>
              </a:rPr>
              <a:t>, </a:t>
            </a:r>
            <a:r>
              <a:rPr lang="en-US" sz="1200" b="1" dirty="0">
                <a:solidFill>
                  <a:srgbClr val="000000"/>
                </a:solidFill>
                <a:latin typeface="Space Grotesk Bold" pitchFamily="34" charset="0"/>
                <a:ea typeface="Space Grotesk Bold" pitchFamily="34" charset="-122"/>
                <a:cs typeface="Space Grotesk Bold" pitchFamily="34" charset="-120"/>
              </a:rPr>
              <a:t>solar agricultural tools marketplace</a:t>
            </a:r>
            <a:r>
              <a:rPr lang="en-US" sz="1200" dirty="0">
                <a:solidFill>
                  <a:srgbClr val="000000"/>
                </a:solidFill>
                <a:latin typeface="Space Grotesk" pitchFamily="34" charset="0"/>
                <a:ea typeface="Space Grotesk" pitchFamily="34" charset="-122"/>
                <a:cs typeface="Space Grotesk" pitchFamily="34" charset="-120"/>
              </a:rPr>
              <a:t>, and </a:t>
            </a:r>
            <a:r>
              <a:rPr lang="en-US" sz="1200" b="1" dirty="0">
                <a:solidFill>
                  <a:srgbClr val="000000"/>
                </a:solidFill>
                <a:latin typeface="Space Grotesk Bold" pitchFamily="34" charset="0"/>
                <a:ea typeface="Space Grotesk Bold" pitchFamily="34" charset="-122"/>
                <a:cs typeface="Space Grotesk Bold" pitchFamily="34" charset="-120"/>
              </a:rPr>
              <a:t>farm-level renewable energy franchise</a:t>
            </a:r>
            <a:r>
              <a:rPr lang="en-US" sz="1200" dirty="0">
                <a:solidFill>
                  <a:srgbClr val="000000"/>
                </a:solidFill>
                <a:latin typeface="Space Grotesk" pitchFamily="34" charset="0"/>
                <a:ea typeface="Space Grotesk" pitchFamily="34" charset="-122"/>
                <a:cs typeface="Space Grotesk" pitchFamily="34" charset="-120"/>
              </a:rPr>
              <a:t>.</a:t>
            </a:r>
            <a:endParaRPr lang="en-US" sz="1200" dirty="0"/>
          </a:p>
        </p:txBody>
      </p:sp>
      <p:sp>
        <p:nvSpPr>
          <p:cNvPr id="16" name="Shape 14"/>
          <p:cNvSpPr/>
          <p:nvPr/>
        </p:nvSpPr>
        <p:spPr>
          <a:xfrm>
            <a:off x="4216295" y="3258443"/>
            <a:ext cx="3657509" cy="2220913"/>
          </a:xfrm>
          <a:prstGeom prst="roundRect">
            <a:avLst>
              <a:gd name="adj" fmla="val 9607"/>
            </a:avLst>
          </a:prstGeom>
          <a:solidFill>
            <a:srgbClr val="F9B440"/>
          </a:solidFill>
          <a:ln/>
        </p:spPr>
        <p:txBody>
          <a:bodyPr/>
          <a:lstStyle/>
          <a:p>
            <a:endParaRPr lang="en-IN"/>
          </a:p>
        </p:txBody>
      </p:sp>
      <p:sp>
        <p:nvSpPr>
          <p:cNvPr id="17" name="Text 15"/>
          <p:cNvSpPr/>
          <p:nvPr/>
        </p:nvSpPr>
        <p:spPr>
          <a:xfrm>
            <a:off x="4419489" y="3410843"/>
            <a:ext cx="34543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Key strength</a:t>
            </a:r>
            <a:endParaRPr lang="en-US" sz="1700" dirty="0"/>
          </a:p>
        </p:txBody>
      </p:sp>
      <p:sp>
        <p:nvSpPr>
          <p:cNvPr id="18" name="Text 16"/>
          <p:cNvSpPr/>
          <p:nvPr/>
        </p:nvSpPr>
        <p:spPr>
          <a:xfrm>
            <a:off x="4419489" y="3833713"/>
            <a:ext cx="3251119" cy="1493242"/>
          </a:xfrm>
          <a:prstGeom prst="rect">
            <a:avLst/>
          </a:prstGeom>
          <a:noFill/>
          <a:ln/>
        </p:spPr>
        <p:txBody>
          <a:bodyPr wrap="square" lIns="0" tIns="0" rIns="0" bIns="0" rtlCol="0" anchor="t">
            <a:normAutofit/>
          </a:bodyPr>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Aggregated asset portfolio</a:t>
            </a:r>
            <a:r>
              <a:rPr lang="en-US" sz="1200" dirty="0">
                <a:solidFill>
                  <a:srgbClr val="000000"/>
                </a:solidFill>
                <a:latin typeface="Space Grotesk" pitchFamily="34" charset="0"/>
                <a:ea typeface="Space Grotesk" pitchFamily="34" charset="-122"/>
                <a:cs typeface="Space Grotesk" pitchFamily="34" charset="-120"/>
              </a:rPr>
              <a:t>. Instead of building proprietary pumps, they retail equipment from various top manufacturers, allowing flexible horsepower solutions (1 HP to 10 HP) bundled with financial credit options and end-to-end installation services.</a:t>
            </a:r>
            <a:endParaRPr lang="en-US" sz="1200" dirty="0"/>
          </a:p>
        </p:txBody>
      </p:sp>
      <p:sp>
        <p:nvSpPr>
          <p:cNvPr id="19" name="Shape 17"/>
          <p:cNvSpPr/>
          <p:nvPr/>
        </p:nvSpPr>
        <p:spPr>
          <a:xfrm>
            <a:off x="8026199" y="3258443"/>
            <a:ext cx="3657509" cy="2220913"/>
          </a:xfrm>
          <a:prstGeom prst="roundRect">
            <a:avLst>
              <a:gd name="adj" fmla="val 9607"/>
            </a:avLst>
          </a:prstGeom>
          <a:solidFill>
            <a:srgbClr val="FC9FA5"/>
          </a:solidFill>
          <a:ln/>
        </p:spPr>
        <p:txBody>
          <a:bodyPr/>
          <a:lstStyle/>
          <a:p>
            <a:endParaRPr lang="en-IN"/>
          </a:p>
        </p:txBody>
      </p:sp>
      <p:sp>
        <p:nvSpPr>
          <p:cNvPr id="20" name="Text 18"/>
          <p:cNvSpPr/>
          <p:nvPr/>
        </p:nvSpPr>
        <p:spPr>
          <a:xfrm>
            <a:off x="8229394" y="3410843"/>
            <a:ext cx="34543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Key weakness</a:t>
            </a:r>
            <a:endParaRPr lang="en-US" sz="1700" dirty="0"/>
          </a:p>
        </p:txBody>
      </p:sp>
      <p:sp>
        <p:nvSpPr>
          <p:cNvPr id="21" name="Text 19"/>
          <p:cNvSpPr/>
          <p:nvPr/>
        </p:nvSpPr>
        <p:spPr>
          <a:xfrm>
            <a:off x="8229394" y="3833713"/>
            <a:ext cx="3251119" cy="1493242"/>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Lacks a unified "pay-per-use" localized asset service model like Oorja's flagship framework. Because they primarily drive asset sales, the barrier to entry remains reliant on the smallholder's capability to take on a loan or purchase the asset outright.</a:t>
            </a:r>
            <a:endParaRPr lang="en-US" sz="1200" dirty="0"/>
          </a:p>
        </p:txBody>
      </p:sp>
      <p:pic>
        <p:nvPicPr>
          <p:cNvPr id="23" name="Graphic 22" descr="Agriculture with solid fill">
            <a:extLst>
              <a:ext uri="{FF2B5EF4-FFF2-40B4-BE49-F238E27FC236}">
                <a16:creationId xmlns:a16="http://schemas.microsoft.com/office/drawing/2014/main" id="{79EBC5B2-3976-07CE-5755-5639BFF60B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78803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406390" y="338899"/>
            <a:ext cx="1127731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Competitor analysis</a:t>
            </a:r>
            <a:endParaRPr lang="en-US" sz="3400" dirty="0"/>
          </a:p>
        </p:txBody>
      </p:sp>
      <p:sp>
        <p:nvSpPr>
          <p:cNvPr id="4" name="Shape 2"/>
          <p:cNvSpPr/>
          <p:nvPr/>
        </p:nvSpPr>
        <p:spPr>
          <a:xfrm>
            <a:off x="406390" y="885130"/>
            <a:ext cx="3657509" cy="2220913"/>
          </a:xfrm>
          <a:prstGeom prst="roundRect">
            <a:avLst>
              <a:gd name="adj" fmla="val 9607"/>
            </a:avLst>
          </a:prstGeom>
          <a:solidFill>
            <a:srgbClr val="FE829A"/>
          </a:solidFill>
          <a:ln/>
        </p:spPr>
        <p:txBody>
          <a:bodyPr/>
          <a:lstStyle/>
          <a:p>
            <a:endParaRPr lang="en-IN"/>
          </a:p>
        </p:txBody>
      </p:sp>
      <p:sp>
        <p:nvSpPr>
          <p:cNvPr id="5" name="Text 3"/>
          <p:cNvSpPr/>
          <p:nvPr/>
        </p:nvSpPr>
        <p:spPr>
          <a:xfrm>
            <a:off x="609585" y="1037530"/>
            <a:ext cx="3454314" cy="213320"/>
          </a:xfrm>
          <a:prstGeom prst="rect">
            <a:avLst/>
          </a:prstGeom>
          <a:noFill/>
          <a:ln/>
        </p:spPr>
        <p:txBody>
          <a:bodyPr wrap="none" lIns="0" tIns="0" rIns="0" bIns="0" rtlCol="0" anchor="t"/>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Competitor</a:t>
            </a:r>
            <a:endParaRPr lang="en-US" sz="1200" dirty="0"/>
          </a:p>
        </p:txBody>
      </p:sp>
      <p:sp>
        <p:nvSpPr>
          <p:cNvPr id="6" name="Text 4"/>
          <p:cNvSpPr/>
          <p:nvPr/>
        </p:nvSpPr>
        <p:spPr>
          <a:xfrm>
            <a:off x="609585" y="1371501"/>
            <a:ext cx="3454314" cy="533400"/>
          </a:xfrm>
          <a:prstGeom prst="rect">
            <a:avLst/>
          </a:prstGeom>
          <a:noFill/>
          <a:ln/>
        </p:spPr>
        <p:txBody>
          <a:bodyPr wrap="none" lIns="0" tIns="0" rIns="0" bIns="0" rtlCol="0" anchor="t"/>
          <a:lstStyle/>
          <a:p>
            <a:pPr marL="0" indent="0" algn="l">
              <a:lnSpc>
                <a:spcPct val="117000"/>
              </a:lnSpc>
              <a:buNone/>
            </a:pPr>
            <a:r>
              <a:rPr lang="en-US" sz="3000" b="1" dirty="0">
                <a:solidFill>
                  <a:srgbClr val="000000"/>
                </a:solidFill>
                <a:latin typeface="Space Grotesk Bold" pitchFamily="34" charset="0"/>
                <a:ea typeface="Space Grotesk Bold" pitchFamily="34" charset="-122"/>
                <a:cs typeface="Space Grotesk Bold" pitchFamily="34" charset="-120"/>
              </a:rPr>
              <a:t>Khethworks</a:t>
            </a:r>
            <a:endParaRPr lang="en-US" sz="3000" dirty="0"/>
          </a:p>
        </p:txBody>
      </p:sp>
      <p:sp>
        <p:nvSpPr>
          <p:cNvPr id="7" name="Shape 5"/>
          <p:cNvSpPr/>
          <p:nvPr/>
        </p:nvSpPr>
        <p:spPr>
          <a:xfrm>
            <a:off x="4216295" y="885130"/>
            <a:ext cx="3657509" cy="2220913"/>
          </a:xfrm>
          <a:prstGeom prst="roundRect">
            <a:avLst>
              <a:gd name="adj" fmla="val 9607"/>
            </a:avLst>
          </a:prstGeom>
          <a:solidFill>
            <a:srgbClr val="F9B440"/>
          </a:solidFill>
          <a:ln/>
        </p:spPr>
        <p:txBody>
          <a:bodyPr/>
          <a:lstStyle/>
          <a:p>
            <a:endParaRPr lang="en-IN"/>
          </a:p>
        </p:txBody>
      </p:sp>
      <p:sp>
        <p:nvSpPr>
          <p:cNvPr id="8" name="Text 6"/>
          <p:cNvSpPr/>
          <p:nvPr/>
        </p:nvSpPr>
        <p:spPr>
          <a:xfrm>
            <a:off x="4419489" y="1037530"/>
            <a:ext cx="34543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Market reach</a:t>
            </a:r>
            <a:endParaRPr lang="en-US" sz="1700" dirty="0"/>
          </a:p>
        </p:txBody>
      </p:sp>
      <p:sp>
        <p:nvSpPr>
          <p:cNvPr id="9" name="Text 7"/>
          <p:cNvSpPr/>
          <p:nvPr/>
        </p:nvSpPr>
        <p:spPr>
          <a:xfrm>
            <a:off x="4419489" y="1460401"/>
            <a:ext cx="3251119" cy="1279922"/>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Strategic hyper-local focus targeting </a:t>
            </a:r>
            <a:r>
              <a:rPr lang="en-US" sz="1200" b="1" dirty="0">
                <a:solidFill>
                  <a:srgbClr val="000000"/>
                </a:solidFill>
                <a:latin typeface="Space Grotesk Bold" pitchFamily="34" charset="0"/>
                <a:ea typeface="Space Grotesk Bold" pitchFamily="34" charset="-122"/>
                <a:cs typeface="Space Grotesk Bold" pitchFamily="34" charset="-120"/>
              </a:rPr>
              <a:t>smallholder and marginal farmers</a:t>
            </a:r>
            <a:r>
              <a:rPr lang="en-US" sz="1200" dirty="0">
                <a:solidFill>
                  <a:srgbClr val="000000"/>
                </a:solidFill>
                <a:latin typeface="Space Grotesk" pitchFamily="34" charset="0"/>
                <a:ea typeface="Space Grotesk" pitchFamily="34" charset="-122"/>
                <a:cs typeface="Space Grotesk" pitchFamily="34" charset="-120"/>
              </a:rPr>
              <a:t> across eastern India (primarily West Bengal, Odisha, and Bihar). Built to optimize micro-plots where traditional, massive solar systems are non-viable.</a:t>
            </a:r>
            <a:endParaRPr lang="en-US" sz="1200" dirty="0"/>
          </a:p>
        </p:txBody>
      </p:sp>
      <p:sp>
        <p:nvSpPr>
          <p:cNvPr id="10" name="Shape 8"/>
          <p:cNvSpPr/>
          <p:nvPr/>
        </p:nvSpPr>
        <p:spPr>
          <a:xfrm>
            <a:off x="8026199" y="885130"/>
            <a:ext cx="3657509" cy="2220913"/>
          </a:xfrm>
          <a:prstGeom prst="roundRect">
            <a:avLst>
              <a:gd name="adj" fmla="val 9607"/>
            </a:avLst>
          </a:prstGeom>
          <a:solidFill>
            <a:srgbClr val="FC9FA5"/>
          </a:solidFill>
          <a:ln/>
        </p:spPr>
        <p:txBody>
          <a:bodyPr/>
          <a:lstStyle/>
          <a:p>
            <a:endParaRPr lang="en-IN"/>
          </a:p>
        </p:txBody>
      </p:sp>
      <p:sp>
        <p:nvSpPr>
          <p:cNvPr id="11" name="Text 9"/>
          <p:cNvSpPr/>
          <p:nvPr/>
        </p:nvSpPr>
        <p:spPr>
          <a:xfrm>
            <a:off x="8229394" y="1037530"/>
            <a:ext cx="34543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Brand perception</a:t>
            </a:r>
            <a:endParaRPr lang="en-US" sz="1700" dirty="0"/>
          </a:p>
        </p:txBody>
      </p:sp>
      <p:sp>
        <p:nvSpPr>
          <p:cNvPr id="12" name="Text 10"/>
          <p:cNvSpPr/>
          <p:nvPr/>
        </p:nvSpPr>
        <p:spPr>
          <a:xfrm>
            <a:off x="8229394" y="1460401"/>
            <a:ext cx="3251119" cy="1493242"/>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Recognized as a specialized, </a:t>
            </a:r>
            <a:r>
              <a:rPr lang="en-US" sz="1200" b="1" dirty="0">
                <a:solidFill>
                  <a:srgbClr val="000000"/>
                </a:solidFill>
                <a:latin typeface="Space Grotesk Bold" pitchFamily="34" charset="0"/>
                <a:ea typeface="Space Grotesk Bold" pitchFamily="34" charset="-122"/>
                <a:cs typeface="Space Grotesk Bold" pitchFamily="34" charset="-120"/>
              </a:rPr>
              <a:t>highly efficient hardware innovator</a:t>
            </a:r>
            <a:r>
              <a:rPr lang="en-US" sz="1200" dirty="0">
                <a:solidFill>
                  <a:srgbClr val="000000"/>
                </a:solidFill>
                <a:latin typeface="Space Grotesk" pitchFamily="34" charset="0"/>
                <a:ea typeface="Space Grotesk" pitchFamily="34" charset="-122"/>
                <a:cs typeface="Space Grotesk" pitchFamily="34" charset="-120"/>
              </a:rPr>
              <a:t> born out of MIT research. Perceived as an empathetic engineering brand that builds lightweight, ultra-portable systems tailored precisely for the regional geography of fragmented land plots.</a:t>
            </a:r>
            <a:endParaRPr lang="en-US" sz="1200" dirty="0"/>
          </a:p>
        </p:txBody>
      </p:sp>
      <p:sp>
        <p:nvSpPr>
          <p:cNvPr id="13" name="Shape 11"/>
          <p:cNvSpPr/>
          <p:nvPr/>
        </p:nvSpPr>
        <p:spPr>
          <a:xfrm>
            <a:off x="406390" y="3258443"/>
            <a:ext cx="3657509" cy="2220913"/>
          </a:xfrm>
          <a:prstGeom prst="roundRect">
            <a:avLst>
              <a:gd name="adj" fmla="val 9607"/>
            </a:avLst>
          </a:prstGeom>
          <a:solidFill>
            <a:srgbClr val="FBE3D3"/>
          </a:solidFill>
          <a:ln/>
        </p:spPr>
        <p:txBody>
          <a:bodyPr/>
          <a:lstStyle/>
          <a:p>
            <a:endParaRPr lang="en-IN"/>
          </a:p>
        </p:txBody>
      </p:sp>
      <p:sp>
        <p:nvSpPr>
          <p:cNvPr id="14" name="Text 12"/>
          <p:cNvSpPr/>
          <p:nvPr/>
        </p:nvSpPr>
        <p:spPr>
          <a:xfrm>
            <a:off x="609585" y="3410843"/>
            <a:ext cx="34543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Target keywords</a:t>
            </a:r>
            <a:endParaRPr lang="en-US" sz="1700" dirty="0"/>
          </a:p>
        </p:txBody>
      </p:sp>
      <p:sp>
        <p:nvSpPr>
          <p:cNvPr id="15" name="Text 13"/>
          <p:cNvSpPr/>
          <p:nvPr/>
        </p:nvSpPr>
        <p:spPr>
          <a:xfrm>
            <a:off x="609585" y="3833713"/>
            <a:ext cx="3251119" cy="853281"/>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Ranks for </a:t>
            </a:r>
            <a:r>
              <a:rPr lang="en-US" sz="1200" b="1" dirty="0">
                <a:solidFill>
                  <a:srgbClr val="000000"/>
                </a:solidFill>
                <a:latin typeface="Space Grotesk Bold" pitchFamily="34" charset="0"/>
                <a:ea typeface="Space Grotesk Bold" pitchFamily="34" charset="-122"/>
                <a:cs typeface="Space Grotesk Bold" pitchFamily="34" charset="-120"/>
              </a:rPr>
              <a:t>portable solar pumps for small farmers</a:t>
            </a:r>
            <a:r>
              <a:rPr lang="en-US" sz="1200" dirty="0">
                <a:solidFill>
                  <a:srgbClr val="000000"/>
                </a:solidFill>
                <a:latin typeface="Space Grotesk" pitchFamily="34" charset="0"/>
                <a:ea typeface="Space Grotesk" pitchFamily="34" charset="-122"/>
                <a:cs typeface="Space Grotesk" pitchFamily="34" charset="-120"/>
              </a:rPr>
              <a:t>, </a:t>
            </a:r>
            <a:r>
              <a:rPr lang="en-US" sz="1200" b="1" dirty="0">
                <a:solidFill>
                  <a:srgbClr val="000000"/>
                </a:solidFill>
                <a:latin typeface="Space Grotesk Bold" pitchFamily="34" charset="0"/>
                <a:ea typeface="Space Grotesk Bold" pitchFamily="34" charset="-122"/>
                <a:cs typeface="Space Grotesk Bold" pitchFamily="34" charset="-120"/>
              </a:rPr>
              <a:t>lightweight solar irrigation</a:t>
            </a:r>
            <a:r>
              <a:rPr lang="en-US" sz="1200" dirty="0">
                <a:solidFill>
                  <a:srgbClr val="000000"/>
                </a:solidFill>
                <a:latin typeface="Space Grotesk" pitchFamily="34" charset="0"/>
                <a:ea typeface="Space Grotesk" pitchFamily="34" charset="-122"/>
                <a:cs typeface="Space Grotesk" pitchFamily="34" charset="-120"/>
              </a:rPr>
              <a:t>, </a:t>
            </a:r>
            <a:r>
              <a:rPr lang="en-US" sz="1200" b="1" dirty="0">
                <a:solidFill>
                  <a:srgbClr val="000000"/>
                </a:solidFill>
                <a:latin typeface="Space Grotesk Bold" pitchFamily="34" charset="0"/>
                <a:ea typeface="Space Grotesk Bold" pitchFamily="34" charset="-122"/>
                <a:cs typeface="Space Grotesk Bold" pitchFamily="34" charset="-120"/>
              </a:rPr>
              <a:t>affordable openwell solar pumps</a:t>
            </a:r>
            <a:r>
              <a:rPr lang="en-US" sz="1200" dirty="0">
                <a:solidFill>
                  <a:srgbClr val="000000"/>
                </a:solidFill>
                <a:latin typeface="Space Grotesk" pitchFamily="34" charset="0"/>
                <a:ea typeface="Space Grotesk" pitchFamily="34" charset="-122"/>
                <a:cs typeface="Space Grotesk" pitchFamily="34" charset="-120"/>
              </a:rPr>
              <a:t>, and </a:t>
            </a:r>
            <a:r>
              <a:rPr lang="en-US" sz="1200" b="1" dirty="0">
                <a:solidFill>
                  <a:srgbClr val="000000"/>
                </a:solidFill>
                <a:latin typeface="Space Grotesk Bold" pitchFamily="34" charset="0"/>
                <a:ea typeface="Space Grotesk Bold" pitchFamily="34" charset="-122"/>
                <a:cs typeface="Space Grotesk Bold" pitchFamily="34" charset="-120"/>
              </a:rPr>
              <a:t>smallholder year-round cultivation</a:t>
            </a:r>
            <a:r>
              <a:rPr lang="en-US" sz="1200" dirty="0">
                <a:solidFill>
                  <a:srgbClr val="000000"/>
                </a:solidFill>
                <a:latin typeface="Space Grotesk" pitchFamily="34" charset="0"/>
                <a:ea typeface="Space Grotesk" pitchFamily="34" charset="-122"/>
                <a:cs typeface="Space Grotesk" pitchFamily="34" charset="-120"/>
              </a:rPr>
              <a:t>.</a:t>
            </a:r>
            <a:endParaRPr lang="en-US" sz="1200" dirty="0"/>
          </a:p>
        </p:txBody>
      </p:sp>
      <p:sp>
        <p:nvSpPr>
          <p:cNvPr id="16" name="Shape 14"/>
          <p:cNvSpPr/>
          <p:nvPr/>
        </p:nvSpPr>
        <p:spPr>
          <a:xfrm>
            <a:off x="4216295" y="3258443"/>
            <a:ext cx="3657509" cy="2220913"/>
          </a:xfrm>
          <a:prstGeom prst="roundRect">
            <a:avLst>
              <a:gd name="adj" fmla="val 9607"/>
            </a:avLst>
          </a:prstGeom>
          <a:solidFill>
            <a:srgbClr val="F9B440"/>
          </a:solidFill>
          <a:ln/>
        </p:spPr>
        <p:txBody>
          <a:bodyPr/>
          <a:lstStyle/>
          <a:p>
            <a:endParaRPr lang="en-IN"/>
          </a:p>
        </p:txBody>
      </p:sp>
      <p:sp>
        <p:nvSpPr>
          <p:cNvPr id="17" name="Text 15"/>
          <p:cNvSpPr/>
          <p:nvPr/>
        </p:nvSpPr>
        <p:spPr>
          <a:xfrm>
            <a:off x="4419489" y="3410843"/>
            <a:ext cx="34543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Key strength</a:t>
            </a:r>
            <a:endParaRPr lang="en-US" sz="1700" dirty="0"/>
          </a:p>
        </p:txBody>
      </p:sp>
      <p:sp>
        <p:nvSpPr>
          <p:cNvPr id="18" name="Text 16"/>
          <p:cNvSpPr/>
          <p:nvPr/>
        </p:nvSpPr>
        <p:spPr>
          <a:xfrm>
            <a:off x="4419489" y="3833713"/>
            <a:ext cx="3251119" cy="1279922"/>
          </a:xfrm>
          <a:prstGeom prst="rect">
            <a:avLst/>
          </a:prstGeom>
          <a:noFill/>
          <a:ln/>
        </p:spPr>
        <p:txBody>
          <a:bodyPr wrap="square" lIns="0" tIns="0" rIns="0" bIns="0" rtlCol="0" anchor="t">
            <a:normAutofit/>
          </a:bodyPr>
          <a:lstStyle/>
          <a:p>
            <a:pPr marL="0" indent="0" algn="l">
              <a:lnSpc>
                <a:spcPct val="117000"/>
              </a:lnSpc>
              <a:buNone/>
            </a:pPr>
            <a:r>
              <a:rPr lang="en-US" sz="1200" b="1" dirty="0">
                <a:solidFill>
                  <a:srgbClr val="000000"/>
                </a:solidFill>
                <a:latin typeface="Space Grotesk Bold" pitchFamily="34" charset="0"/>
                <a:ea typeface="Space Grotesk Bold" pitchFamily="34" charset="-122"/>
                <a:cs typeface="Space Grotesk Bold" pitchFamily="34" charset="-120"/>
              </a:rPr>
              <a:t>Unmatched portability and low-voltage efficiency</a:t>
            </a:r>
            <a:r>
              <a:rPr lang="en-US" sz="1200" dirty="0">
                <a:solidFill>
                  <a:srgbClr val="000000"/>
                </a:solidFill>
                <a:latin typeface="Space Grotesk" pitchFamily="34" charset="0"/>
                <a:ea typeface="Space Grotesk" pitchFamily="34" charset="-122"/>
                <a:cs typeface="Space Grotesk" pitchFamily="34" charset="-120"/>
              </a:rPr>
              <a:t>. Their flagship pumps are light enough to be carried by hand to field boundaries and can run off small, flexible solar arrays, bypassing the need for heavy stationary structures or tractor towing.</a:t>
            </a:r>
            <a:endParaRPr lang="en-US" sz="1200" dirty="0"/>
          </a:p>
        </p:txBody>
      </p:sp>
      <p:sp>
        <p:nvSpPr>
          <p:cNvPr id="19" name="Shape 17"/>
          <p:cNvSpPr/>
          <p:nvPr/>
        </p:nvSpPr>
        <p:spPr>
          <a:xfrm>
            <a:off x="8026199" y="3258443"/>
            <a:ext cx="3657509" cy="2220913"/>
          </a:xfrm>
          <a:prstGeom prst="roundRect">
            <a:avLst>
              <a:gd name="adj" fmla="val 9607"/>
            </a:avLst>
          </a:prstGeom>
          <a:solidFill>
            <a:srgbClr val="FC9FA5"/>
          </a:solidFill>
          <a:ln/>
        </p:spPr>
        <p:txBody>
          <a:bodyPr/>
          <a:lstStyle/>
          <a:p>
            <a:endParaRPr lang="en-IN"/>
          </a:p>
        </p:txBody>
      </p:sp>
      <p:sp>
        <p:nvSpPr>
          <p:cNvPr id="20" name="Text 18"/>
          <p:cNvSpPr/>
          <p:nvPr/>
        </p:nvSpPr>
        <p:spPr>
          <a:xfrm>
            <a:off x="8229394" y="3410843"/>
            <a:ext cx="3454314" cy="302220"/>
          </a:xfrm>
          <a:prstGeom prst="rect">
            <a:avLst/>
          </a:prstGeom>
          <a:noFill/>
          <a:ln/>
        </p:spPr>
        <p:txBody>
          <a:bodyPr wrap="none" lIns="0" tIns="0" rIns="0" bIns="0" rtlCol="0" anchor="t"/>
          <a:lstStyle/>
          <a:p>
            <a:pPr marL="0" indent="0" algn="l">
              <a:lnSpc>
                <a:spcPct val="117000"/>
              </a:lnSpc>
              <a:buNone/>
            </a:pPr>
            <a:r>
              <a:rPr lang="en-US" sz="1700" b="1" dirty="0">
                <a:solidFill>
                  <a:srgbClr val="000000"/>
                </a:solidFill>
                <a:latin typeface="Space Grotesk Bold" pitchFamily="34" charset="0"/>
                <a:ea typeface="Space Grotesk Bold" pitchFamily="34" charset="-122"/>
                <a:cs typeface="Space Grotesk Bold" pitchFamily="34" charset="-120"/>
              </a:rPr>
              <a:t>Key weakness</a:t>
            </a:r>
            <a:endParaRPr lang="en-US" sz="1700" dirty="0"/>
          </a:p>
        </p:txBody>
      </p:sp>
      <p:sp>
        <p:nvSpPr>
          <p:cNvPr id="21" name="Text 19"/>
          <p:cNvSpPr/>
          <p:nvPr/>
        </p:nvSpPr>
        <p:spPr>
          <a:xfrm>
            <a:off x="8229394" y="3833713"/>
            <a:ext cx="3251119" cy="1493242"/>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Limited product diversification and lower market footprint compared to diversified clean-tech giants. They focus squarely on localized, small-scale surface water pumping, leaving a gap in deep groundwater extraction or large-scale community distribution infrastructures.</a:t>
            </a:r>
            <a:endParaRPr lang="en-US" sz="1200" dirty="0"/>
          </a:p>
        </p:txBody>
      </p:sp>
      <p:pic>
        <p:nvPicPr>
          <p:cNvPr id="23" name="Graphic 22" descr="Agriculture with solid fill">
            <a:extLst>
              <a:ext uri="{FF2B5EF4-FFF2-40B4-BE49-F238E27FC236}">
                <a16:creationId xmlns:a16="http://schemas.microsoft.com/office/drawing/2014/main" id="{D2F72A0D-76D0-533B-0ACE-30B0B7F34E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78803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91695" cy="6858000"/>
          </a:xfrm>
          <a:prstGeom prst="roundRect">
            <a:avLst>
              <a:gd name="adj" fmla="val 444"/>
            </a:avLst>
          </a:prstGeom>
          <a:solidFill>
            <a:schemeClr val="accent4">
              <a:lumMod val="40000"/>
              <a:lumOff val="60000"/>
            </a:schemeClr>
          </a:solidFill>
          <a:ln/>
        </p:spPr>
        <p:txBody>
          <a:bodyPr/>
          <a:lstStyle/>
          <a:p>
            <a:endParaRPr lang="en-IN"/>
          </a:p>
        </p:txBody>
      </p:sp>
      <p:sp>
        <p:nvSpPr>
          <p:cNvPr id="3" name="Text 1"/>
          <p:cNvSpPr/>
          <p:nvPr/>
        </p:nvSpPr>
        <p:spPr>
          <a:xfrm>
            <a:off x="1193770" y="1321117"/>
            <a:ext cx="3555911"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Section</a:t>
            </a:r>
            <a:endParaRPr lang="en-US" sz="1600" dirty="0"/>
          </a:p>
        </p:txBody>
      </p:sp>
      <p:sp>
        <p:nvSpPr>
          <p:cNvPr id="4" name="Shape 2"/>
          <p:cNvSpPr/>
          <p:nvPr/>
        </p:nvSpPr>
        <p:spPr>
          <a:xfrm>
            <a:off x="1142971" y="1905000"/>
            <a:ext cx="9905752" cy="3048000"/>
          </a:xfrm>
          <a:prstGeom prst="roundRect">
            <a:avLst>
              <a:gd name="adj" fmla="val 19999"/>
            </a:avLst>
          </a:prstGeom>
          <a:solidFill>
            <a:srgbClr val="FE829A"/>
          </a:solidFill>
          <a:ln/>
        </p:spPr>
        <p:txBody>
          <a:bodyPr/>
          <a:lstStyle/>
          <a:p>
            <a:endParaRPr lang="en-IN"/>
          </a:p>
        </p:txBody>
      </p:sp>
      <p:sp>
        <p:nvSpPr>
          <p:cNvPr id="5" name="Shape 3"/>
          <p:cNvSpPr/>
          <p:nvPr/>
        </p:nvSpPr>
        <p:spPr>
          <a:xfrm>
            <a:off x="8127797" y="1422400"/>
            <a:ext cx="2412940" cy="711200"/>
          </a:xfrm>
          <a:prstGeom prst="roundRect">
            <a:avLst>
              <a:gd name="adj" fmla="val 49999"/>
            </a:avLst>
          </a:prstGeom>
          <a:solidFill>
            <a:srgbClr val="F9B440"/>
          </a:solidFill>
          <a:ln/>
        </p:spPr>
        <p:txBody>
          <a:bodyPr/>
          <a:lstStyle/>
          <a:p>
            <a:endParaRPr lang="en-IN"/>
          </a:p>
        </p:txBody>
      </p:sp>
      <p:sp>
        <p:nvSpPr>
          <p:cNvPr id="6" name="Shape 4"/>
          <p:cNvSpPr/>
          <p:nvPr/>
        </p:nvSpPr>
        <p:spPr>
          <a:xfrm>
            <a:off x="9778755" y="4191000"/>
            <a:ext cx="888978" cy="889000"/>
          </a:xfrm>
          <a:prstGeom prst="ellipse">
            <a:avLst/>
          </a:prstGeom>
          <a:solidFill>
            <a:srgbClr val="FC9FA5"/>
          </a:solidFill>
          <a:ln/>
        </p:spPr>
        <p:txBody>
          <a:bodyPr/>
          <a:lstStyle/>
          <a:p>
            <a:endParaRPr lang="en-IN"/>
          </a:p>
        </p:txBody>
      </p:sp>
      <p:sp>
        <p:nvSpPr>
          <p:cNvPr id="7" name="Text 5"/>
          <p:cNvSpPr/>
          <p:nvPr/>
        </p:nvSpPr>
        <p:spPr>
          <a:xfrm>
            <a:off x="1701757" y="2787548"/>
            <a:ext cx="7772206" cy="1386681"/>
          </a:xfrm>
          <a:prstGeom prst="rect">
            <a:avLst/>
          </a:prstGeom>
          <a:noFill/>
          <a:ln/>
        </p:spPr>
        <p:txBody>
          <a:bodyPr wrap="square" lIns="0" tIns="0" rIns="0" bIns="0" rtlCol="0" anchor="t">
            <a:normAutofit lnSpcReduction="10000"/>
          </a:bodyPr>
          <a:lstStyle/>
          <a:p>
            <a:pPr marL="0" indent="0" algn="l">
              <a:lnSpc>
                <a:spcPct val="88000"/>
              </a:lnSpc>
              <a:buNone/>
            </a:pPr>
            <a:r>
              <a:rPr lang="en-US" sz="5200" b="1" dirty="0">
                <a:solidFill>
                  <a:srgbClr val="2B1D1A"/>
                </a:solidFill>
                <a:latin typeface="Fredoka Bold" pitchFamily="34" charset="0"/>
                <a:ea typeface="Fredoka Bold" pitchFamily="34" charset="-122"/>
                <a:cs typeface="Fredoka Bold" pitchFamily="34" charset="-120"/>
              </a:rPr>
              <a:t>Keyword research, clustering &amp; mapping</a:t>
            </a:r>
            <a:endParaRPr lang="en-US" sz="5200" dirty="0"/>
          </a:p>
        </p:txBody>
      </p:sp>
      <p:sp>
        <p:nvSpPr>
          <p:cNvPr id="8" name="Shape 6"/>
          <p:cNvSpPr/>
          <p:nvPr/>
        </p:nvSpPr>
        <p:spPr>
          <a:xfrm>
            <a:off x="1650959" y="5461000"/>
            <a:ext cx="279393" cy="279400"/>
          </a:xfrm>
          <a:prstGeom prst="ellipse">
            <a:avLst/>
          </a:prstGeom>
          <a:solidFill>
            <a:srgbClr val="FE829A"/>
          </a:solidFill>
          <a:ln/>
        </p:spPr>
        <p:txBody>
          <a:bodyPr/>
          <a:lstStyle/>
          <a:p>
            <a:endParaRPr lang="en-IN"/>
          </a:p>
        </p:txBody>
      </p:sp>
      <p:sp>
        <p:nvSpPr>
          <p:cNvPr id="9" name="Shape 7"/>
          <p:cNvSpPr/>
          <p:nvPr/>
        </p:nvSpPr>
        <p:spPr>
          <a:xfrm>
            <a:off x="2082748" y="5461000"/>
            <a:ext cx="279393" cy="279400"/>
          </a:xfrm>
          <a:prstGeom prst="ellipse">
            <a:avLst/>
          </a:prstGeom>
          <a:solidFill>
            <a:srgbClr val="F9B440"/>
          </a:solidFill>
          <a:ln/>
        </p:spPr>
        <p:txBody>
          <a:bodyPr/>
          <a:lstStyle/>
          <a:p>
            <a:endParaRPr lang="en-IN"/>
          </a:p>
        </p:txBody>
      </p:sp>
      <p:sp>
        <p:nvSpPr>
          <p:cNvPr id="10" name="Shape 8"/>
          <p:cNvSpPr/>
          <p:nvPr/>
        </p:nvSpPr>
        <p:spPr>
          <a:xfrm>
            <a:off x="2514537" y="5461000"/>
            <a:ext cx="279393" cy="279400"/>
          </a:xfrm>
          <a:prstGeom prst="ellipse">
            <a:avLst/>
          </a:prstGeom>
          <a:solidFill>
            <a:srgbClr val="FC9FA5"/>
          </a:solidFill>
          <a:ln/>
        </p:spPr>
        <p:txBody>
          <a:bodyPr/>
          <a:lstStyle/>
          <a:p>
            <a:endParaRPr lang="en-IN"/>
          </a:p>
        </p:txBody>
      </p:sp>
      <p:pic>
        <p:nvPicPr>
          <p:cNvPr id="12" name="Graphic 11" descr="Agriculture with solid fill">
            <a:extLst>
              <a:ext uri="{FF2B5EF4-FFF2-40B4-BE49-F238E27FC236}">
                <a16:creationId xmlns:a16="http://schemas.microsoft.com/office/drawing/2014/main" id="{52F9BF09-6338-F991-724D-59268202EE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102226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3388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Keyword research</a:t>
            </a:r>
            <a:endParaRPr lang="en-US" sz="3400" dirty="0"/>
          </a:p>
        </p:txBody>
      </p:sp>
      <p:sp>
        <p:nvSpPr>
          <p:cNvPr id="4" name="Shape 2"/>
          <p:cNvSpPr/>
          <p:nvPr/>
        </p:nvSpPr>
        <p:spPr>
          <a:xfrm>
            <a:off x="507987" y="942280"/>
            <a:ext cx="2641534" cy="822920"/>
          </a:xfrm>
          <a:prstGeom prst="roundRect">
            <a:avLst>
              <a:gd name="adj" fmla="val 49999"/>
            </a:avLst>
          </a:prstGeom>
          <a:solidFill>
            <a:srgbClr val="FE829A"/>
          </a:solidFill>
          <a:ln/>
        </p:spPr>
        <p:txBody>
          <a:bodyPr/>
          <a:lstStyle/>
          <a:p>
            <a:endParaRPr lang="en-IN"/>
          </a:p>
        </p:txBody>
      </p:sp>
      <p:sp>
        <p:nvSpPr>
          <p:cNvPr id="5" name="Text 3"/>
          <p:cNvSpPr/>
          <p:nvPr/>
        </p:nvSpPr>
        <p:spPr>
          <a:xfrm>
            <a:off x="787380" y="1069598"/>
            <a:ext cx="2082748"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solar irrigation system</a:t>
            </a:r>
            <a:endParaRPr lang="en-US" sz="1600" dirty="0"/>
          </a:p>
        </p:txBody>
      </p:sp>
      <p:sp>
        <p:nvSpPr>
          <p:cNvPr id="6" name="Shape 4"/>
          <p:cNvSpPr/>
          <p:nvPr/>
        </p:nvSpPr>
        <p:spPr>
          <a:xfrm>
            <a:off x="3454314" y="942280"/>
            <a:ext cx="2489138" cy="822920"/>
          </a:xfrm>
          <a:prstGeom prst="roundRect">
            <a:avLst>
              <a:gd name="adj" fmla="val 49999"/>
            </a:avLst>
          </a:prstGeom>
          <a:solidFill>
            <a:srgbClr val="F9B440"/>
          </a:solidFill>
          <a:ln/>
        </p:spPr>
        <p:txBody>
          <a:bodyPr/>
          <a:lstStyle/>
          <a:p>
            <a:endParaRPr lang="en-IN"/>
          </a:p>
        </p:txBody>
      </p:sp>
      <p:sp>
        <p:nvSpPr>
          <p:cNvPr id="7" name="Text 5"/>
          <p:cNvSpPr/>
          <p:nvPr/>
        </p:nvSpPr>
        <p:spPr>
          <a:xfrm>
            <a:off x="3733707" y="1069598"/>
            <a:ext cx="1930352"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solar powered irrigation</a:t>
            </a:r>
            <a:endParaRPr lang="en-US" sz="1600" dirty="0"/>
          </a:p>
        </p:txBody>
      </p:sp>
      <p:sp>
        <p:nvSpPr>
          <p:cNvPr id="8" name="Shape 6"/>
          <p:cNvSpPr/>
          <p:nvPr/>
        </p:nvSpPr>
        <p:spPr>
          <a:xfrm>
            <a:off x="6248244" y="942280"/>
            <a:ext cx="2489138" cy="822920"/>
          </a:xfrm>
          <a:prstGeom prst="roundRect">
            <a:avLst>
              <a:gd name="adj" fmla="val 49999"/>
            </a:avLst>
          </a:prstGeom>
          <a:solidFill>
            <a:srgbClr val="FC9FA5"/>
          </a:solidFill>
          <a:ln/>
        </p:spPr>
        <p:txBody>
          <a:bodyPr/>
          <a:lstStyle/>
          <a:p>
            <a:endParaRPr lang="en-IN"/>
          </a:p>
        </p:txBody>
      </p:sp>
      <p:sp>
        <p:nvSpPr>
          <p:cNvPr id="9" name="Text 7"/>
          <p:cNvSpPr/>
          <p:nvPr/>
        </p:nvSpPr>
        <p:spPr>
          <a:xfrm>
            <a:off x="6527637" y="1069598"/>
            <a:ext cx="1930352"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solar water pump for agriculture</a:t>
            </a:r>
            <a:endParaRPr lang="en-US" sz="1600" dirty="0"/>
          </a:p>
        </p:txBody>
      </p:sp>
      <p:sp>
        <p:nvSpPr>
          <p:cNvPr id="10" name="Shape 8"/>
          <p:cNvSpPr/>
          <p:nvPr/>
        </p:nvSpPr>
        <p:spPr>
          <a:xfrm>
            <a:off x="9042174" y="942280"/>
            <a:ext cx="2641534" cy="822920"/>
          </a:xfrm>
          <a:prstGeom prst="roundRect">
            <a:avLst>
              <a:gd name="adj" fmla="val 49999"/>
            </a:avLst>
          </a:prstGeom>
          <a:solidFill>
            <a:srgbClr val="FBE3D3"/>
          </a:solidFill>
          <a:ln/>
        </p:spPr>
        <p:txBody>
          <a:bodyPr/>
          <a:lstStyle/>
          <a:p>
            <a:endParaRPr lang="en-IN"/>
          </a:p>
        </p:txBody>
      </p:sp>
      <p:sp>
        <p:nvSpPr>
          <p:cNvPr id="11" name="Text 9"/>
          <p:cNvSpPr/>
          <p:nvPr/>
        </p:nvSpPr>
        <p:spPr>
          <a:xfrm>
            <a:off x="9321567" y="1069598"/>
            <a:ext cx="2082748"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solar powered irrigation system</a:t>
            </a:r>
            <a:endParaRPr lang="en-US" sz="1600" dirty="0"/>
          </a:p>
        </p:txBody>
      </p:sp>
      <p:sp>
        <p:nvSpPr>
          <p:cNvPr id="12" name="Shape 10"/>
          <p:cNvSpPr/>
          <p:nvPr/>
        </p:nvSpPr>
        <p:spPr>
          <a:xfrm>
            <a:off x="507987" y="2069902"/>
            <a:ext cx="2641534" cy="822920"/>
          </a:xfrm>
          <a:prstGeom prst="roundRect">
            <a:avLst>
              <a:gd name="adj" fmla="val 49999"/>
            </a:avLst>
          </a:prstGeom>
          <a:solidFill>
            <a:srgbClr val="FE829A"/>
          </a:solidFill>
          <a:ln/>
        </p:spPr>
        <p:txBody>
          <a:bodyPr/>
          <a:lstStyle/>
          <a:p>
            <a:endParaRPr lang="en-IN"/>
          </a:p>
        </p:txBody>
      </p:sp>
      <p:sp>
        <p:nvSpPr>
          <p:cNvPr id="13" name="Text 11"/>
          <p:cNvSpPr/>
          <p:nvPr/>
        </p:nvSpPr>
        <p:spPr>
          <a:xfrm>
            <a:off x="787380" y="2197219"/>
            <a:ext cx="2082748"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solar pump for agriculture</a:t>
            </a:r>
            <a:endParaRPr lang="en-US" sz="1600" dirty="0"/>
          </a:p>
        </p:txBody>
      </p:sp>
      <p:sp>
        <p:nvSpPr>
          <p:cNvPr id="14" name="Shape 12"/>
          <p:cNvSpPr/>
          <p:nvPr/>
        </p:nvSpPr>
        <p:spPr>
          <a:xfrm>
            <a:off x="3454314" y="2069902"/>
            <a:ext cx="2489138" cy="822920"/>
          </a:xfrm>
          <a:prstGeom prst="roundRect">
            <a:avLst>
              <a:gd name="adj" fmla="val 49999"/>
            </a:avLst>
          </a:prstGeom>
          <a:solidFill>
            <a:srgbClr val="F9B440"/>
          </a:solidFill>
          <a:ln/>
        </p:spPr>
        <p:txBody>
          <a:bodyPr/>
          <a:lstStyle/>
          <a:p>
            <a:endParaRPr lang="en-IN"/>
          </a:p>
        </p:txBody>
      </p:sp>
      <p:sp>
        <p:nvSpPr>
          <p:cNvPr id="15" name="Text 13"/>
          <p:cNvSpPr/>
          <p:nvPr/>
        </p:nvSpPr>
        <p:spPr>
          <a:xfrm>
            <a:off x="3733707" y="2197219"/>
            <a:ext cx="1930352"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solar power pump for agriculture</a:t>
            </a:r>
            <a:endParaRPr lang="en-US" sz="1600" dirty="0"/>
          </a:p>
        </p:txBody>
      </p:sp>
      <p:sp>
        <p:nvSpPr>
          <p:cNvPr id="16" name="Shape 14"/>
          <p:cNvSpPr/>
          <p:nvPr/>
        </p:nvSpPr>
        <p:spPr>
          <a:xfrm>
            <a:off x="6248244" y="2069902"/>
            <a:ext cx="2489138" cy="822920"/>
          </a:xfrm>
          <a:prstGeom prst="roundRect">
            <a:avLst>
              <a:gd name="adj" fmla="val 49999"/>
            </a:avLst>
          </a:prstGeom>
          <a:solidFill>
            <a:srgbClr val="FC9FA5"/>
          </a:solidFill>
          <a:ln/>
        </p:spPr>
        <p:txBody>
          <a:bodyPr/>
          <a:lstStyle/>
          <a:p>
            <a:endParaRPr lang="en-IN"/>
          </a:p>
        </p:txBody>
      </p:sp>
      <p:sp>
        <p:nvSpPr>
          <p:cNvPr id="17" name="Text 15"/>
          <p:cNvSpPr/>
          <p:nvPr/>
        </p:nvSpPr>
        <p:spPr>
          <a:xfrm>
            <a:off x="6527637" y="2339399"/>
            <a:ext cx="2209745"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Agriculture</a:t>
            </a:r>
            <a:endParaRPr lang="en-US" sz="1600" dirty="0"/>
          </a:p>
        </p:txBody>
      </p:sp>
      <p:sp>
        <p:nvSpPr>
          <p:cNvPr id="18" name="Shape 16"/>
          <p:cNvSpPr/>
          <p:nvPr/>
        </p:nvSpPr>
        <p:spPr>
          <a:xfrm>
            <a:off x="9042174" y="2069902"/>
            <a:ext cx="2641534" cy="822920"/>
          </a:xfrm>
          <a:prstGeom prst="roundRect">
            <a:avLst>
              <a:gd name="adj" fmla="val 49999"/>
            </a:avLst>
          </a:prstGeom>
          <a:solidFill>
            <a:srgbClr val="FBE3D3"/>
          </a:solidFill>
          <a:ln/>
        </p:spPr>
        <p:txBody>
          <a:bodyPr/>
          <a:lstStyle/>
          <a:p>
            <a:endParaRPr lang="en-IN"/>
          </a:p>
        </p:txBody>
      </p:sp>
      <p:sp>
        <p:nvSpPr>
          <p:cNvPr id="19" name="Text 17"/>
          <p:cNvSpPr/>
          <p:nvPr/>
        </p:nvSpPr>
        <p:spPr>
          <a:xfrm>
            <a:off x="9321567" y="2197219"/>
            <a:ext cx="2082748"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sustainable agriculture</a:t>
            </a:r>
            <a:endParaRPr lang="en-US" sz="1600" dirty="0"/>
          </a:p>
        </p:txBody>
      </p:sp>
      <p:sp>
        <p:nvSpPr>
          <p:cNvPr id="20" name="Shape 18"/>
          <p:cNvSpPr/>
          <p:nvPr/>
        </p:nvSpPr>
        <p:spPr>
          <a:xfrm>
            <a:off x="507987" y="3197523"/>
            <a:ext cx="2641534" cy="823020"/>
          </a:xfrm>
          <a:prstGeom prst="roundRect">
            <a:avLst>
              <a:gd name="adj" fmla="val 49999"/>
            </a:avLst>
          </a:prstGeom>
          <a:solidFill>
            <a:srgbClr val="FE829A"/>
          </a:solidFill>
          <a:ln/>
        </p:spPr>
        <p:txBody>
          <a:bodyPr/>
          <a:lstStyle/>
          <a:p>
            <a:endParaRPr lang="en-IN"/>
          </a:p>
        </p:txBody>
      </p:sp>
      <p:sp>
        <p:nvSpPr>
          <p:cNvPr id="21" name="Text 19"/>
          <p:cNvSpPr/>
          <p:nvPr/>
        </p:nvSpPr>
        <p:spPr>
          <a:xfrm>
            <a:off x="787380" y="3467120"/>
            <a:ext cx="2362141"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renewable energy</a:t>
            </a:r>
            <a:endParaRPr lang="en-US" sz="1600" dirty="0"/>
          </a:p>
        </p:txBody>
      </p:sp>
      <p:sp>
        <p:nvSpPr>
          <p:cNvPr id="22" name="Shape 20"/>
          <p:cNvSpPr/>
          <p:nvPr/>
        </p:nvSpPr>
        <p:spPr>
          <a:xfrm>
            <a:off x="3454314" y="3197523"/>
            <a:ext cx="2489138" cy="823020"/>
          </a:xfrm>
          <a:prstGeom prst="roundRect">
            <a:avLst>
              <a:gd name="adj" fmla="val 49999"/>
            </a:avLst>
          </a:prstGeom>
          <a:solidFill>
            <a:srgbClr val="F9B440"/>
          </a:solidFill>
          <a:ln/>
        </p:spPr>
        <p:txBody>
          <a:bodyPr/>
          <a:lstStyle/>
          <a:p>
            <a:endParaRPr lang="en-IN"/>
          </a:p>
        </p:txBody>
      </p:sp>
      <p:sp>
        <p:nvSpPr>
          <p:cNvPr id="23" name="Text 21"/>
          <p:cNvSpPr/>
          <p:nvPr/>
        </p:nvSpPr>
        <p:spPr>
          <a:xfrm>
            <a:off x="3733707" y="3467120"/>
            <a:ext cx="2209745"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green energy</a:t>
            </a:r>
            <a:endParaRPr lang="en-US" sz="1600" dirty="0"/>
          </a:p>
        </p:txBody>
      </p:sp>
      <p:sp>
        <p:nvSpPr>
          <p:cNvPr id="24" name="Shape 22"/>
          <p:cNvSpPr/>
          <p:nvPr/>
        </p:nvSpPr>
        <p:spPr>
          <a:xfrm>
            <a:off x="6248244" y="3197523"/>
            <a:ext cx="2489138" cy="823020"/>
          </a:xfrm>
          <a:prstGeom prst="roundRect">
            <a:avLst>
              <a:gd name="adj" fmla="val 49999"/>
            </a:avLst>
          </a:prstGeom>
          <a:solidFill>
            <a:srgbClr val="FC9FA5"/>
          </a:solidFill>
          <a:ln/>
        </p:spPr>
        <p:txBody>
          <a:bodyPr/>
          <a:lstStyle/>
          <a:p>
            <a:endParaRPr lang="en-IN"/>
          </a:p>
        </p:txBody>
      </p:sp>
      <p:sp>
        <p:nvSpPr>
          <p:cNvPr id="25" name="Text 23"/>
          <p:cNvSpPr/>
          <p:nvPr/>
        </p:nvSpPr>
        <p:spPr>
          <a:xfrm>
            <a:off x="6527637" y="3467120"/>
            <a:ext cx="2209745"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solar power</a:t>
            </a:r>
            <a:endParaRPr lang="en-US" sz="1600" dirty="0"/>
          </a:p>
        </p:txBody>
      </p:sp>
      <p:sp>
        <p:nvSpPr>
          <p:cNvPr id="26" name="Shape 24"/>
          <p:cNvSpPr/>
          <p:nvPr/>
        </p:nvSpPr>
        <p:spPr>
          <a:xfrm>
            <a:off x="9042174" y="3197523"/>
            <a:ext cx="2641534" cy="823020"/>
          </a:xfrm>
          <a:prstGeom prst="roundRect">
            <a:avLst>
              <a:gd name="adj" fmla="val 49999"/>
            </a:avLst>
          </a:prstGeom>
          <a:solidFill>
            <a:srgbClr val="FBE3D3"/>
          </a:solidFill>
          <a:ln/>
        </p:spPr>
        <p:txBody>
          <a:bodyPr/>
          <a:lstStyle/>
          <a:p>
            <a:endParaRPr lang="en-IN"/>
          </a:p>
        </p:txBody>
      </p:sp>
      <p:sp>
        <p:nvSpPr>
          <p:cNvPr id="27" name="Text 25"/>
          <p:cNvSpPr/>
          <p:nvPr/>
        </p:nvSpPr>
        <p:spPr>
          <a:xfrm>
            <a:off x="9321567" y="3324840"/>
            <a:ext cx="2082748"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renewable energy sources</a:t>
            </a:r>
            <a:endParaRPr lang="en-US" sz="1600" dirty="0"/>
          </a:p>
        </p:txBody>
      </p:sp>
      <p:sp>
        <p:nvSpPr>
          <p:cNvPr id="28" name="Shape 26"/>
          <p:cNvSpPr/>
          <p:nvPr/>
        </p:nvSpPr>
        <p:spPr>
          <a:xfrm>
            <a:off x="507987" y="4325243"/>
            <a:ext cx="2641534" cy="822920"/>
          </a:xfrm>
          <a:prstGeom prst="roundRect">
            <a:avLst>
              <a:gd name="adj" fmla="val 49999"/>
            </a:avLst>
          </a:prstGeom>
          <a:solidFill>
            <a:srgbClr val="FE829A"/>
          </a:solidFill>
          <a:ln/>
        </p:spPr>
        <p:txBody>
          <a:bodyPr/>
          <a:lstStyle/>
          <a:p>
            <a:endParaRPr lang="en-IN"/>
          </a:p>
        </p:txBody>
      </p:sp>
      <p:sp>
        <p:nvSpPr>
          <p:cNvPr id="29" name="Text 27"/>
          <p:cNvSpPr/>
          <p:nvPr/>
        </p:nvSpPr>
        <p:spPr>
          <a:xfrm>
            <a:off x="787380" y="4594741"/>
            <a:ext cx="2362141"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agriculture farming</a:t>
            </a:r>
            <a:endParaRPr lang="en-US" sz="1600" dirty="0"/>
          </a:p>
        </p:txBody>
      </p:sp>
      <p:sp>
        <p:nvSpPr>
          <p:cNvPr id="30" name="Shape 28"/>
          <p:cNvSpPr/>
          <p:nvPr/>
        </p:nvSpPr>
        <p:spPr>
          <a:xfrm>
            <a:off x="3454314" y="4325243"/>
            <a:ext cx="2489138" cy="822920"/>
          </a:xfrm>
          <a:prstGeom prst="roundRect">
            <a:avLst>
              <a:gd name="adj" fmla="val 49999"/>
            </a:avLst>
          </a:prstGeom>
          <a:solidFill>
            <a:srgbClr val="F9B440"/>
          </a:solidFill>
          <a:ln/>
        </p:spPr>
        <p:txBody>
          <a:bodyPr/>
          <a:lstStyle/>
          <a:p>
            <a:endParaRPr lang="en-IN"/>
          </a:p>
        </p:txBody>
      </p:sp>
      <p:sp>
        <p:nvSpPr>
          <p:cNvPr id="31" name="Text 29"/>
          <p:cNvSpPr/>
          <p:nvPr/>
        </p:nvSpPr>
        <p:spPr>
          <a:xfrm>
            <a:off x="3733707" y="4452560"/>
            <a:ext cx="1930352"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solar energy systems</a:t>
            </a:r>
            <a:endParaRPr lang="en-US" sz="1600" dirty="0"/>
          </a:p>
        </p:txBody>
      </p:sp>
      <p:sp>
        <p:nvSpPr>
          <p:cNvPr id="32" name="Shape 30"/>
          <p:cNvSpPr/>
          <p:nvPr/>
        </p:nvSpPr>
        <p:spPr>
          <a:xfrm>
            <a:off x="6248244" y="4325243"/>
            <a:ext cx="2489138" cy="822920"/>
          </a:xfrm>
          <a:prstGeom prst="roundRect">
            <a:avLst>
              <a:gd name="adj" fmla="val 49999"/>
            </a:avLst>
          </a:prstGeom>
          <a:solidFill>
            <a:srgbClr val="FC9FA5"/>
          </a:solidFill>
          <a:ln/>
        </p:spPr>
        <p:txBody>
          <a:bodyPr/>
          <a:lstStyle/>
          <a:p>
            <a:endParaRPr lang="en-IN"/>
          </a:p>
        </p:txBody>
      </p:sp>
      <p:sp>
        <p:nvSpPr>
          <p:cNvPr id="33" name="Text 31"/>
          <p:cNvSpPr/>
          <p:nvPr/>
        </p:nvSpPr>
        <p:spPr>
          <a:xfrm>
            <a:off x="6527637" y="4452560"/>
            <a:ext cx="1930352"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renewable energy systems</a:t>
            </a:r>
            <a:endParaRPr lang="en-US" sz="1600" dirty="0"/>
          </a:p>
        </p:txBody>
      </p:sp>
      <p:sp>
        <p:nvSpPr>
          <p:cNvPr id="34" name="Shape 32"/>
          <p:cNvSpPr/>
          <p:nvPr/>
        </p:nvSpPr>
        <p:spPr>
          <a:xfrm>
            <a:off x="9042174" y="4325243"/>
            <a:ext cx="2641534" cy="822920"/>
          </a:xfrm>
          <a:prstGeom prst="roundRect">
            <a:avLst>
              <a:gd name="adj" fmla="val 49999"/>
            </a:avLst>
          </a:prstGeom>
          <a:solidFill>
            <a:srgbClr val="FBE3D3"/>
          </a:solidFill>
          <a:ln/>
        </p:spPr>
        <p:txBody>
          <a:bodyPr/>
          <a:lstStyle/>
          <a:p>
            <a:endParaRPr lang="en-IN"/>
          </a:p>
        </p:txBody>
      </p:sp>
      <p:sp>
        <p:nvSpPr>
          <p:cNvPr id="35" name="Text 33"/>
          <p:cNvSpPr/>
          <p:nvPr/>
        </p:nvSpPr>
        <p:spPr>
          <a:xfrm>
            <a:off x="9321567" y="4452560"/>
            <a:ext cx="2082748"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solar powered pumps</a:t>
            </a:r>
            <a:endParaRPr lang="en-US" sz="1600" dirty="0"/>
          </a:p>
        </p:txBody>
      </p:sp>
      <p:sp>
        <p:nvSpPr>
          <p:cNvPr id="36" name="Shape 34"/>
          <p:cNvSpPr/>
          <p:nvPr/>
        </p:nvSpPr>
        <p:spPr>
          <a:xfrm>
            <a:off x="507987" y="5452864"/>
            <a:ext cx="5435464" cy="822920"/>
          </a:xfrm>
          <a:prstGeom prst="roundRect">
            <a:avLst>
              <a:gd name="adj" fmla="val 49999"/>
            </a:avLst>
          </a:prstGeom>
          <a:solidFill>
            <a:srgbClr val="FE829A"/>
          </a:solidFill>
          <a:ln/>
        </p:spPr>
        <p:txBody>
          <a:bodyPr/>
          <a:lstStyle/>
          <a:p>
            <a:endParaRPr lang="en-IN"/>
          </a:p>
        </p:txBody>
      </p:sp>
      <p:sp>
        <p:nvSpPr>
          <p:cNvPr id="37" name="Text 35"/>
          <p:cNvSpPr/>
          <p:nvPr/>
        </p:nvSpPr>
        <p:spPr>
          <a:xfrm>
            <a:off x="787380" y="5722362"/>
            <a:ext cx="5156071"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agriculture project</a:t>
            </a:r>
            <a:endParaRPr lang="en-US" sz="1600" dirty="0"/>
          </a:p>
        </p:txBody>
      </p:sp>
      <p:sp>
        <p:nvSpPr>
          <p:cNvPr id="38" name="Shape 36"/>
          <p:cNvSpPr/>
          <p:nvPr/>
        </p:nvSpPr>
        <p:spPr>
          <a:xfrm>
            <a:off x="6248244" y="5452864"/>
            <a:ext cx="5435464" cy="822920"/>
          </a:xfrm>
          <a:prstGeom prst="roundRect">
            <a:avLst>
              <a:gd name="adj" fmla="val 49999"/>
            </a:avLst>
          </a:prstGeom>
          <a:solidFill>
            <a:srgbClr val="F9B440"/>
          </a:solidFill>
          <a:ln/>
        </p:spPr>
        <p:txBody>
          <a:bodyPr/>
          <a:lstStyle/>
          <a:p>
            <a:endParaRPr lang="en-IN"/>
          </a:p>
        </p:txBody>
      </p:sp>
      <p:sp>
        <p:nvSpPr>
          <p:cNvPr id="39" name="Text 37"/>
          <p:cNvSpPr/>
          <p:nvPr/>
        </p:nvSpPr>
        <p:spPr>
          <a:xfrm>
            <a:off x="6527637" y="5722362"/>
            <a:ext cx="5156071"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solar</a:t>
            </a:r>
            <a:endParaRPr lang="en-US" sz="1600" dirty="0"/>
          </a:p>
        </p:txBody>
      </p:sp>
      <p:pic>
        <p:nvPicPr>
          <p:cNvPr id="41" name="Graphic 40" descr="Agriculture with solid fill">
            <a:extLst>
              <a:ext uri="{FF2B5EF4-FFF2-40B4-BE49-F238E27FC236}">
                <a16:creationId xmlns:a16="http://schemas.microsoft.com/office/drawing/2014/main" id="{B155CDE4-2777-88AF-75E8-44C18A670B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84698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406390" y="338899"/>
            <a:ext cx="1127731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Keyword research: informational</a:t>
            </a:r>
            <a:endParaRPr lang="en-US" sz="3400" dirty="0"/>
          </a:p>
        </p:txBody>
      </p:sp>
      <p:sp>
        <p:nvSpPr>
          <p:cNvPr id="4" name="Shape 2"/>
          <p:cNvSpPr/>
          <p:nvPr/>
        </p:nvSpPr>
        <p:spPr>
          <a:xfrm>
            <a:off x="406390" y="885130"/>
            <a:ext cx="5486263" cy="487660"/>
          </a:xfrm>
          <a:prstGeom prst="roundRect">
            <a:avLst>
              <a:gd name="adj" fmla="val 49999"/>
            </a:avLst>
          </a:prstGeom>
          <a:solidFill>
            <a:srgbClr val="FE829A"/>
          </a:solidFill>
          <a:ln/>
        </p:spPr>
        <p:txBody>
          <a:bodyPr/>
          <a:lstStyle/>
          <a:p>
            <a:endParaRPr lang="en-IN"/>
          </a:p>
        </p:txBody>
      </p:sp>
      <p:sp>
        <p:nvSpPr>
          <p:cNvPr id="5" name="Text 3"/>
          <p:cNvSpPr/>
          <p:nvPr/>
        </p:nvSpPr>
        <p:spPr>
          <a:xfrm>
            <a:off x="634984" y="987048"/>
            <a:ext cx="5257668"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Keyword</a:t>
            </a:r>
            <a:endParaRPr lang="en-US" sz="1600" dirty="0"/>
          </a:p>
        </p:txBody>
      </p:sp>
      <p:sp>
        <p:nvSpPr>
          <p:cNvPr id="6" name="Shape 4"/>
          <p:cNvSpPr/>
          <p:nvPr/>
        </p:nvSpPr>
        <p:spPr>
          <a:xfrm>
            <a:off x="6045049" y="885130"/>
            <a:ext cx="2743131" cy="487660"/>
          </a:xfrm>
          <a:prstGeom prst="roundRect">
            <a:avLst>
              <a:gd name="adj" fmla="val 49999"/>
            </a:avLst>
          </a:prstGeom>
          <a:solidFill>
            <a:srgbClr val="FE829A"/>
          </a:solidFill>
          <a:ln/>
        </p:spPr>
        <p:txBody>
          <a:bodyPr/>
          <a:lstStyle/>
          <a:p>
            <a:endParaRPr lang="en-IN"/>
          </a:p>
        </p:txBody>
      </p:sp>
      <p:sp>
        <p:nvSpPr>
          <p:cNvPr id="7" name="Text 5"/>
          <p:cNvSpPr/>
          <p:nvPr/>
        </p:nvSpPr>
        <p:spPr>
          <a:xfrm>
            <a:off x="6273643" y="987048"/>
            <a:ext cx="2514537"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Search volume</a:t>
            </a:r>
            <a:endParaRPr lang="en-US" sz="1600" dirty="0"/>
          </a:p>
        </p:txBody>
      </p:sp>
      <p:sp>
        <p:nvSpPr>
          <p:cNvPr id="8" name="Shape 6"/>
          <p:cNvSpPr/>
          <p:nvPr/>
        </p:nvSpPr>
        <p:spPr>
          <a:xfrm>
            <a:off x="8940576" y="885130"/>
            <a:ext cx="2743131" cy="487660"/>
          </a:xfrm>
          <a:prstGeom prst="roundRect">
            <a:avLst>
              <a:gd name="adj" fmla="val 49999"/>
            </a:avLst>
          </a:prstGeom>
          <a:solidFill>
            <a:srgbClr val="FE829A"/>
          </a:solidFill>
          <a:ln/>
        </p:spPr>
        <p:txBody>
          <a:bodyPr/>
          <a:lstStyle/>
          <a:p>
            <a:endParaRPr lang="en-IN"/>
          </a:p>
        </p:txBody>
      </p:sp>
      <p:sp>
        <p:nvSpPr>
          <p:cNvPr id="9" name="Text 7"/>
          <p:cNvSpPr/>
          <p:nvPr/>
        </p:nvSpPr>
        <p:spPr>
          <a:xfrm>
            <a:off x="9169171" y="987048"/>
            <a:ext cx="2514537"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Competition</a:t>
            </a:r>
            <a:endParaRPr lang="en-US" sz="1600" dirty="0"/>
          </a:p>
        </p:txBody>
      </p:sp>
      <p:sp>
        <p:nvSpPr>
          <p:cNvPr id="10" name="Shape 8"/>
          <p:cNvSpPr/>
          <p:nvPr/>
        </p:nvSpPr>
        <p:spPr>
          <a:xfrm>
            <a:off x="406390" y="1525091"/>
            <a:ext cx="5486263" cy="579041"/>
          </a:xfrm>
          <a:prstGeom prst="roundRect">
            <a:avLst>
              <a:gd name="adj" fmla="val 49999"/>
            </a:avLst>
          </a:prstGeom>
          <a:solidFill>
            <a:srgbClr val="F9B440"/>
          </a:solidFill>
          <a:ln/>
        </p:spPr>
        <p:txBody>
          <a:bodyPr/>
          <a:lstStyle/>
          <a:p>
            <a:endParaRPr lang="en-IN"/>
          </a:p>
        </p:txBody>
      </p:sp>
      <p:sp>
        <p:nvSpPr>
          <p:cNvPr id="11" name="Text 9"/>
          <p:cNvSpPr/>
          <p:nvPr/>
        </p:nvSpPr>
        <p:spPr>
          <a:xfrm>
            <a:off x="634984" y="1655524"/>
            <a:ext cx="5257668" cy="319980"/>
          </a:xfrm>
          <a:prstGeom prst="rect">
            <a:avLst/>
          </a:prstGeom>
          <a:noFill/>
          <a:ln/>
        </p:spPr>
        <p:txBody>
          <a:bodyPr wrap="none" lIns="0" tIns="0" rIns="0" bIns="0" rtlCol="0" anchor="t"/>
          <a:lstStyle/>
          <a:p>
            <a:pPr marL="0" indent="0" algn="l">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Agriculture</a:t>
            </a:r>
            <a:endParaRPr lang="en-US" sz="1800" dirty="0"/>
          </a:p>
        </p:txBody>
      </p:sp>
      <p:sp>
        <p:nvSpPr>
          <p:cNvPr id="12" name="Shape 10"/>
          <p:cNvSpPr/>
          <p:nvPr/>
        </p:nvSpPr>
        <p:spPr>
          <a:xfrm>
            <a:off x="6045049" y="1525091"/>
            <a:ext cx="2743131" cy="579041"/>
          </a:xfrm>
          <a:prstGeom prst="roundRect">
            <a:avLst>
              <a:gd name="adj" fmla="val 49999"/>
            </a:avLst>
          </a:prstGeom>
          <a:solidFill>
            <a:srgbClr val="FC9FA5"/>
          </a:solidFill>
          <a:ln/>
        </p:spPr>
        <p:txBody>
          <a:bodyPr/>
          <a:lstStyle/>
          <a:p>
            <a:endParaRPr lang="en-IN"/>
          </a:p>
        </p:txBody>
      </p:sp>
      <p:sp>
        <p:nvSpPr>
          <p:cNvPr id="13" name="Text 11"/>
          <p:cNvSpPr/>
          <p:nvPr/>
        </p:nvSpPr>
        <p:spPr>
          <a:xfrm>
            <a:off x="6045049" y="1601291"/>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500k</a:t>
            </a:r>
            <a:endParaRPr lang="en-US" sz="2400" dirty="0"/>
          </a:p>
        </p:txBody>
      </p:sp>
      <p:sp>
        <p:nvSpPr>
          <p:cNvPr id="14" name="Shape 12"/>
          <p:cNvSpPr/>
          <p:nvPr/>
        </p:nvSpPr>
        <p:spPr>
          <a:xfrm>
            <a:off x="8940576" y="1525091"/>
            <a:ext cx="2743131" cy="579041"/>
          </a:xfrm>
          <a:prstGeom prst="roundRect">
            <a:avLst>
              <a:gd name="adj" fmla="val 49999"/>
            </a:avLst>
          </a:prstGeom>
          <a:solidFill>
            <a:srgbClr val="FBE3D3"/>
          </a:solidFill>
          <a:ln/>
        </p:spPr>
        <p:txBody>
          <a:bodyPr/>
          <a:lstStyle/>
          <a:p>
            <a:endParaRPr lang="en-IN"/>
          </a:p>
        </p:txBody>
      </p:sp>
      <p:sp>
        <p:nvSpPr>
          <p:cNvPr id="15" name="Text 13"/>
          <p:cNvSpPr/>
          <p:nvPr/>
        </p:nvSpPr>
        <p:spPr>
          <a:xfrm>
            <a:off x="8940576" y="1636812"/>
            <a:ext cx="2743131" cy="355600"/>
          </a:xfrm>
          <a:prstGeom prst="rect">
            <a:avLst/>
          </a:prstGeom>
          <a:noFill/>
          <a:ln/>
        </p:spPr>
        <p:txBody>
          <a:bodyPr wrap="none" lIns="0" tIns="0" rIns="0" bIns="0" rtlCol="0" anchor="t"/>
          <a:lstStyle/>
          <a:p>
            <a:pPr marL="0" indent="0" algn="ctr">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Low</a:t>
            </a:r>
            <a:endParaRPr lang="en-US" sz="2000" dirty="0"/>
          </a:p>
        </p:txBody>
      </p:sp>
      <p:sp>
        <p:nvSpPr>
          <p:cNvPr id="16" name="Shape 14"/>
          <p:cNvSpPr/>
          <p:nvPr/>
        </p:nvSpPr>
        <p:spPr>
          <a:xfrm>
            <a:off x="406390" y="2256433"/>
            <a:ext cx="5486263" cy="579041"/>
          </a:xfrm>
          <a:prstGeom prst="roundRect">
            <a:avLst>
              <a:gd name="adj" fmla="val 49999"/>
            </a:avLst>
          </a:prstGeom>
          <a:solidFill>
            <a:srgbClr val="F9B440"/>
          </a:solidFill>
          <a:ln/>
        </p:spPr>
        <p:txBody>
          <a:bodyPr/>
          <a:lstStyle/>
          <a:p>
            <a:endParaRPr lang="en-IN"/>
          </a:p>
        </p:txBody>
      </p:sp>
      <p:sp>
        <p:nvSpPr>
          <p:cNvPr id="17" name="Text 15"/>
          <p:cNvSpPr/>
          <p:nvPr/>
        </p:nvSpPr>
        <p:spPr>
          <a:xfrm>
            <a:off x="634984" y="2386866"/>
            <a:ext cx="5257668" cy="319980"/>
          </a:xfrm>
          <a:prstGeom prst="rect">
            <a:avLst/>
          </a:prstGeom>
          <a:noFill/>
          <a:ln/>
        </p:spPr>
        <p:txBody>
          <a:bodyPr wrap="none" lIns="0" tIns="0" rIns="0" bIns="0" rtlCol="0" anchor="t"/>
          <a:lstStyle/>
          <a:p>
            <a:pPr marL="0" indent="0" algn="l">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Sustainable agriculture</a:t>
            </a:r>
            <a:endParaRPr lang="en-US" sz="1800" dirty="0"/>
          </a:p>
        </p:txBody>
      </p:sp>
      <p:sp>
        <p:nvSpPr>
          <p:cNvPr id="18" name="Shape 16"/>
          <p:cNvSpPr/>
          <p:nvPr/>
        </p:nvSpPr>
        <p:spPr>
          <a:xfrm>
            <a:off x="6045049" y="2256433"/>
            <a:ext cx="2743131" cy="579041"/>
          </a:xfrm>
          <a:prstGeom prst="roundRect">
            <a:avLst>
              <a:gd name="adj" fmla="val 49999"/>
            </a:avLst>
          </a:prstGeom>
          <a:solidFill>
            <a:srgbClr val="FC9FA5"/>
          </a:solidFill>
          <a:ln/>
        </p:spPr>
        <p:txBody>
          <a:bodyPr/>
          <a:lstStyle/>
          <a:p>
            <a:endParaRPr lang="en-IN"/>
          </a:p>
        </p:txBody>
      </p:sp>
      <p:sp>
        <p:nvSpPr>
          <p:cNvPr id="19" name="Text 17"/>
          <p:cNvSpPr/>
          <p:nvPr/>
        </p:nvSpPr>
        <p:spPr>
          <a:xfrm>
            <a:off x="6045049" y="2332633"/>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50k</a:t>
            </a:r>
            <a:endParaRPr lang="en-US" sz="2400" dirty="0"/>
          </a:p>
        </p:txBody>
      </p:sp>
      <p:sp>
        <p:nvSpPr>
          <p:cNvPr id="20" name="Shape 18"/>
          <p:cNvSpPr/>
          <p:nvPr/>
        </p:nvSpPr>
        <p:spPr>
          <a:xfrm>
            <a:off x="8940576" y="2256433"/>
            <a:ext cx="2743131" cy="579041"/>
          </a:xfrm>
          <a:prstGeom prst="roundRect">
            <a:avLst>
              <a:gd name="adj" fmla="val 49999"/>
            </a:avLst>
          </a:prstGeom>
          <a:solidFill>
            <a:srgbClr val="FBE3D3"/>
          </a:solidFill>
          <a:ln/>
        </p:spPr>
        <p:txBody>
          <a:bodyPr/>
          <a:lstStyle/>
          <a:p>
            <a:endParaRPr lang="en-IN"/>
          </a:p>
        </p:txBody>
      </p:sp>
      <p:sp>
        <p:nvSpPr>
          <p:cNvPr id="21" name="Text 19"/>
          <p:cNvSpPr/>
          <p:nvPr/>
        </p:nvSpPr>
        <p:spPr>
          <a:xfrm>
            <a:off x="8940576" y="2368153"/>
            <a:ext cx="2743131" cy="355600"/>
          </a:xfrm>
          <a:prstGeom prst="rect">
            <a:avLst/>
          </a:prstGeom>
          <a:noFill/>
          <a:ln/>
        </p:spPr>
        <p:txBody>
          <a:bodyPr wrap="none" lIns="0" tIns="0" rIns="0" bIns="0" rtlCol="0" anchor="t"/>
          <a:lstStyle/>
          <a:p>
            <a:pPr marL="0" indent="0" algn="ctr">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Low</a:t>
            </a:r>
            <a:endParaRPr lang="en-US" sz="2000" dirty="0"/>
          </a:p>
        </p:txBody>
      </p:sp>
      <p:sp>
        <p:nvSpPr>
          <p:cNvPr id="22" name="Shape 20"/>
          <p:cNvSpPr/>
          <p:nvPr/>
        </p:nvSpPr>
        <p:spPr>
          <a:xfrm>
            <a:off x="406390" y="2987774"/>
            <a:ext cx="5486263" cy="579041"/>
          </a:xfrm>
          <a:prstGeom prst="roundRect">
            <a:avLst>
              <a:gd name="adj" fmla="val 49999"/>
            </a:avLst>
          </a:prstGeom>
          <a:solidFill>
            <a:srgbClr val="F9B440"/>
          </a:solidFill>
          <a:ln/>
        </p:spPr>
        <p:txBody>
          <a:bodyPr/>
          <a:lstStyle/>
          <a:p>
            <a:endParaRPr lang="en-IN"/>
          </a:p>
        </p:txBody>
      </p:sp>
      <p:sp>
        <p:nvSpPr>
          <p:cNvPr id="23" name="Text 21"/>
          <p:cNvSpPr/>
          <p:nvPr/>
        </p:nvSpPr>
        <p:spPr>
          <a:xfrm>
            <a:off x="634984" y="3118207"/>
            <a:ext cx="5257668" cy="319980"/>
          </a:xfrm>
          <a:prstGeom prst="rect">
            <a:avLst/>
          </a:prstGeom>
          <a:noFill/>
          <a:ln/>
        </p:spPr>
        <p:txBody>
          <a:bodyPr wrap="none" lIns="0" tIns="0" rIns="0" bIns="0" rtlCol="0" anchor="t"/>
          <a:lstStyle/>
          <a:p>
            <a:pPr marL="0" indent="0" algn="l">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Renewable energy</a:t>
            </a:r>
            <a:endParaRPr lang="en-US" sz="1800" dirty="0"/>
          </a:p>
        </p:txBody>
      </p:sp>
      <p:sp>
        <p:nvSpPr>
          <p:cNvPr id="24" name="Shape 22"/>
          <p:cNvSpPr/>
          <p:nvPr/>
        </p:nvSpPr>
        <p:spPr>
          <a:xfrm>
            <a:off x="6045049" y="2987774"/>
            <a:ext cx="2743131" cy="579041"/>
          </a:xfrm>
          <a:prstGeom prst="roundRect">
            <a:avLst>
              <a:gd name="adj" fmla="val 49999"/>
            </a:avLst>
          </a:prstGeom>
          <a:solidFill>
            <a:srgbClr val="FC9FA5"/>
          </a:solidFill>
          <a:ln/>
        </p:spPr>
        <p:txBody>
          <a:bodyPr/>
          <a:lstStyle/>
          <a:p>
            <a:endParaRPr lang="en-IN"/>
          </a:p>
        </p:txBody>
      </p:sp>
      <p:sp>
        <p:nvSpPr>
          <p:cNvPr id="25" name="Text 23"/>
          <p:cNvSpPr/>
          <p:nvPr/>
        </p:nvSpPr>
        <p:spPr>
          <a:xfrm>
            <a:off x="6045049" y="3063974"/>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50k</a:t>
            </a:r>
            <a:endParaRPr lang="en-US" sz="2400" dirty="0"/>
          </a:p>
        </p:txBody>
      </p:sp>
      <p:sp>
        <p:nvSpPr>
          <p:cNvPr id="26" name="Shape 24"/>
          <p:cNvSpPr/>
          <p:nvPr/>
        </p:nvSpPr>
        <p:spPr>
          <a:xfrm>
            <a:off x="8940576" y="2987774"/>
            <a:ext cx="2743131" cy="579041"/>
          </a:xfrm>
          <a:prstGeom prst="roundRect">
            <a:avLst>
              <a:gd name="adj" fmla="val 49999"/>
            </a:avLst>
          </a:prstGeom>
          <a:solidFill>
            <a:srgbClr val="FBE3D3"/>
          </a:solidFill>
          <a:ln/>
        </p:spPr>
        <p:txBody>
          <a:bodyPr/>
          <a:lstStyle/>
          <a:p>
            <a:endParaRPr lang="en-IN"/>
          </a:p>
        </p:txBody>
      </p:sp>
      <p:sp>
        <p:nvSpPr>
          <p:cNvPr id="27" name="Text 25"/>
          <p:cNvSpPr/>
          <p:nvPr/>
        </p:nvSpPr>
        <p:spPr>
          <a:xfrm>
            <a:off x="8940576" y="3099495"/>
            <a:ext cx="2743131" cy="355600"/>
          </a:xfrm>
          <a:prstGeom prst="rect">
            <a:avLst/>
          </a:prstGeom>
          <a:noFill/>
          <a:ln/>
        </p:spPr>
        <p:txBody>
          <a:bodyPr wrap="none" lIns="0" tIns="0" rIns="0" bIns="0" rtlCol="0" anchor="t"/>
          <a:lstStyle/>
          <a:p>
            <a:pPr marL="0" indent="0" algn="ctr">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Low</a:t>
            </a:r>
            <a:endParaRPr lang="en-US" sz="2000" dirty="0"/>
          </a:p>
        </p:txBody>
      </p:sp>
      <p:sp>
        <p:nvSpPr>
          <p:cNvPr id="28" name="Shape 26"/>
          <p:cNvSpPr/>
          <p:nvPr/>
        </p:nvSpPr>
        <p:spPr>
          <a:xfrm>
            <a:off x="406390" y="3719116"/>
            <a:ext cx="5486263" cy="579041"/>
          </a:xfrm>
          <a:prstGeom prst="roundRect">
            <a:avLst>
              <a:gd name="adj" fmla="val 49999"/>
            </a:avLst>
          </a:prstGeom>
          <a:solidFill>
            <a:srgbClr val="F9B440"/>
          </a:solidFill>
          <a:ln/>
        </p:spPr>
        <p:txBody>
          <a:bodyPr/>
          <a:lstStyle/>
          <a:p>
            <a:endParaRPr lang="en-IN"/>
          </a:p>
        </p:txBody>
      </p:sp>
      <p:sp>
        <p:nvSpPr>
          <p:cNvPr id="29" name="Text 27"/>
          <p:cNvSpPr/>
          <p:nvPr/>
        </p:nvSpPr>
        <p:spPr>
          <a:xfrm>
            <a:off x="634984" y="3849549"/>
            <a:ext cx="5257668" cy="319980"/>
          </a:xfrm>
          <a:prstGeom prst="rect">
            <a:avLst/>
          </a:prstGeom>
          <a:noFill/>
          <a:ln/>
        </p:spPr>
        <p:txBody>
          <a:bodyPr wrap="none" lIns="0" tIns="0" rIns="0" bIns="0" rtlCol="0" anchor="t"/>
          <a:lstStyle/>
          <a:p>
            <a:pPr marL="0" indent="0" algn="l">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Green energy</a:t>
            </a:r>
            <a:endParaRPr lang="en-US" sz="1800" dirty="0"/>
          </a:p>
        </p:txBody>
      </p:sp>
      <p:sp>
        <p:nvSpPr>
          <p:cNvPr id="30" name="Shape 28"/>
          <p:cNvSpPr/>
          <p:nvPr/>
        </p:nvSpPr>
        <p:spPr>
          <a:xfrm>
            <a:off x="6045049" y="3719116"/>
            <a:ext cx="2743131" cy="579041"/>
          </a:xfrm>
          <a:prstGeom prst="roundRect">
            <a:avLst>
              <a:gd name="adj" fmla="val 49999"/>
            </a:avLst>
          </a:prstGeom>
          <a:solidFill>
            <a:srgbClr val="FC9FA5"/>
          </a:solidFill>
          <a:ln/>
        </p:spPr>
        <p:txBody>
          <a:bodyPr/>
          <a:lstStyle/>
          <a:p>
            <a:endParaRPr lang="en-IN"/>
          </a:p>
        </p:txBody>
      </p:sp>
      <p:sp>
        <p:nvSpPr>
          <p:cNvPr id="31" name="Text 29"/>
          <p:cNvSpPr/>
          <p:nvPr/>
        </p:nvSpPr>
        <p:spPr>
          <a:xfrm>
            <a:off x="6045049" y="3795316"/>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50k</a:t>
            </a:r>
            <a:endParaRPr lang="en-US" sz="2400" dirty="0"/>
          </a:p>
        </p:txBody>
      </p:sp>
      <p:sp>
        <p:nvSpPr>
          <p:cNvPr id="32" name="Shape 30"/>
          <p:cNvSpPr/>
          <p:nvPr/>
        </p:nvSpPr>
        <p:spPr>
          <a:xfrm>
            <a:off x="8940576" y="3719116"/>
            <a:ext cx="2743131" cy="579041"/>
          </a:xfrm>
          <a:prstGeom prst="roundRect">
            <a:avLst>
              <a:gd name="adj" fmla="val 49999"/>
            </a:avLst>
          </a:prstGeom>
          <a:solidFill>
            <a:srgbClr val="FBE3D3"/>
          </a:solidFill>
          <a:ln/>
        </p:spPr>
        <p:txBody>
          <a:bodyPr/>
          <a:lstStyle/>
          <a:p>
            <a:endParaRPr lang="en-IN"/>
          </a:p>
        </p:txBody>
      </p:sp>
      <p:sp>
        <p:nvSpPr>
          <p:cNvPr id="33" name="Text 31"/>
          <p:cNvSpPr/>
          <p:nvPr/>
        </p:nvSpPr>
        <p:spPr>
          <a:xfrm>
            <a:off x="8940576" y="3830836"/>
            <a:ext cx="2743131" cy="355600"/>
          </a:xfrm>
          <a:prstGeom prst="rect">
            <a:avLst/>
          </a:prstGeom>
          <a:noFill/>
          <a:ln/>
        </p:spPr>
        <p:txBody>
          <a:bodyPr wrap="none" lIns="0" tIns="0" rIns="0" bIns="0" rtlCol="0" anchor="t"/>
          <a:lstStyle/>
          <a:p>
            <a:pPr marL="0" indent="0" algn="ctr">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Low</a:t>
            </a:r>
            <a:endParaRPr lang="en-US" sz="2000" dirty="0"/>
          </a:p>
        </p:txBody>
      </p:sp>
      <p:sp>
        <p:nvSpPr>
          <p:cNvPr id="34" name="Shape 32"/>
          <p:cNvSpPr/>
          <p:nvPr/>
        </p:nvSpPr>
        <p:spPr>
          <a:xfrm>
            <a:off x="406390" y="4450457"/>
            <a:ext cx="5486263" cy="579041"/>
          </a:xfrm>
          <a:prstGeom prst="roundRect">
            <a:avLst>
              <a:gd name="adj" fmla="val 49999"/>
            </a:avLst>
          </a:prstGeom>
          <a:solidFill>
            <a:srgbClr val="F9B440"/>
          </a:solidFill>
          <a:ln/>
        </p:spPr>
        <p:txBody>
          <a:bodyPr/>
          <a:lstStyle/>
          <a:p>
            <a:endParaRPr lang="en-IN"/>
          </a:p>
        </p:txBody>
      </p:sp>
      <p:sp>
        <p:nvSpPr>
          <p:cNvPr id="35" name="Text 33"/>
          <p:cNvSpPr/>
          <p:nvPr/>
        </p:nvSpPr>
        <p:spPr>
          <a:xfrm>
            <a:off x="634984" y="4580890"/>
            <a:ext cx="5257668" cy="319980"/>
          </a:xfrm>
          <a:prstGeom prst="rect">
            <a:avLst/>
          </a:prstGeom>
          <a:noFill/>
          <a:ln/>
        </p:spPr>
        <p:txBody>
          <a:bodyPr wrap="none" lIns="0" tIns="0" rIns="0" bIns="0" rtlCol="0" anchor="t"/>
          <a:lstStyle/>
          <a:p>
            <a:pPr marL="0" indent="0" algn="l">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Solar power</a:t>
            </a:r>
            <a:endParaRPr lang="en-US" sz="1800" dirty="0"/>
          </a:p>
        </p:txBody>
      </p:sp>
      <p:sp>
        <p:nvSpPr>
          <p:cNvPr id="36" name="Shape 34"/>
          <p:cNvSpPr/>
          <p:nvPr/>
        </p:nvSpPr>
        <p:spPr>
          <a:xfrm>
            <a:off x="6045049" y="4450457"/>
            <a:ext cx="2743131" cy="579041"/>
          </a:xfrm>
          <a:prstGeom prst="roundRect">
            <a:avLst>
              <a:gd name="adj" fmla="val 49999"/>
            </a:avLst>
          </a:prstGeom>
          <a:solidFill>
            <a:srgbClr val="FC9FA5"/>
          </a:solidFill>
          <a:ln/>
        </p:spPr>
        <p:txBody>
          <a:bodyPr/>
          <a:lstStyle/>
          <a:p>
            <a:endParaRPr lang="en-IN"/>
          </a:p>
        </p:txBody>
      </p:sp>
      <p:sp>
        <p:nvSpPr>
          <p:cNvPr id="37" name="Text 35"/>
          <p:cNvSpPr/>
          <p:nvPr/>
        </p:nvSpPr>
        <p:spPr>
          <a:xfrm>
            <a:off x="6045049" y="4526657"/>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50k</a:t>
            </a:r>
            <a:endParaRPr lang="en-US" sz="2400" dirty="0"/>
          </a:p>
        </p:txBody>
      </p:sp>
      <p:sp>
        <p:nvSpPr>
          <p:cNvPr id="38" name="Shape 36"/>
          <p:cNvSpPr/>
          <p:nvPr/>
        </p:nvSpPr>
        <p:spPr>
          <a:xfrm>
            <a:off x="8940576" y="4450457"/>
            <a:ext cx="2743131" cy="579041"/>
          </a:xfrm>
          <a:prstGeom prst="roundRect">
            <a:avLst>
              <a:gd name="adj" fmla="val 49999"/>
            </a:avLst>
          </a:prstGeom>
          <a:solidFill>
            <a:srgbClr val="FBE3D3"/>
          </a:solidFill>
          <a:ln/>
        </p:spPr>
        <p:txBody>
          <a:bodyPr/>
          <a:lstStyle/>
          <a:p>
            <a:endParaRPr lang="en-IN"/>
          </a:p>
        </p:txBody>
      </p:sp>
      <p:sp>
        <p:nvSpPr>
          <p:cNvPr id="39" name="Text 37"/>
          <p:cNvSpPr/>
          <p:nvPr/>
        </p:nvSpPr>
        <p:spPr>
          <a:xfrm>
            <a:off x="8940576" y="4562177"/>
            <a:ext cx="2743131" cy="355600"/>
          </a:xfrm>
          <a:prstGeom prst="rect">
            <a:avLst/>
          </a:prstGeom>
          <a:noFill/>
          <a:ln/>
        </p:spPr>
        <p:txBody>
          <a:bodyPr wrap="none" lIns="0" tIns="0" rIns="0" bIns="0" rtlCol="0" anchor="t"/>
          <a:lstStyle/>
          <a:p>
            <a:pPr marL="0" indent="0" algn="ctr">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Low</a:t>
            </a:r>
            <a:endParaRPr lang="en-US" sz="2000" dirty="0"/>
          </a:p>
        </p:txBody>
      </p:sp>
      <p:sp>
        <p:nvSpPr>
          <p:cNvPr id="40" name="Shape 38"/>
          <p:cNvSpPr/>
          <p:nvPr/>
        </p:nvSpPr>
        <p:spPr>
          <a:xfrm>
            <a:off x="406390" y="5181798"/>
            <a:ext cx="5486263" cy="579041"/>
          </a:xfrm>
          <a:prstGeom prst="roundRect">
            <a:avLst>
              <a:gd name="adj" fmla="val 49999"/>
            </a:avLst>
          </a:prstGeom>
          <a:solidFill>
            <a:srgbClr val="F9B440"/>
          </a:solidFill>
          <a:ln/>
        </p:spPr>
        <p:txBody>
          <a:bodyPr/>
          <a:lstStyle/>
          <a:p>
            <a:endParaRPr lang="en-IN"/>
          </a:p>
        </p:txBody>
      </p:sp>
      <p:sp>
        <p:nvSpPr>
          <p:cNvPr id="41" name="Text 39"/>
          <p:cNvSpPr/>
          <p:nvPr/>
        </p:nvSpPr>
        <p:spPr>
          <a:xfrm>
            <a:off x="634984" y="5312231"/>
            <a:ext cx="5257668" cy="319980"/>
          </a:xfrm>
          <a:prstGeom prst="rect">
            <a:avLst/>
          </a:prstGeom>
          <a:noFill/>
          <a:ln/>
        </p:spPr>
        <p:txBody>
          <a:bodyPr wrap="none" lIns="0" tIns="0" rIns="0" bIns="0" rtlCol="0" anchor="t"/>
          <a:lstStyle/>
          <a:p>
            <a:pPr marL="0" indent="0" algn="l">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Agriculture farming</a:t>
            </a:r>
            <a:endParaRPr lang="en-US" sz="1800" dirty="0"/>
          </a:p>
        </p:txBody>
      </p:sp>
      <p:sp>
        <p:nvSpPr>
          <p:cNvPr id="42" name="Shape 40"/>
          <p:cNvSpPr/>
          <p:nvPr/>
        </p:nvSpPr>
        <p:spPr>
          <a:xfrm>
            <a:off x="6045049" y="5181798"/>
            <a:ext cx="2743131" cy="579041"/>
          </a:xfrm>
          <a:prstGeom prst="roundRect">
            <a:avLst>
              <a:gd name="adj" fmla="val 49999"/>
            </a:avLst>
          </a:prstGeom>
          <a:solidFill>
            <a:srgbClr val="FC9FA5"/>
          </a:solidFill>
          <a:ln/>
        </p:spPr>
        <p:txBody>
          <a:bodyPr/>
          <a:lstStyle/>
          <a:p>
            <a:endParaRPr lang="en-IN"/>
          </a:p>
        </p:txBody>
      </p:sp>
      <p:sp>
        <p:nvSpPr>
          <p:cNvPr id="43" name="Text 41"/>
          <p:cNvSpPr/>
          <p:nvPr/>
        </p:nvSpPr>
        <p:spPr>
          <a:xfrm>
            <a:off x="6045049" y="5257998"/>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50k</a:t>
            </a:r>
            <a:endParaRPr lang="en-US" sz="2400" dirty="0"/>
          </a:p>
        </p:txBody>
      </p:sp>
      <p:sp>
        <p:nvSpPr>
          <p:cNvPr id="44" name="Shape 42"/>
          <p:cNvSpPr/>
          <p:nvPr/>
        </p:nvSpPr>
        <p:spPr>
          <a:xfrm>
            <a:off x="8940576" y="5181798"/>
            <a:ext cx="2743131" cy="579041"/>
          </a:xfrm>
          <a:prstGeom prst="roundRect">
            <a:avLst>
              <a:gd name="adj" fmla="val 49999"/>
            </a:avLst>
          </a:prstGeom>
          <a:solidFill>
            <a:srgbClr val="FBE3D3"/>
          </a:solidFill>
          <a:ln/>
        </p:spPr>
        <p:txBody>
          <a:bodyPr/>
          <a:lstStyle/>
          <a:p>
            <a:endParaRPr lang="en-IN"/>
          </a:p>
        </p:txBody>
      </p:sp>
      <p:sp>
        <p:nvSpPr>
          <p:cNvPr id="45" name="Text 43"/>
          <p:cNvSpPr/>
          <p:nvPr/>
        </p:nvSpPr>
        <p:spPr>
          <a:xfrm>
            <a:off x="8940576" y="5293519"/>
            <a:ext cx="2743131" cy="355600"/>
          </a:xfrm>
          <a:prstGeom prst="rect">
            <a:avLst/>
          </a:prstGeom>
          <a:noFill/>
          <a:ln/>
        </p:spPr>
        <p:txBody>
          <a:bodyPr wrap="none" lIns="0" tIns="0" rIns="0" bIns="0" rtlCol="0" anchor="t"/>
          <a:lstStyle/>
          <a:p>
            <a:pPr marL="0" indent="0" algn="ctr">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Low</a:t>
            </a:r>
            <a:endParaRPr lang="en-US" sz="2000" dirty="0"/>
          </a:p>
        </p:txBody>
      </p:sp>
      <p:pic>
        <p:nvPicPr>
          <p:cNvPr id="47" name="Graphic 46" descr="Agriculture with solid fill">
            <a:extLst>
              <a:ext uri="{FF2B5EF4-FFF2-40B4-BE49-F238E27FC236}">
                <a16:creationId xmlns:a16="http://schemas.microsoft.com/office/drawing/2014/main" id="{AC6AA18F-E76D-5521-92D9-EC3180AFDC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78803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406390" y="338899"/>
            <a:ext cx="1127731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Keyword research: commercial</a:t>
            </a:r>
            <a:endParaRPr lang="en-US" sz="3400" dirty="0"/>
          </a:p>
        </p:txBody>
      </p:sp>
      <p:sp>
        <p:nvSpPr>
          <p:cNvPr id="4" name="Shape 2"/>
          <p:cNvSpPr/>
          <p:nvPr/>
        </p:nvSpPr>
        <p:spPr>
          <a:xfrm>
            <a:off x="406390" y="1037530"/>
            <a:ext cx="5486263" cy="487660"/>
          </a:xfrm>
          <a:prstGeom prst="roundRect">
            <a:avLst>
              <a:gd name="adj" fmla="val 49999"/>
            </a:avLst>
          </a:prstGeom>
          <a:solidFill>
            <a:srgbClr val="FE829A"/>
          </a:solidFill>
          <a:ln/>
        </p:spPr>
        <p:txBody>
          <a:bodyPr/>
          <a:lstStyle/>
          <a:p>
            <a:endParaRPr lang="en-IN"/>
          </a:p>
        </p:txBody>
      </p:sp>
      <p:sp>
        <p:nvSpPr>
          <p:cNvPr id="5" name="Text 3"/>
          <p:cNvSpPr/>
          <p:nvPr/>
        </p:nvSpPr>
        <p:spPr>
          <a:xfrm>
            <a:off x="634984" y="1139448"/>
            <a:ext cx="5257668"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Keyword</a:t>
            </a:r>
            <a:endParaRPr lang="en-US" sz="1600" dirty="0"/>
          </a:p>
        </p:txBody>
      </p:sp>
      <p:sp>
        <p:nvSpPr>
          <p:cNvPr id="6" name="Shape 4"/>
          <p:cNvSpPr/>
          <p:nvPr/>
        </p:nvSpPr>
        <p:spPr>
          <a:xfrm>
            <a:off x="6045049" y="1037530"/>
            <a:ext cx="2743131" cy="487660"/>
          </a:xfrm>
          <a:prstGeom prst="roundRect">
            <a:avLst>
              <a:gd name="adj" fmla="val 49999"/>
            </a:avLst>
          </a:prstGeom>
          <a:solidFill>
            <a:srgbClr val="FE829A"/>
          </a:solidFill>
          <a:ln/>
        </p:spPr>
        <p:txBody>
          <a:bodyPr/>
          <a:lstStyle/>
          <a:p>
            <a:endParaRPr lang="en-IN"/>
          </a:p>
        </p:txBody>
      </p:sp>
      <p:sp>
        <p:nvSpPr>
          <p:cNvPr id="7" name="Text 5"/>
          <p:cNvSpPr/>
          <p:nvPr/>
        </p:nvSpPr>
        <p:spPr>
          <a:xfrm>
            <a:off x="6273643" y="1139448"/>
            <a:ext cx="2514537"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Search volume</a:t>
            </a:r>
            <a:endParaRPr lang="en-US" sz="1600" dirty="0"/>
          </a:p>
        </p:txBody>
      </p:sp>
      <p:sp>
        <p:nvSpPr>
          <p:cNvPr id="8" name="Shape 6"/>
          <p:cNvSpPr/>
          <p:nvPr/>
        </p:nvSpPr>
        <p:spPr>
          <a:xfrm>
            <a:off x="8940576" y="1037530"/>
            <a:ext cx="2743131" cy="487660"/>
          </a:xfrm>
          <a:prstGeom prst="roundRect">
            <a:avLst>
              <a:gd name="adj" fmla="val 49999"/>
            </a:avLst>
          </a:prstGeom>
          <a:solidFill>
            <a:srgbClr val="FE829A"/>
          </a:solidFill>
          <a:ln/>
        </p:spPr>
        <p:txBody>
          <a:bodyPr/>
          <a:lstStyle/>
          <a:p>
            <a:endParaRPr lang="en-IN"/>
          </a:p>
        </p:txBody>
      </p:sp>
      <p:sp>
        <p:nvSpPr>
          <p:cNvPr id="9" name="Text 7"/>
          <p:cNvSpPr/>
          <p:nvPr/>
        </p:nvSpPr>
        <p:spPr>
          <a:xfrm>
            <a:off x="9169171" y="1139448"/>
            <a:ext cx="2514537"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Competition</a:t>
            </a:r>
            <a:endParaRPr lang="en-US" sz="1600" dirty="0"/>
          </a:p>
        </p:txBody>
      </p:sp>
      <p:sp>
        <p:nvSpPr>
          <p:cNvPr id="10" name="Shape 8"/>
          <p:cNvSpPr/>
          <p:nvPr/>
        </p:nvSpPr>
        <p:spPr>
          <a:xfrm>
            <a:off x="406390" y="1677491"/>
            <a:ext cx="5486263" cy="579041"/>
          </a:xfrm>
          <a:prstGeom prst="roundRect">
            <a:avLst>
              <a:gd name="adj" fmla="val 49999"/>
            </a:avLst>
          </a:prstGeom>
          <a:solidFill>
            <a:srgbClr val="F9B440"/>
          </a:solidFill>
          <a:ln/>
        </p:spPr>
        <p:txBody>
          <a:bodyPr/>
          <a:lstStyle/>
          <a:p>
            <a:endParaRPr lang="en-IN"/>
          </a:p>
        </p:txBody>
      </p:sp>
      <p:sp>
        <p:nvSpPr>
          <p:cNvPr id="11" name="Text 9"/>
          <p:cNvSpPr/>
          <p:nvPr/>
        </p:nvSpPr>
        <p:spPr>
          <a:xfrm>
            <a:off x="634984" y="1807924"/>
            <a:ext cx="5257668" cy="319980"/>
          </a:xfrm>
          <a:prstGeom prst="rect">
            <a:avLst/>
          </a:prstGeom>
          <a:noFill/>
          <a:ln/>
        </p:spPr>
        <p:txBody>
          <a:bodyPr wrap="none" lIns="0" tIns="0" rIns="0" bIns="0" rtlCol="0" anchor="t"/>
          <a:lstStyle/>
          <a:p>
            <a:pPr marL="0" indent="0" algn="l">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Solar irrigation system</a:t>
            </a:r>
            <a:endParaRPr lang="en-US" sz="1800" dirty="0"/>
          </a:p>
        </p:txBody>
      </p:sp>
      <p:sp>
        <p:nvSpPr>
          <p:cNvPr id="12" name="Shape 10"/>
          <p:cNvSpPr/>
          <p:nvPr/>
        </p:nvSpPr>
        <p:spPr>
          <a:xfrm>
            <a:off x="6045049" y="1677491"/>
            <a:ext cx="2743131" cy="579041"/>
          </a:xfrm>
          <a:prstGeom prst="roundRect">
            <a:avLst>
              <a:gd name="adj" fmla="val 49999"/>
            </a:avLst>
          </a:prstGeom>
          <a:solidFill>
            <a:srgbClr val="FC9FA5"/>
          </a:solidFill>
          <a:ln/>
        </p:spPr>
        <p:txBody>
          <a:bodyPr/>
          <a:lstStyle/>
          <a:p>
            <a:endParaRPr lang="en-IN"/>
          </a:p>
        </p:txBody>
      </p:sp>
      <p:sp>
        <p:nvSpPr>
          <p:cNvPr id="13" name="Text 11"/>
          <p:cNvSpPr/>
          <p:nvPr/>
        </p:nvSpPr>
        <p:spPr>
          <a:xfrm>
            <a:off x="6045049" y="1753691"/>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5K</a:t>
            </a:r>
            <a:endParaRPr lang="en-US" sz="2400" dirty="0"/>
          </a:p>
        </p:txBody>
      </p:sp>
      <p:sp>
        <p:nvSpPr>
          <p:cNvPr id="14" name="Shape 12"/>
          <p:cNvSpPr/>
          <p:nvPr/>
        </p:nvSpPr>
        <p:spPr>
          <a:xfrm>
            <a:off x="8940576" y="1677491"/>
            <a:ext cx="2743131" cy="579041"/>
          </a:xfrm>
          <a:prstGeom prst="roundRect">
            <a:avLst>
              <a:gd name="adj" fmla="val 49999"/>
            </a:avLst>
          </a:prstGeom>
          <a:solidFill>
            <a:srgbClr val="FBE3D3"/>
          </a:solidFill>
          <a:ln/>
        </p:spPr>
        <p:txBody>
          <a:bodyPr/>
          <a:lstStyle/>
          <a:p>
            <a:endParaRPr lang="en-IN"/>
          </a:p>
        </p:txBody>
      </p:sp>
      <p:sp>
        <p:nvSpPr>
          <p:cNvPr id="15" name="Text 13"/>
          <p:cNvSpPr/>
          <p:nvPr/>
        </p:nvSpPr>
        <p:spPr>
          <a:xfrm>
            <a:off x="8940576" y="1789212"/>
            <a:ext cx="2743131" cy="355600"/>
          </a:xfrm>
          <a:prstGeom prst="rect">
            <a:avLst/>
          </a:prstGeom>
          <a:noFill/>
          <a:ln/>
        </p:spPr>
        <p:txBody>
          <a:bodyPr wrap="none" lIns="0" tIns="0" rIns="0" bIns="0" rtlCol="0" anchor="t"/>
          <a:lstStyle/>
          <a:p>
            <a:pPr marL="0" indent="0" algn="ctr">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Low</a:t>
            </a:r>
            <a:endParaRPr lang="en-US" sz="2000" dirty="0"/>
          </a:p>
        </p:txBody>
      </p:sp>
      <p:sp>
        <p:nvSpPr>
          <p:cNvPr id="16" name="Shape 14"/>
          <p:cNvSpPr/>
          <p:nvPr/>
        </p:nvSpPr>
        <p:spPr>
          <a:xfrm>
            <a:off x="406390" y="2408833"/>
            <a:ext cx="5486263" cy="579041"/>
          </a:xfrm>
          <a:prstGeom prst="roundRect">
            <a:avLst>
              <a:gd name="adj" fmla="val 49999"/>
            </a:avLst>
          </a:prstGeom>
          <a:solidFill>
            <a:srgbClr val="F9B440"/>
          </a:solidFill>
          <a:ln/>
        </p:spPr>
        <p:txBody>
          <a:bodyPr/>
          <a:lstStyle/>
          <a:p>
            <a:endParaRPr lang="en-IN"/>
          </a:p>
        </p:txBody>
      </p:sp>
      <p:sp>
        <p:nvSpPr>
          <p:cNvPr id="17" name="Text 15"/>
          <p:cNvSpPr/>
          <p:nvPr/>
        </p:nvSpPr>
        <p:spPr>
          <a:xfrm>
            <a:off x="634984" y="2539266"/>
            <a:ext cx="5257668" cy="319980"/>
          </a:xfrm>
          <a:prstGeom prst="rect">
            <a:avLst/>
          </a:prstGeom>
          <a:noFill/>
          <a:ln/>
        </p:spPr>
        <p:txBody>
          <a:bodyPr wrap="none" lIns="0" tIns="0" rIns="0" bIns="0" rtlCol="0" anchor="t"/>
          <a:lstStyle/>
          <a:p>
            <a:pPr marL="0" indent="0" algn="l">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Solar powered irrigation</a:t>
            </a:r>
            <a:endParaRPr lang="en-US" sz="1800" dirty="0"/>
          </a:p>
        </p:txBody>
      </p:sp>
      <p:sp>
        <p:nvSpPr>
          <p:cNvPr id="18" name="Shape 16"/>
          <p:cNvSpPr/>
          <p:nvPr/>
        </p:nvSpPr>
        <p:spPr>
          <a:xfrm>
            <a:off x="6045049" y="2408833"/>
            <a:ext cx="2743131" cy="579041"/>
          </a:xfrm>
          <a:prstGeom prst="roundRect">
            <a:avLst>
              <a:gd name="adj" fmla="val 49999"/>
            </a:avLst>
          </a:prstGeom>
          <a:solidFill>
            <a:srgbClr val="FC9FA5"/>
          </a:solidFill>
          <a:ln/>
        </p:spPr>
        <p:txBody>
          <a:bodyPr/>
          <a:lstStyle/>
          <a:p>
            <a:endParaRPr lang="en-IN"/>
          </a:p>
        </p:txBody>
      </p:sp>
      <p:sp>
        <p:nvSpPr>
          <p:cNvPr id="19" name="Text 17"/>
          <p:cNvSpPr/>
          <p:nvPr/>
        </p:nvSpPr>
        <p:spPr>
          <a:xfrm>
            <a:off x="6045049" y="2485033"/>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5K</a:t>
            </a:r>
            <a:endParaRPr lang="en-US" sz="2400" dirty="0"/>
          </a:p>
        </p:txBody>
      </p:sp>
      <p:sp>
        <p:nvSpPr>
          <p:cNvPr id="20" name="Shape 18"/>
          <p:cNvSpPr/>
          <p:nvPr/>
        </p:nvSpPr>
        <p:spPr>
          <a:xfrm>
            <a:off x="8940576" y="2408833"/>
            <a:ext cx="2743131" cy="579041"/>
          </a:xfrm>
          <a:prstGeom prst="roundRect">
            <a:avLst>
              <a:gd name="adj" fmla="val 49999"/>
            </a:avLst>
          </a:prstGeom>
          <a:solidFill>
            <a:srgbClr val="FBE3D3"/>
          </a:solidFill>
          <a:ln/>
        </p:spPr>
        <p:txBody>
          <a:bodyPr/>
          <a:lstStyle/>
          <a:p>
            <a:endParaRPr lang="en-IN"/>
          </a:p>
        </p:txBody>
      </p:sp>
      <p:sp>
        <p:nvSpPr>
          <p:cNvPr id="21" name="Text 19"/>
          <p:cNvSpPr/>
          <p:nvPr/>
        </p:nvSpPr>
        <p:spPr>
          <a:xfrm>
            <a:off x="8940576" y="2520553"/>
            <a:ext cx="2743131" cy="355600"/>
          </a:xfrm>
          <a:prstGeom prst="rect">
            <a:avLst/>
          </a:prstGeom>
          <a:noFill/>
          <a:ln/>
        </p:spPr>
        <p:txBody>
          <a:bodyPr wrap="none" lIns="0" tIns="0" rIns="0" bIns="0" rtlCol="0" anchor="t"/>
          <a:lstStyle/>
          <a:p>
            <a:pPr marL="0" indent="0" algn="ctr">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Low</a:t>
            </a:r>
            <a:endParaRPr lang="en-US" sz="2000" dirty="0"/>
          </a:p>
        </p:txBody>
      </p:sp>
      <p:sp>
        <p:nvSpPr>
          <p:cNvPr id="22" name="Shape 20"/>
          <p:cNvSpPr/>
          <p:nvPr/>
        </p:nvSpPr>
        <p:spPr>
          <a:xfrm>
            <a:off x="406390" y="3140174"/>
            <a:ext cx="5486263" cy="579041"/>
          </a:xfrm>
          <a:prstGeom prst="roundRect">
            <a:avLst>
              <a:gd name="adj" fmla="val 49999"/>
            </a:avLst>
          </a:prstGeom>
          <a:solidFill>
            <a:srgbClr val="F9B440"/>
          </a:solidFill>
          <a:ln/>
        </p:spPr>
        <p:txBody>
          <a:bodyPr/>
          <a:lstStyle/>
          <a:p>
            <a:endParaRPr lang="en-IN"/>
          </a:p>
        </p:txBody>
      </p:sp>
      <p:sp>
        <p:nvSpPr>
          <p:cNvPr id="23" name="Text 21"/>
          <p:cNvSpPr/>
          <p:nvPr/>
        </p:nvSpPr>
        <p:spPr>
          <a:xfrm>
            <a:off x="634984" y="3270607"/>
            <a:ext cx="5257668" cy="319980"/>
          </a:xfrm>
          <a:prstGeom prst="rect">
            <a:avLst/>
          </a:prstGeom>
          <a:noFill/>
          <a:ln/>
        </p:spPr>
        <p:txBody>
          <a:bodyPr wrap="none" lIns="0" tIns="0" rIns="0" bIns="0" rtlCol="0" anchor="t"/>
          <a:lstStyle/>
          <a:p>
            <a:pPr marL="0" indent="0" algn="l">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Solar powered irrigation system</a:t>
            </a:r>
            <a:endParaRPr lang="en-US" sz="1800" dirty="0"/>
          </a:p>
        </p:txBody>
      </p:sp>
      <p:sp>
        <p:nvSpPr>
          <p:cNvPr id="24" name="Shape 22"/>
          <p:cNvSpPr/>
          <p:nvPr/>
        </p:nvSpPr>
        <p:spPr>
          <a:xfrm>
            <a:off x="6045049" y="3140174"/>
            <a:ext cx="2743131" cy="579041"/>
          </a:xfrm>
          <a:prstGeom prst="roundRect">
            <a:avLst>
              <a:gd name="adj" fmla="val 49999"/>
            </a:avLst>
          </a:prstGeom>
          <a:solidFill>
            <a:srgbClr val="FC9FA5"/>
          </a:solidFill>
          <a:ln/>
        </p:spPr>
        <p:txBody>
          <a:bodyPr/>
          <a:lstStyle/>
          <a:p>
            <a:endParaRPr lang="en-IN"/>
          </a:p>
        </p:txBody>
      </p:sp>
      <p:sp>
        <p:nvSpPr>
          <p:cNvPr id="25" name="Text 23"/>
          <p:cNvSpPr/>
          <p:nvPr/>
        </p:nvSpPr>
        <p:spPr>
          <a:xfrm>
            <a:off x="6045049" y="3216374"/>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5K</a:t>
            </a:r>
            <a:endParaRPr lang="en-US" sz="2400" dirty="0"/>
          </a:p>
        </p:txBody>
      </p:sp>
      <p:sp>
        <p:nvSpPr>
          <p:cNvPr id="26" name="Shape 24"/>
          <p:cNvSpPr/>
          <p:nvPr/>
        </p:nvSpPr>
        <p:spPr>
          <a:xfrm>
            <a:off x="8940576" y="3140174"/>
            <a:ext cx="2743131" cy="579041"/>
          </a:xfrm>
          <a:prstGeom prst="roundRect">
            <a:avLst>
              <a:gd name="adj" fmla="val 49999"/>
            </a:avLst>
          </a:prstGeom>
          <a:solidFill>
            <a:srgbClr val="FBE3D3"/>
          </a:solidFill>
          <a:ln/>
        </p:spPr>
        <p:txBody>
          <a:bodyPr/>
          <a:lstStyle/>
          <a:p>
            <a:endParaRPr lang="en-IN"/>
          </a:p>
        </p:txBody>
      </p:sp>
      <p:sp>
        <p:nvSpPr>
          <p:cNvPr id="27" name="Text 25"/>
          <p:cNvSpPr/>
          <p:nvPr/>
        </p:nvSpPr>
        <p:spPr>
          <a:xfrm>
            <a:off x="8940576" y="3251895"/>
            <a:ext cx="2743131" cy="355600"/>
          </a:xfrm>
          <a:prstGeom prst="rect">
            <a:avLst/>
          </a:prstGeom>
          <a:noFill/>
          <a:ln/>
        </p:spPr>
        <p:txBody>
          <a:bodyPr wrap="none" lIns="0" tIns="0" rIns="0" bIns="0" rtlCol="0" anchor="t"/>
          <a:lstStyle/>
          <a:p>
            <a:pPr marL="0" indent="0" algn="ctr">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Low</a:t>
            </a:r>
            <a:endParaRPr lang="en-US" sz="2000" dirty="0"/>
          </a:p>
        </p:txBody>
      </p:sp>
      <p:sp>
        <p:nvSpPr>
          <p:cNvPr id="28" name="Shape 26"/>
          <p:cNvSpPr/>
          <p:nvPr/>
        </p:nvSpPr>
        <p:spPr>
          <a:xfrm>
            <a:off x="406390" y="3871516"/>
            <a:ext cx="5486263" cy="579041"/>
          </a:xfrm>
          <a:prstGeom prst="roundRect">
            <a:avLst>
              <a:gd name="adj" fmla="val 49999"/>
            </a:avLst>
          </a:prstGeom>
          <a:solidFill>
            <a:srgbClr val="F9B440"/>
          </a:solidFill>
          <a:ln/>
        </p:spPr>
        <p:txBody>
          <a:bodyPr/>
          <a:lstStyle/>
          <a:p>
            <a:endParaRPr lang="en-IN"/>
          </a:p>
        </p:txBody>
      </p:sp>
      <p:sp>
        <p:nvSpPr>
          <p:cNvPr id="29" name="Text 27"/>
          <p:cNvSpPr/>
          <p:nvPr/>
        </p:nvSpPr>
        <p:spPr>
          <a:xfrm>
            <a:off x="634984" y="4001949"/>
            <a:ext cx="5257668" cy="319980"/>
          </a:xfrm>
          <a:prstGeom prst="rect">
            <a:avLst/>
          </a:prstGeom>
          <a:noFill/>
          <a:ln/>
        </p:spPr>
        <p:txBody>
          <a:bodyPr wrap="none" lIns="0" tIns="0" rIns="0" bIns="0" rtlCol="0" anchor="t"/>
          <a:lstStyle/>
          <a:p>
            <a:pPr marL="0" indent="0" algn="l">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Solar energy systems</a:t>
            </a:r>
            <a:endParaRPr lang="en-US" sz="1800" dirty="0"/>
          </a:p>
        </p:txBody>
      </p:sp>
      <p:sp>
        <p:nvSpPr>
          <p:cNvPr id="30" name="Shape 28"/>
          <p:cNvSpPr/>
          <p:nvPr/>
        </p:nvSpPr>
        <p:spPr>
          <a:xfrm>
            <a:off x="6045049" y="3871516"/>
            <a:ext cx="2743131" cy="579041"/>
          </a:xfrm>
          <a:prstGeom prst="roundRect">
            <a:avLst>
              <a:gd name="adj" fmla="val 49999"/>
            </a:avLst>
          </a:prstGeom>
          <a:solidFill>
            <a:srgbClr val="FC9FA5"/>
          </a:solidFill>
          <a:ln/>
        </p:spPr>
        <p:txBody>
          <a:bodyPr/>
          <a:lstStyle/>
          <a:p>
            <a:endParaRPr lang="en-IN"/>
          </a:p>
        </p:txBody>
      </p:sp>
      <p:sp>
        <p:nvSpPr>
          <p:cNvPr id="31" name="Text 29"/>
          <p:cNvSpPr/>
          <p:nvPr/>
        </p:nvSpPr>
        <p:spPr>
          <a:xfrm>
            <a:off x="6045049" y="3947716"/>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5K</a:t>
            </a:r>
            <a:endParaRPr lang="en-US" sz="2400" dirty="0"/>
          </a:p>
        </p:txBody>
      </p:sp>
      <p:sp>
        <p:nvSpPr>
          <p:cNvPr id="32" name="Shape 30"/>
          <p:cNvSpPr/>
          <p:nvPr/>
        </p:nvSpPr>
        <p:spPr>
          <a:xfrm>
            <a:off x="8940576" y="3871516"/>
            <a:ext cx="2743131" cy="579041"/>
          </a:xfrm>
          <a:prstGeom prst="roundRect">
            <a:avLst>
              <a:gd name="adj" fmla="val 49999"/>
            </a:avLst>
          </a:prstGeom>
          <a:solidFill>
            <a:srgbClr val="FBE3D3"/>
          </a:solidFill>
          <a:ln/>
        </p:spPr>
        <p:txBody>
          <a:bodyPr/>
          <a:lstStyle/>
          <a:p>
            <a:endParaRPr lang="en-IN"/>
          </a:p>
        </p:txBody>
      </p:sp>
      <p:sp>
        <p:nvSpPr>
          <p:cNvPr id="33" name="Text 31"/>
          <p:cNvSpPr/>
          <p:nvPr/>
        </p:nvSpPr>
        <p:spPr>
          <a:xfrm>
            <a:off x="8940576" y="3983236"/>
            <a:ext cx="2743131" cy="355600"/>
          </a:xfrm>
          <a:prstGeom prst="rect">
            <a:avLst/>
          </a:prstGeom>
          <a:noFill/>
          <a:ln/>
        </p:spPr>
        <p:txBody>
          <a:bodyPr wrap="none" lIns="0" tIns="0" rIns="0" bIns="0" rtlCol="0" anchor="t"/>
          <a:lstStyle/>
          <a:p>
            <a:pPr marL="0" indent="0" algn="ctr">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Low</a:t>
            </a:r>
            <a:endParaRPr lang="en-US" sz="2000" dirty="0"/>
          </a:p>
        </p:txBody>
      </p:sp>
      <p:sp>
        <p:nvSpPr>
          <p:cNvPr id="34" name="Shape 32"/>
          <p:cNvSpPr/>
          <p:nvPr/>
        </p:nvSpPr>
        <p:spPr>
          <a:xfrm>
            <a:off x="406390" y="4602857"/>
            <a:ext cx="5486263" cy="579041"/>
          </a:xfrm>
          <a:prstGeom prst="roundRect">
            <a:avLst>
              <a:gd name="adj" fmla="val 49999"/>
            </a:avLst>
          </a:prstGeom>
          <a:solidFill>
            <a:srgbClr val="F9B440"/>
          </a:solidFill>
          <a:ln/>
        </p:spPr>
        <p:txBody>
          <a:bodyPr/>
          <a:lstStyle/>
          <a:p>
            <a:endParaRPr lang="en-IN"/>
          </a:p>
        </p:txBody>
      </p:sp>
      <p:sp>
        <p:nvSpPr>
          <p:cNvPr id="35" name="Text 33"/>
          <p:cNvSpPr/>
          <p:nvPr/>
        </p:nvSpPr>
        <p:spPr>
          <a:xfrm>
            <a:off x="634984" y="4733290"/>
            <a:ext cx="5257668" cy="319980"/>
          </a:xfrm>
          <a:prstGeom prst="rect">
            <a:avLst/>
          </a:prstGeom>
          <a:noFill/>
          <a:ln/>
        </p:spPr>
        <p:txBody>
          <a:bodyPr wrap="none" lIns="0" tIns="0" rIns="0" bIns="0" rtlCol="0" anchor="t"/>
          <a:lstStyle/>
          <a:p>
            <a:pPr marL="0" indent="0" algn="l">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Renewable energy systems</a:t>
            </a:r>
            <a:endParaRPr lang="en-US" sz="1800" dirty="0"/>
          </a:p>
        </p:txBody>
      </p:sp>
      <p:sp>
        <p:nvSpPr>
          <p:cNvPr id="36" name="Shape 34"/>
          <p:cNvSpPr/>
          <p:nvPr/>
        </p:nvSpPr>
        <p:spPr>
          <a:xfrm>
            <a:off x="6045049" y="4602857"/>
            <a:ext cx="2743131" cy="579041"/>
          </a:xfrm>
          <a:prstGeom prst="roundRect">
            <a:avLst>
              <a:gd name="adj" fmla="val 49999"/>
            </a:avLst>
          </a:prstGeom>
          <a:solidFill>
            <a:srgbClr val="FC9FA5"/>
          </a:solidFill>
          <a:ln/>
        </p:spPr>
        <p:txBody>
          <a:bodyPr/>
          <a:lstStyle/>
          <a:p>
            <a:endParaRPr lang="en-IN"/>
          </a:p>
        </p:txBody>
      </p:sp>
      <p:sp>
        <p:nvSpPr>
          <p:cNvPr id="37" name="Text 35"/>
          <p:cNvSpPr/>
          <p:nvPr/>
        </p:nvSpPr>
        <p:spPr>
          <a:xfrm>
            <a:off x="6045049" y="4679057"/>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50K</a:t>
            </a:r>
            <a:endParaRPr lang="en-US" sz="2400" dirty="0"/>
          </a:p>
        </p:txBody>
      </p:sp>
      <p:sp>
        <p:nvSpPr>
          <p:cNvPr id="38" name="Shape 36"/>
          <p:cNvSpPr/>
          <p:nvPr/>
        </p:nvSpPr>
        <p:spPr>
          <a:xfrm>
            <a:off x="8940576" y="4602857"/>
            <a:ext cx="2743131" cy="579041"/>
          </a:xfrm>
          <a:prstGeom prst="roundRect">
            <a:avLst>
              <a:gd name="adj" fmla="val 49999"/>
            </a:avLst>
          </a:prstGeom>
          <a:solidFill>
            <a:srgbClr val="FBE3D3"/>
          </a:solidFill>
          <a:ln/>
        </p:spPr>
        <p:txBody>
          <a:bodyPr/>
          <a:lstStyle/>
          <a:p>
            <a:endParaRPr lang="en-IN"/>
          </a:p>
        </p:txBody>
      </p:sp>
      <p:sp>
        <p:nvSpPr>
          <p:cNvPr id="39" name="Text 37"/>
          <p:cNvSpPr/>
          <p:nvPr/>
        </p:nvSpPr>
        <p:spPr>
          <a:xfrm>
            <a:off x="8940576" y="4714577"/>
            <a:ext cx="2743131" cy="355600"/>
          </a:xfrm>
          <a:prstGeom prst="rect">
            <a:avLst/>
          </a:prstGeom>
          <a:noFill/>
          <a:ln/>
        </p:spPr>
        <p:txBody>
          <a:bodyPr wrap="none" lIns="0" tIns="0" rIns="0" bIns="0" rtlCol="0" anchor="t"/>
          <a:lstStyle/>
          <a:p>
            <a:pPr marL="0" indent="0" algn="ctr">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Low</a:t>
            </a:r>
            <a:endParaRPr lang="en-US" sz="2000" dirty="0"/>
          </a:p>
        </p:txBody>
      </p:sp>
      <p:sp>
        <p:nvSpPr>
          <p:cNvPr id="40" name="Shape 38"/>
          <p:cNvSpPr/>
          <p:nvPr/>
        </p:nvSpPr>
        <p:spPr>
          <a:xfrm>
            <a:off x="406390" y="5334198"/>
            <a:ext cx="5486263" cy="579041"/>
          </a:xfrm>
          <a:prstGeom prst="roundRect">
            <a:avLst>
              <a:gd name="adj" fmla="val 49999"/>
            </a:avLst>
          </a:prstGeom>
          <a:solidFill>
            <a:srgbClr val="F9B440"/>
          </a:solidFill>
          <a:ln/>
        </p:spPr>
        <p:txBody>
          <a:bodyPr/>
          <a:lstStyle/>
          <a:p>
            <a:endParaRPr lang="en-IN"/>
          </a:p>
        </p:txBody>
      </p:sp>
      <p:sp>
        <p:nvSpPr>
          <p:cNvPr id="41" name="Text 39"/>
          <p:cNvSpPr/>
          <p:nvPr/>
        </p:nvSpPr>
        <p:spPr>
          <a:xfrm>
            <a:off x="634984" y="5464631"/>
            <a:ext cx="5257668" cy="319980"/>
          </a:xfrm>
          <a:prstGeom prst="rect">
            <a:avLst/>
          </a:prstGeom>
          <a:noFill/>
          <a:ln/>
        </p:spPr>
        <p:txBody>
          <a:bodyPr wrap="none" lIns="0" tIns="0" rIns="0" bIns="0" rtlCol="0" anchor="t"/>
          <a:lstStyle/>
          <a:p>
            <a:pPr marL="0" indent="0" algn="l">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Solar powered pumps</a:t>
            </a:r>
            <a:endParaRPr lang="en-US" sz="1800" dirty="0"/>
          </a:p>
        </p:txBody>
      </p:sp>
      <p:sp>
        <p:nvSpPr>
          <p:cNvPr id="42" name="Shape 40"/>
          <p:cNvSpPr/>
          <p:nvPr/>
        </p:nvSpPr>
        <p:spPr>
          <a:xfrm>
            <a:off x="6045049" y="5334198"/>
            <a:ext cx="2743131" cy="579041"/>
          </a:xfrm>
          <a:prstGeom prst="roundRect">
            <a:avLst>
              <a:gd name="adj" fmla="val 49999"/>
            </a:avLst>
          </a:prstGeom>
          <a:solidFill>
            <a:srgbClr val="FC9FA5"/>
          </a:solidFill>
          <a:ln/>
        </p:spPr>
        <p:txBody>
          <a:bodyPr/>
          <a:lstStyle/>
          <a:p>
            <a:endParaRPr lang="en-IN"/>
          </a:p>
        </p:txBody>
      </p:sp>
      <p:sp>
        <p:nvSpPr>
          <p:cNvPr id="43" name="Text 41"/>
          <p:cNvSpPr/>
          <p:nvPr/>
        </p:nvSpPr>
        <p:spPr>
          <a:xfrm>
            <a:off x="6045049" y="5410398"/>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50K</a:t>
            </a:r>
            <a:endParaRPr lang="en-US" sz="2400" dirty="0"/>
          </a:p>
        </p:txBody>
      </p:sp>
      <p:sp>
        <p:nvSpPr>
          <p:cNvPr id="44" name="Shape 42"/>
          <p:cNvSpPr/>
          <p:nvPr/>
        </p:nvSpPr>
        <p:spPr>
          <a:xfrm>
            <a:off x="8940576" y="5334198"/>
            <a:ext cx="2743131" cy="579041"/>
          </a:xfrm>
          <a:prstGeom prst="roundRect">
            <a:avLst>
              <a:gd name="adj" fmla="val 49999"/>
            </a:avLst>
          </a:prstGeom>
          <a:solidFill>
            <a:srgbClr val="F9B95A"/>
          </a:solidFill>
          <a:ln/>
        </p:spPr>
        <p:txBody>
          <a:bodyPr/>
          <a:lstStyle/>
          <a:p>
            <a:endParaRPr lang="en-IN"/>
          </a:p>
        </p:txBody>
      </p:sp>
      <p:sp>
        <p:nvSpPr>
          <p:cNvPr id="45" name="Text 43"/>
          <p:cNvSpPr/>
          <p:nvPr/>
        </p:nvSpPr>
        <p:spPr>
          <a:xfrm>
            <a:off x="8940576" y="5445919"/>
            <a:ext cx="2743131" cy="355600"/>
          </a:xfrm>
          <a:prstGeom prst="rect">
            <a:avLst/>
          </a:prstGeom>
          <a:noFill/>
          <a:ln/>
        </p:spPr>
        <p:txBody>
          <a:bodyPr wrap="none" lIns="0" tIns="0" rIns="0" bIns="0" rtlCol="0" anchor="t"/>
          <a:lstStyle/>
          <a:p>
            <a:pPr marL="0" indent="0" algn="ctr">
              <a:lnSpc>
                <a:spcPct val="117000"/>
              </a:lnSpc>
              <a:buNone/>
            </a:pPr>
            <a:r>
              <a:rPr lang="en-US" sz="2000" b="1" dirty="0">
                <a:solidFill>
                  <a:srgbClr val="1F1F1F"/>
                </a:solidFill>
                <a:latin typeface="Space Grotesk Bold" pitchFamily="34" charset="0"/>
                <a:ea typeface="Space Grotesk Bold" pitchFamily="34" charset="-122"/>
                <a:cs typeface="Space Grotesk Bold" pitchFamily="34" charset="-120"/>
              </a:rPr>
              <a:t>Medium</a:t>
            </a:r>
            <a:endParaRPr lang="en-US" sz="2000" dirty="0"/>
          </a:p>
        </p:txBody>
      </p:sp>
      <p:pic>
        <p:nvPicPr>
          <p:cNvPr id="47" name="Graphic 46" descr="Agriculture with solid fill">
            <a:extLst>
              <a:ext uri="{FF2B5EF4-FFF2-40B4-BE49-F238E27FC236}">
                <a16:creationId xmlns:a16="http://schemas.microsoft.com/office/drawing/2014/main" id="{7ED52499-C414-29EB-24D3-99C4CC3026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102226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406390" y="338899"/>
            <a:ext cx="1127731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Keyword research: transactional</a:t>
            </a:r>
            <a:endParaRPr lang="en-US" sz="3400" dirty="0"/>
          </a:p>
        </p:txBody>
      </p:sp>
      <p:sp>
        <p:nvSpPr>
          <p:cNvPr id="4" name="Shape 2"/>
          <p:cNvSpPr/>
          <p:nvPr/>
        </p:nvSpPr>
        <p:spPr>
          <a:xfrm>
            <a:off x="406390" y="1037530"/>
            <a:ext cx="5486263" cy="487660"/>
          </a:xfrm>
          <a:prstGeom prst="roundRect">
            <a:avLst>
              <a:gd name="adj" fmla="val 49999"/>
            </a:avLst>
          </a:prstGeom>
          <a:solidFill>
            <a:srgbClr val="FE829A"/>
          </a:solidFill>
          <a:ln/>
        </p:spPr>
        <p:txBody>
          <a:bodyPr/>
          <a:lstStyle/>
          <a:p>
            <a:endParaRPr lang="en-IN"/>
          </a:p>
        </p:txBody>
      </p:sp>
      <p:sp>
        <p:nvSpPr>
          <p:cNvPr id="5" name="Text 3"/>
          <p:cNvSpPr/>
          <p:nvPr/>
        </p:nvSpPr>
        <p:spPr>
          <a:xfrm>
            <a:off x="634984" y="1139448"/>
            <a:ext cx="5257668"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Keyword</a:t>
            </a:r>
            <a:endParaRPr lang="en-US" sz="1600" dirty="0"/>
          </a:p>
        </p:txBody>
      </p:sp>
      <p:sp>
        <p:nvSpPr>
          <p:cNvPr id="6" name="Shape 4"/>
          <p:cNvSpPr/>
          <p:nvPr/>
        </p:nvSpPr>
        <p:spPr>
          <a:xfrm>
            <a:off x="6045049" y="1037530"/>
            <a:ext cx="2743131" cy="487660"/>
          </a:xfrm>
          <a:prstGeom prst="roundRect">
            <a:avLst>
              <a:gd name="adj" fmla="val 49999"/>
            </a:avLst>
          </a:prstGeom>
          <a:solidFill>
            <a:srgbClr val="FE829A"/>
          </a:solidFill>
          <a:ln/>
        </p:spPr>
        <p:txBody>
          <a:bodyPr/>
          <a:lstStyle/>
          <a:p>
            <a:endParaRPr lang="en-IN"/>
          </a:p>
        </p:txBody>
      </p:sp>
      <p:sp>
        <p:nvSpPr>
          <p:cNvPr id="7" name="Text 5"/>
          <p:cNvSpPr/>
          <p:nvPr/>
        </p:nvSpPr>
        <p:spPr>
          <a:xfrm>
            <a:off x="6273643" y="1139448"/>
            <a:ext cx="2514537"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Search volume</a:t>
            </a:r>
            <a:endParaRPr lang="en-US" sz="1600" dirty="0"/>
          </a:p>
        </p:txBody>
      </p:sp>
      <p:sp>
        <p:nvSpPr>
          <p:cNvPr id="8" name="Shape 6"/>
          <p:cNvSpPr/>
          <p:nvPr/>
        </p:nvSpPr>
        <p:spPr>
          <a:xfrm>
            <a:off x="8940576" y="1037530"/>
            <a:ext cx="2743131" cy="487660"/>
          </a:xfrm>
          <a:prstGeom prst="roundRect">
            <a:avLst>
              <a:gd name="adj" fmla="val 49999"/>
            </a:avLst>
          </a:prstGeom>
          <a:solidFill>
            <a:srgbClr val="FE829A"/>
          </a:solidFill>
          <a:ln/>
        </p:spPr>
        <p:txBody>
          <a:bodyPr/>
          <a:lstStyle/>
          <a:p>
            <a:endParaRPr lang="en-IN"/>
          </a:p>
        </p:txBody>
      </p:sp>
      <p:sp>
        <p:nvSpPr>
          <p:cNvPr id="9" name="Text 7"/>
          <p:cNvSpPr/>
          <p:nvPr/>
        </p:nvSpPr>
        <p:spPr>
          <a:xfrm>
            <a:off x="9169171" y="1139448"/>
            <a:ext cx="2514537"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Competition</a:t>
            </a:r>
            <a:endParaRPr lang="en-US" sz="1600" dirty="0"/>
          </a:p>
        </p:txBody>
      </p:sp>
      <p:sp>
        <p:nvSpPr>
          <p:cNvPr id="10" name="Shape 8"/>
          <p:cNvSpPr/>
          <p:nvPr/>
        </p:nvSpPr>
        <p:spPr>
          <a:xfrm>
            <a:off x="406390" y="1677491"/>
            <a:ext cx="5486263" cy="579041"/>
          </a:xfrm>
          <a:prstGeom prst="roundRect">
            <a:avLst>
              <a:gd name="adj" fmla="val 49999"/>
            </a:avLst>
          </a:prstGeom>
          <a:solidFill>
            <a:srgbClr val="F9B440"/>
          </a:solidFill>
          <a:ln/>
        </p:spPr>
        <p:txBody>
          <a:bodyPr/>
          <a:lstStyle/>
          <a:p>
            <a:endParaRPr lang="en-IN"/>
          </a:p>
        </p:txBody>
      </p:sp>
      <p:sp>
        <p:nvSpPr>
          <p:cNvPr id="11" name="Text 9"/>
          <p:cNvSpPr/>
          <p:nvPr/>
        </p:nvSpPr>
        <p:spPr>
          <a:xfrm>
            <a:off x="634984" y="1807924"/>
            <a:ext cx="5257668" cy="319980"/>
          </a:xfrm>
          <a:prstGeom prst="rect">
            <a:avLst/>
          </a:prstGeom>
          <a:noFill/>
          <a:ln/>
        </p:spPr>
        <p:txBody>
          <a:bodyPr wrap="none" lIns="0" tIns="0" rIns="0" bIns="0" rtlCol="0" anchor="t"/>
          <a:lstStyle/>
          <a:p>
            <a:pPr marL="0" indent="0" algn="l">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Solar water pump for agriculture</a:t>
            </a:r>
            <a:endParaRPr lang="en-US" sz="1800" dirty="0"/>
          </a:p>
        </p:txBody>
      </p:sp>
      <p:sp>
        <p:nvSpPr>
          <p:cNvPr id="12" name="Shape 10"/>
          <p:cNvSpPr/>
          <p:nvPr/>
        </p:nvSpPr>
        <p:spPr>
          <a:xfrm>
            <a:off x="6045049" y="1677491"/>
            <a:ext cx="2743131" cy="579041"/>
          </a:xfrm>
          <a:prstGeom prst="roundRect">
            <a:avLst>
              <a:gd name="adj" fmla="val 49999"/>
            </a:avLst>
          </a:prstGeom>
          <a:solidFill>
            <a:srgbClr val="FC9FA5"/>
          </a:solidFill>
          <a:ln/>
        </p:spPr>
        <p:txBody>
          <a:bodyPr/>
          <a:lstStyle/>
          <a:p>
            <a:endParaRPr lang="en-IN"/>
          </a:p>
        </p:txBody>
      </p:sp>
      <p:sp>
        <p:nvSpPr>
          <p:cNvPr id="13" name="Text 11"/>
          <p:cNvSpPr/>
          <p:nvPr/>
        </p:nvSpPr>
        <p:spPr>
          <a:xfrm>
            <a:off x="6045049" y="1753691"/>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5K</a:t>
            </a:r>
            <a:endParaRPr lang="en-US" sz="2400" dirty="0"/>
          </a:p>
        </p:txBody>
      </p:sp>
      <p:sp>
        <p:nvSpPr>
          <p:cNvPr id="14" name="Shape 12"/>
          <p:cNvSpPr/>
          <p:nvPr/>
        </p:nvSpPr>
        <p:spPr>
          <a:xfrm>
            <a:off x="8940576" y="1677491"/>
            <a:ext cx="2743131" cy="579041"/>
          </a:xfrm>
          <a:prstGeom prst="roundRect">
            <a:avLst>
              <a:gd name="adj" fmla="val 49999"/>
            </a:avLst>
          </a:prstGeom>
          <a:solidFill>
            <a:srgbClr val="F9B95A"/>
          </a:solidFill>
          <a:ln/>
        </p:spPr>
        <p:txBody>
          <a:bodyPr/>
          <a:lstStyle/>
          <a:p>
            <a:endParaRPr lang="en-IN"/>
          </a:p>
        </p:txBody>
      </p:sp>
      <p:sp>
        <p:nvSpPr>
          <p:cNvPr id="15" name="Text 13"/>
          <p:cNvSpPr/>
          <p:nvPr/>
        </p:nvSpPr>
        <p:spPr>
          <a:xfrm>
            <a:off x="8940576" y="1789212"/>
            <a:ext cx="2743131" cy="355600"/>
          </a:xfrm>
          <a:prstGeom prst="rect">
            <a:avLst/>
          </a:prstGeom>
          <a:noFill/>
          <a:ln/>
        </p:spPr>
        <p:txBody>
          <a:bodyPr wrap="none" lIns="0" tIns="0" rIns="0" bIns="0" rtlCol="0" anchor="t"/>
          <a:lstStyle/>
          <a:p>
            <a:pPr marL="0" indent="0" algn="ctr">
              <a:lnSpc>
                <a:spcPct val="117000"/>
              </a:lnSpc>
              <a:buNone/>
            </a:pPr>
            <a:r>
              <a:rPr lang="en-US" sz="2000" b="1" dirty="0">
                <a:solidFill>
                  <a:srgbClr val="1F1F1F"/>
                </a:solidFill>
                <a:latin typeface="Space Grotesk Bold" pitchFamily="34" charset="0"/>
                <a:ea typeface="Space Grotesk Bold" pitchFamily="34" charset="-122"/>
                <a:cs typeface="Space Grotesk Bold" pitchFamily="34" charset="-120"/>
              </a:rPr>
              <a:t>Medium</a:t>
            </a:r>
            <a:endParaRPr lang="en-US" sz="2000" dirty="0"/>
          </a:p>
        </p:txBody>
      </p:sp>
      <p:sp>
        <p:nvSpPr>
          <p:cNvPr id="16" name="Shape 14"/>
          <p:cNvSpPr/>
          <p:nvPr/>
        </p:nvSpPr>
        <p:spPr>
          <a:xfrm>
            <a:off x="406390" y="2408833"/>
            <a:ext cx="5486263" cy="579041"/>
          </a:xfrm>
          <a:prstGeom prst="roundRect">
            <a:avLst>
              <a:gd name="adj" fmla="val 49999"/>
            </a:avLst>
          </a:prstGeom>
          <a:solidFill>
            <a:srgbClr val="F9B440"/>
          </a:solidFill>
          <a:ln/>
        </p:spPr>
        <p:txBody>
          <a:bodyPr/>
          <a:lstStyle/>
          <a:p>
            <a:endParaRPr lang="en-IN"/>
          </a:p>
        </p:txBody>
      </p:sp>
      <p:sp>
        <p:nvSpPr>
          <p:cNvPr id="17" name="Text 15"/>
          <p:cNvSpPr/>
          <p:nvPr/>
        </p:nvSpPr>
        <p:spPr>
          <a:xfrm>
            <a:off x="634984" y="2539266"/>
            <a:ext cx="5257668" cy="319980"/>
          </a:xfrm>
          <a:prstGeom prst="rect">
            <a:avLst/>
          </a:prstGeom>
          <a:noFill/>
          <a:ln/>
        </p:spPr>
        <p:txBody>
          <a:bodyPr wrap="none" lIns="0" tIns="0" rIns="0" bIns="0" rtlCol="0" anchor="t"/>
          <a:lstStyle/>
          <a:p>
            <a:pPr marL="0" indent="0" algn="l">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Solar pump for agriculture</a:t>
            </a:r>
            <a:endParaRPr lang="en-US" sz="1800" dirty="0"/>
          </a:p>
        </p:txBody>
      </p:sp>
      <p:sp>
        <p:nvSpPr>
          <p:cNvPr id="18" name="Shape 16"/>
          <p:cNvSpPr/>
          <p:nvPr/>
        </p:nvSpPr>
        <p:spPr>
          <a:xfrm>
            <a:off x="6045049" y="2408833"/>
            <a:ext cx="2743131" cy="579041"/>
          </a:xfrm>
          <a:prstGeom prst="roundRect">
            <a:avLst>
              <a:gd name="adj" fmla="val 49999"/>
            </a:avLst>
          </a:prstGeom>
          <a:solidFill>
            <a:srgbClr val="FC9FA5"/>
          </a:solidFill>
          <a:ln/>
        </p:spPr>
        <p:txBody>
          <a:bodyPr/>
          <a:lstStyle/>
          <a:p>
            <a:endParaRPr lang="en-IN"/>
          </a:p>
        </p:txBody>
      </p:sp>
      <p:sp>
        <p:nvSpPr>
          <p:cNvPr id="19" name="Text 17"/>
          <p:cNvSpPr/>
          <p:nvPr/>
        </p:nvSpPr>
        <p:spPr>
          <a:xfrm>
            <a:off x="6045049" y="2485033"/>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5K</a:t>
            </a:r>
            <a:endParaRPr lang="en-US" sz="2400" dirty="0"/>
          </a:p>
        </p:txBody>
      </p:sp>
      <p:sp>
        <p:nvSpPr>
          <p:cNvPr id="20" name="Shape 18"/>
          <p:cNvSpPr/>
          <p:nvPr/>
        </p:nvSpPr>
        <p:spPr>
          <a:xfrm>
            <a:off x="8940576" y="2408833"/>
            <a:ext cx="2743131" cy="579041"/>
          </a:xfrm>
          <a:prstGeom prst="roundRect">
            <a:avLst>
              <a:gd name="adj" fmla="val 49999"/>
            </a:avLst>
          </a:prstGeom>
          <a:solidFill>
            <a:srgbClr val="F9B95A"/>
          </a:solidFill>
          <a:ln/>
        </p:spPr>
        <p:txBody>
          <a:bodyPr/>
          <a:lstStyle/>
          <a:p>
            <a:endParaRPr lang="en-IN"/>
          </a:p>
        </p:txBody>
      </p:sp>
      <p:sp>
        <p:nvSpPr>
          <p:cNvPr id="21" name="Text 19"/>
          <p:cNvSpPr/>
          <p:nvPr/>
        </p:nvSpPr>
        <p:spPr>
          <a:xfrm>
            <a:off x="8940576" y="2520553"/>
            <a:ext cx="2743131" cy="355600"/>
          </a:xfrm>
          <a:prstGeom prst="rect">
            <a:avLst/>
          </a:prstGeom>
          <a:noFill/>
          <a:ln/>
        </p:spPr>
        <p:txBody>
          <a:bodyPr wrap="none" lIns="0" tIns="0" rIns="0" bIns="0" rtlCol="0" anchor="t"/>
          <a:lstStyle/>
          <a:p>
            <a:pPr marL="0" indent="0" algn="ctr">
              <a:lnSpc>
                <a:spcPct val="117000"/>
              </a:lnSpc>
              <a:buNone/>
            </a:pPr>
            <a:r>
              <a:rPr lang="en-US" sz="2000" b="1" dirty="0">
                <a:solidFill>
                  <a:srgbClr val="1F1F1F"/>
                </a:solidFill>
                <a:latin typeface="Space Grotesk Bold" pitchFamily="34" charset="0"/>
                <a:ea typeface="Space Grotesk Bold" pitchFamily="34" charset="-122"/>
                <a:cs typeface="Space Grotesk Bold" pitchFamily="34" charset="-120"/>
              </a:rPr>
              <a:t>Medium</a:t>
            </a:r>
            <a:endParaRPr lang="en-US" sz="2000" dirty="0"/>
          </a:p>
        </p:txBody>
      </p:sp>
      <p:sp>
        <p:nvSpPr>
          <p:cNvPr id="22" name="Shape 20"/>
          <p:cNvSpPr/>
          <p:nvPr/>
        </p:nvSpPr>
        <p:spPr>
          <a:xfrm>
            <a:off x="406390" y="3140174"/>
            <a:ext cx="5486263" cy="579041"/>
          </a:xfrm>
          <a:prstGeom prst="roundRect">
            <a:avLst>
              <a:gd name="adj" fmla="val 49999"/>
            </a:avLst>
          </a:prstGeom>
          <a:solidFill>
            <a:srgbClr val="F9B440"/>
          </a:solidFill>
          <a:ln/>
        </p:spPr>
        <p:txBody>
          <a:bodyPr/>
          <a:lstStyle/>
          <a:p>
            <a:endParaRPr lang="en-IN"/>
          </a:p>
        </p:txBody>
      </p:sp>
      <p:sp>
        <p:nvSpPr>
          <p:cNvPr id="23" name="Text 21"/>
          <p:cNvSpPr/>
          <p:nvPr/>
        </p:nvSpPr>
        <p:spPr>
          <a:xfrm>
            <a:off x="634984" y="3270607"/>
            <a:ext cx="5257668" cy="319980"/>
          </a:xfrm>
          <a:prstGeom prst="rect">
            <a:avLst/>
          </a:prstGeom>
          <a:noFill/>
          <a:ln/>
        </p:spPr>
        <p:txBody>
          <a:bodyPr wrap="none" lIns="0" tIns="0" rIns="0" bIns="0" rtlCol="0" anchor="t"/>
          <a:lstStyle/>
          <a:p>
            <a:pPr marL="0" indent="0" algn="l">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Solar power pump for agriculture</a:t>
            </a:r>
            <a:endParaRPr lang="en-US" sz="1800" dirty="0"/>
          </a:p>
        </p:txBody>
      </p:sp>
      <p:sp>
        <p:nvSpPr>
          <p:cNvPr id="24" name="Shape 22"/>
          <p:cNvSpPr/>
          <p:nvPr/>
        </p:nvSpPr>
        <p:spPr>
          <a:xfrm>
            <a:off x="6045049" y="3140174"/>
            <a:ext cx="2743131" cy="579041"/>
          </a:xfrm>
          <a:prstGeom prst="roundRect">
            <a:avLst>
              <a:gd name="adj" fmla="val 49999"/>
            </a:avLst>
          </a:prstGeom>
          <a:solidFill>
            <a:srgbClr val="FC9FA5"/>
          </a:solidFill>
          <a:ln/>
        </p:spPr>
        <p:txBody>
          <a:bodyPr/>
          <a:lstStyle/>
          <a:p>
            <a:endParaRPr lang="en-IN"/>
          </a:p>
        </p:txBody>
      </p:sp>
      <p:sp>
        <p:nvSpPr>
          <p:cNvPr id="25" name="Text 23"/>
          <p:cNvSpPr/>
          <p:nvPr/>
        </p:nvSpPr>
        <p:spPr>
          <a:xfrm>
            <a:off x="6045049" y="3216374"/>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5K</a:t>
            </a:r>
            <a:endParaRPr lang="en-US" sz="2400" dirty="0"/>
          </a:p>
        </p:txBody>
      </p:sp>
      <p:sp>
        <p:nvSpPr>
          <p:cNvPr id="26" name="Shape 24"/>
          <p:cNvSpPr/>
          <p:nvPr/>
        </p:nvSpPr>
        <p:spPr>
          <a:xfrm>
            <a:off x="8940576" y="3140174"/>
            <a:ext cx="2743131" cy="579041"/>
          </a:xfrm>
          <a:prstGeom prst="roundRect">
            <a:avLst>
              <a:gd name="adj" fmla="val 49999"/>
            </a:avLst>
          </a:prstGeom>
          <a:solidFill>
            <a:srgbClr val="F9B95A"/>
          </a:solidFill>
          <a:ln/>
        </p:spPr>
        <p:txBody>
          <a:bodyPr/>
          <a:lstStyle/>
          <a:p>
            <a:endParaRPr lang="en-IN"/>
          </a:p>
        </p:txBody>
      </p:sp>
      <p:sp>
        <p:nvSpPr>
          <p:cNvPr id="27" name="Text 25"/>
          <p:cNvSpPr/>
          <p:nvPr/>
        </p:nvSpPr>
        <p:spPr>
          <a:xfrm>
            <a:off x="8940576" y="3251895"/>
            <a:ext cx="2743131" cy="355600"/>
          </a:xfrm>
          <a:prstGeom prst="rect">
            <a:avLst/>
          </a:prstGeom>
          <a:noFill/>
          <a:ln/>
        </p:spPr>
        <p:txBody>
          <a:bodyPr wrap="none" lIns="0" tIns="0" rIns="0" bIns="0" rtlCol="0" anchor="t"/>
          <a:lstStyle/>
          <a:p>
            <a:pPr marL="0" indent="0" algn="ctr">
              <a:lnSpc>
                <a:spcPct val="117000"/>
              </a:lnSpc>
              <a:buNone/>
            </a:pPr>
            <a:r>
              <a:rPr lang="en-US" sz="2000" b="1" dirty="0">
                <a:solidFill>
                  <a:srgbClr val="1F1F1F"/>
                </a:solidFill>
                <a:latin typeface="Space Grotesk Bold" pitchFamily="34" charset="0"/>
                <a:ea typeface="Space Grotesk Bold" pitchFamily="34" charset="-122"/>
                <a:cs typeface="Space Grotesk Bold" pitchFamily="34" charset="-120"/>
              </a:rPr>
              <a:t>Medium</a:t>
            </a:r>
            <a:endParaRPr lang="en-US" sz="2000" dirty="0"/>
          </a:p>
        </p:txBody>
      </p:sp>
      <p:sp>
        <p:nvSpPr>
          <p:cNvPr id="28" name="Shape 26"/>
          <p:cNvSpPr/>
          <p:nvPr/>
        </p:nvSpPr>
        <p:spPr>
          <a:xfrm>
            <a:off x="406390" y="3871516"/>
            <a:ext cx="5486263" cy="579041"/>
          </a:xfrm>
          <a:prstGeom prst="roundRect">
            <a:avLst>
              <a:gd name="adj" fmla="val 49999"/>
            </a:avLst>
          </a:prstGeom>
          <a:solidFill>
            <a:srgbClr val="F9B440"/>
          </a:solidFill>
          <a:ln/>
        </p:spPr>
        <p:txBody>
          <a:bodyPr/>
          <a:lstStyle/>
          <a:p>
            <a:endParaRPr lang="en-IN"/>
          </a:p>
        </p:txBody>
      </p:sp>
      <p:sp>
        <p:nvSpPr>
          <p:cNvPr id="29" name="Text 27"/>
          <p:cNvSpPr/>
          <p:nvPr/>
        </p:nvSpPr>
        <p:spPr>
          <a:xfrm>
            <a:off x="634984" y="4001949"/>
            <a:ext cx="5257668" cy="319980"/>
          </a:xfrm>
          <a:prstGeom prst="rect">
            <a:avLst/>
          </a:prstGeom>
          <a:noFill/>
          <a:ln/>
        </p:spPr>
        <p:txBody>
          <a:bodyPr wrap="none" lIns="0" tIns="0" rIns="0" bIns="0" rtlCol="0" anchor="t"/>
          <a:lstStyle/>
          <a:p>
            <a:pPr marL="0" indent="0" algn="l">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Solar service</a:t>
            </a:r>
            <a:endParaRPr lang="en-US" sz="1800" dirty="0"/>
          </a:p>
        </p:txBody>
      </p:sp>
      <p:sp>
        <p:nvSpPr>
          <p:cNvPr id="30" name="Shape 28"/>
          <p:cNvSpPr/>
          <p:nvPr/>
        </p:nvSpPr>
        <p:spPr>
          <a:xfrm>
            <a:off x="6045049" y="3871516"/>
            <a:ext cx="2743131" cy="579041"/>
          </a:xfrm>
          <a:prstGeom prst="roundRect">
            <a:avLst>
              <a:gd name="adj" fmla="val 49999"/>
            </a:avLst>
          </a:prstGeom>
          <a:solidFill>
            <a:srgbClr val="FC9FA5"/>
          </a:solidFill>
          <a:ln/>
        </p:spPr>
        <p:txBody>
          <a:bodyPr/>
          <a:lstStyle/>
          <a:p>
            <a:endParaRPr lang="en-IN"/>
          </a:p>
        </p:txBody>
      </p:sp>
      <p:sp>
        <p:nvSpPr>
          <p:cNvPr id="31" name="Text 29"/>
          <p:cNvSpPr/>
          <p:nvPr/>
        </p:nvSpPr>
        <p:spPr>
          <a:xfrm>
            <a:off x="6045049" y="3947716"/>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5K</a:t>
            </a:r>
            <a:endParaRPr lang="en-US" sz="2400" dirty="0"/>
          </a:p>
        </p:txBody>
      </p:sp>
      <p:sp>
        <p:nvSpPr>
          <p:cNvPr id="32" name="Shape 30"/>
          <p:cNvSpPr/>
          <p:nvPr/>
        </p:nvSpPr>
        <p:spPr>
          <a:xfrm>
            <a:off x="8940576" y="3871516"/>
            <a:ext cx="2743131" cy="579041"/>
          </a:xfrm>
          <a:prstGeom prst="roundRect">
            <a:avLst>
              <a:gd name="adj" fmla="val 49999"/>
            </a:avLst>
          </a:prstGeom>
          <a:solidFill>
            <a:srgbClr val="FBE3D3"/>
          </a:solidFill>
          <a:ln/>
        </p:spPr>
        <p:txBody>
          <a:bodyPr/>
          <a:lstStyle/>
          <a:p>
            <a:endParaRPr lang="en-IN"/>
          </a:p>
        </p:txBody>
      </p:sp>
      <p:sp>
        <p:nvSpPr>
          <p:cNvPr id="33" name="Text 31"/>
          <p:cNvSpPr/>
          <p:nvPr/>
        </p:nvSpPr>
        <p:spPr>
          <a:xfrm>
            <a:off x="8940576" y="3983236"/>
            <a:ext cx="2743131" cy="355600"/>
          </a:xfrm>
          <a:prstGeom prst="rect">
            <a:avLst/>
          </a:prstGeom>
          <a:noFill/>
          <a:ln/>
        </p:spPr>
        <p:txBody>
          <a:bodyPr wrap="none" lIns="0" tIns="0" rIns="0" bIns="0" rtlCol="0" anchor="t"/>
          <a:lstStyle/>
          <a:p>
            <a:pPr marL="0" indent="0" algn="ctr">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Low</a:t>
            </a:r>
            <a:endParaRPr lang="en-US" sz="2000" dirty="0"/>
          </a:p>
        </p:txBody>
      </p:sp>
      <p:sp>
        <p:nvSpPr>
          <p:cNvPr id="34" name="Shape 32"/>
          <p:cNvSpPr/>
          <p:nvPr/>
        </p:nvSpPr>
        <p:spPr>
          <a:xfrm>
            <a:off x="406390" y="4602857"/>
            <a:ext cx="5486263" cy="579041"/>
          </a:xfrm>
          <a:prstGeom prst="roundRect">
            <a:avLst>
              <a:gd name="adj" fmla="val 49999"/>
            </a:avLst>
          </a:prstGeom>
          <a:solidFill>
            <a:srgbClr val="F9B440"/>
          </a:solidFill>
          <a:ln/>
        </p:spPr>
        <p:txBody>
          <a:bodyPr/>
          <a:lstStyle/>
          <a:p>
            <a:endParaRPr lang="en-IN"/>
          </a:p>
        </p:txBody>
      </p:sp>
      <p:sp>
        <p:nvSpPr>
          <p:cNvPr id="35" name="Text 33"/>
          <p:cNvSpPr/>
          <p:nvPr/>
        </p:nvSpPr>
        <p:spPr>
          <a:xfrm>
            <a:off x="634984" y="4733290"/>
            <a:ext cx="5257668" cy="319980"/>
          </a:xfrm>
          <a:prstGeom prst="rect">
            <a:avLst/>
          </a:prstGeom>
          <a:noFill/>
          <a:ln/>
        </p:spPr>
        <p:txBody>
          <a:bodyPr wrap="none" lIns="0" tIns="0" rIns="0" bIns="0" rtlCol="0" anchor="t"/>
          <a:lstStyle/>
          <a:p>
            <a:pPr marL="0" indent="0" algn="l">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Solar panel cleaning service</a:t>
            </a:r>
            <a:endParaRPr lang="en-US" sz="1800" dirty="0"/>
          </a:p>
        </p:txBody>
      </p:sp>
      <p:sp>
        <p:nvSpPr>
          <p:cNvPr id="36" name="Shape 34"/>
          <p:cNvSpPr/>
          <p:nvPr/>
        </p:nvSpPr>
        <p:spPr>
          <a:xfrm>
            <a:off x="6045049" y="4602857"/>
            <a:ext cx="2743131" cy="579041"/>
          </a:xfrm>
          <a:prstGeom prst="roundRect">
            <a:avLst>
              <a:gd name="adj" fmla="val 49999"/>
            </a:avLst>
          </a:prstGeom>
          <a:solidFill>
            <a:srgbClr val="FC9FA5"/>
          </a:solidFill>
          <a:ln/>
        </p:spPr>
        <p:txBody>
          <a:bodyPr/>
          <a:lstStyle/>
          <a:p>
            <a:endParaRPr lang="en-IN"/>
          </a:p>
        </p:txBody>
      </p:sp>
      <p:sp>
        <p:nvSpPr>
          <p:cNvPr id="37" name="Text 35"/>
          <p:cNvSpPr/>
          <p:nvPr/>
        </p:nvSpPr>
        <p:spPr>
          <a:xfrm>
            <a:off x="6045049" y="4679057"/>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5K</a:t>
            </a:r>
            <a:endParaRPr lang="en-US" sz="2400" dirty="0"/>
          </a:p>
        </p:txBody>
      </p:sp>
      <p:sp>
        <p:nvSpPr>
          <p:cNvPr id="38" name="Shape 36"/>
          <p:cNvSpPr/>
          <p:nvPr/>
        </p:nvSpPr>
        <p:spPr>
          <a:xfrm>
            <a:off x="8940576" y="4602857"/>
            <a:ext cx="2743131" cy="579041"/>
          </a:xfrm>
          <a:prstGeom prst="roundRect">
            <a:avLst>
              <a:gd name="adj" fmla="val 49999"/>
            </a:avLst>
          </a:prstGeom>
          <a:solidFill>
            <a:srgbClr val="FBE3D3"/>
          </a:solidFill>
          <a:ln/>
        </p:spPr>
        <p:txBody>
          <a:bodyPr/>
          <a:lstStyle/>
          <a:p>
            <a:endParaRPr lang="en-IN"/>
          </a:p>
        </p:txBody>
      </p:sp>
      <p:sp>
        <p:nvSpPr>
          <p:cNvPr id="39" name="Text 37"/>
          <p:cNvSpPr/>
          <p:nvPr/>
        </p:nvSpPr>
        <p:spPr>
          <a:xfrm>
            <a:off x="8940576" y="4714577"/>
            <a:ext cx="2743131" cy="355600"/>
          </a:xfrm>
          <a:prstGeom prst="rect">
            <a:avLst/>
          </a:prstGeom>
          <a:noFill/>
          <a:ln/>
        </p:spPr>
        <p:txBody>
          <a:bodyPr wrap="none" lIns="0" tIns="0" rIns="0" bIns="0" rtlCol="0" anchor="t"/>
          <a:lstStyle/>
          <a:p>
            <a:pPr marL="0" indent="0" algn="ctr">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Low</a:t>
            </a:r>
            <a:endParaRPr lang="en-US" sz="2000" dirty="0"/>
          </a:p>
        </p:txBody>
      </p:sp>
      <p:sp>
        <p:nvSpPr>
          <p:cNvPr id="40" name="Shape 38"/>
          <p:cNvSpPr/>
          <p:nvPr/>
        </p:nvSpPr>
        <p:spPr>
          <a:xfrm>
            <a:off x="406390" y="5334198"/>
            <a:ext cx="5486263" cy="579041"/>
          </a:xfrm>
          <a:prstGeom prst="roundRect">
            <a:avLst>
              <a:gd name="adj" fmla="val 49999"/>
            </a:avLst>
          </a:prstGeom>
          <a:solidFill>
            <a:srgbClr val="F9B440"/>
          </a:solidFill>
          <a:ln/>
        </p:spPr>
        <p:txBody>
          <a:bodyPr/>
          <a:lstStyle/>
          <a:p>
            <a:endParaRPr lang="en-IN"/>
          </a:p>
        </p:txBody>
      </p:sp>
      <p:sp>
        <p:nvSpPr>
          <p:cNvPr id="41" name="Text 39"/>
          <p:cNvSpPr/>
          <p:nvPr/>
        </p:nvSpPr>
        <p:spPr>
          <a:xfrm>
            <a:off x="634984" y="5464631"/>
            <a:ext cx="5257668" cy="319980"/>
          </a:xfrm>
          <a:prstGeom prst="rect">
            <a:avLst/>
          </a:prstGeom>
          <a:noFill/>
          <a:ln/>
        </p:spPr>
        <p:txBody>
          <a:bodyPr wrap="none" lIns="0" tIns="0" rIns="0" bIns="0" rtlCol="0" anchor="t"/>
          <a:lstStyle/>
          <a:p>
            <a:pPr marL="0" indent="0" algn="l">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Solar panel</a:t>
            </a:r>
            <a:endParaRPr lang="en-US" sz="1800" dirty="0"/>
          </a:p>
        </p:txBody>
      </p:sp>
      <p:sp>
        <p:nvSpPr>
          <p:cNvPr id="42" name="Shape 40"/>
          <p:cNvSpPr/>
          <p:nvPr/>
        </p:nvSpPr>
        <p:spPr>
          <a:xfrm>
            <a:off x="6045049" y="5334198"/>
            <a:ext cx="2743131" cy="579041"/>
          </a:xfrm>
          <a:prstGeom prst="roundRect">
            <a:avLst>
              <a:gd name="adj" fmla="val 49999"/>
            </a:avLst>
          </a:prstGeom>
          <a:solidFill>
            <a:srgbClr val="FC9FA5"/>
          </a:solidFill>
          <a:ln/>
        </p:spPr>
        <p:txBody>
          <a:bodyPr/>
          <a:lstStyle/>
          <a:p>
            <a:endParaRPr lang="en-IN"/>
          </a:p>
        </p:txBody>
      </p:sp>
      <p:sp>
        <p:nvSpPr>
          <p:cNvPr id="43" name="Text 41"/>
          <p:cNvSpPr/>
          <p:nvPr/>
        </p:nvSpPr>
        <p:spPr>
          <a:xfrm>
            <a:off x="6045049" y="5410398"/>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5K</a:t>
            </a:r>
            <a:endParaRPr lang="en-US" sz="2400" dirty="0"/>
          </a:p>
        </p:txBody>
      </p:sp>
      <p:sp>
        <p:nvSpPr>
          <p:cNvPr id="44" name="Shape 42"/>
          <p:cNvSpPr/>
          <p:nvPr/>
        </p:nvSpPr>
        <p:spPr>
          <a:xfrm>
            <a:off x="8940576" y="5334198"/>
            <a:ext cx="2743131" cy="579041"/>
          </a:xfrm>
          <a:prstGeom prst="roundRect">
            <a:avLst>
              <a:gd name="adj" fmla="val 49999"/>
            </a:avLst>
          </a:prstGeom>
          <a:solidFill>
            <a:srgbClr val="FBE3D3"/>
          </a:solidFill>
          <a:ln/>
        </p:spPr>
        <p:txBody>
          <a:bodyPr/>
          <a:lstStyle/>
          <a:p>
            <a:endParaRPr lang="en-IN"/>
          </a:p>
        </p:txBody>
      </p:sp>
      <p:sp>
        <p:nvSpPr>
          <p:cNvPr id="45" name="Text 43"/>
          <p:cNvSpPr/>
          <p:nvPr/>
        </p:nvSpPr>
        <p:spPr>
          <a:xfrm>
            <a:off x="8940576" y="5445919"/>
            <a:ext cx="2743131" cy="355600"/>
          </a:xfrm>
          <a:prstGeom prst="rect">
            <a:avLst/>
          </a:prstGeom>
          <a:noFill/>
          <a:ln/>
        </p:spPr>
        <p:txBody>
          <a:bodyPr wrap="none" lIns="0" tIns="0" rIns="0" bIns="0" rtlCol="0" anchor="t"/>
          <a:lstStyle/>
          <a:p>
            <a:pPr marL="0" indent="0" algn="ctr">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Low</a:t>
            </a:r>
            <a:endParaRPr lang="en-US" sz="2000" dirty="0"/>
          </a:p>
        </p:txBody>
      </p:sp>
      <p:pic>
        <p:nvPicPr>
          <p:cNvPr id="47" name="Graphic 46" descr="Agriculture with solid fill">
            <a:extLst>
              <a:ext uri="{FF2B5EF4-FFF2-40B4-BE49-F238E27FC236}">
                <a16:creationId xmlns:a16="http://schemas.microsoft.com/office/drawing/2014/main" id="{A1C79961-AC78-15A1-0073-7C00B38A34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1022266"/>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406390" y="338899"/>
            <a:ext cx="11277318"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Keyword research: navigational</a:t>
            </a:r>
            <a:endParaRPr lang="en-US" sz="3400" dirty="0"/>
          </a:p>
        </p:txBody>
      </p:sp>
      <p:sp>
        <p:nvSpPr>
          <p:cNvPr id="4" name="Shape 2"/>
          <p:cNvSpPr/>
          <p:nvPr/>
        </p:nvSpPr>
        <p:spPr>
          <a:xfrm>
            <a:off x="406390" y="1037530"/>
            <a:ext cx="5486263" cy="487660"/>
          </a:xfrm>
          <a:prstGeom prst="roundRect">
            <a:avLst>
              <a:gd name="adj" fmla="val 49999"/>
            </a:avLst>
          </a:prstGeom>
          <a:solidFill>
            <a:srgbClr val="FE829A"/>
          </a:solidFill>
          <a:ln/>
        </p:spPr>
        <p:txBody>
          <a:bodyPr/>
          <a:lstStyle/>
          <a:p>
            <a:endParaRPr lang="en-IN"/>
          </a:p>
        </p:txBody>
      </p:sp>
      <p:sp>
        <p:nvSpPr>
          <p:cNvPr id="5" name="Text 3"/>
          <p:cNvSpPr/>
          <p:nvPr/>
        </p:nvSpPr>
        <p:spPr>
          <a:xfrm>
            <a:off x="634984" y="1139448"/>
            <a:ext cx="5257668"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Keyword</a:t>
            </a:r>
            <a:endParaRPr lang="en-US" sz="1600" dirty="0"/>
          </a:p>
        </p:txBody>
      </p:sp>
      <p:sp>
        <p:nvSpPr>
          <p:cNvPr id="6" name="Shape 4"/>
          <p:cNvSpPr/>
          <p:nvPr/>
        </p:nvSpPr>
        <p:spPr>
          <a:xfrm>
            <a:off x="6045049" y="1037530"/>
            <a:ext cx="2743131" cy="487660"/>
          </a:xfrm>
          <a:prstGeom prst="roundRect">
            <a:avLst>
              <a:gd name="adj" fmla="val 49999"/>
            </a:avLst>
          </a:prstGeom>
          <a:solidFill>
            <a:srgbClr val="FE829A"/>
          </a:solidFill>
          <a:ln/>
        </p:spPr>
        <p:txBody>
          <a:bodyPr/>
          <a:lstStyle/>
          <a:p>
            <a:endParaRPr lang="en-IN"/>
          </a:p>
        </p:txBody>
      </p:sp>
      <p:sp>
        <p:nvSpPr>
          <p:cNvPr id="7" name="Text 5"/>
          <p:cNvSpPr/>
          <p:nvPr/>
        </p:nvSpPr>
        <p:spPr>
          <a:xfrm>
            <a:off x="6273643" y="1139448"/>
            <a:ext cx="2514537"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Search volume</a:t>
            </a:r>
            <a:endParaRPr lang="en-US" sz="1600" dirty="0"/>
          </a:p>
        </p:txBody>
      </p:sp>
      <p:sp>
        <p:nvSpPr>
          <p:cNvPr id="8" name="Shape 6"/>
          <p:cNvSpPr/>
          <p:nvPr/>
        </p:nvSpPr>
        <p:spPr>
          <a:xfrm>
            <a:off x="8940576" y="1037530"/>
            <a:ext cx="2743131" cy="487660"/>
          </a:xfrm>
          <a:prstGeom prst="roundRect">
            <a:avLst>
              <a:gd name="adj" fmla="val 49999"/>
            </a:avLst>
          </a:prstGeom>
          <a:solidFill>
            <a:srgbClr val="FE829A"/>
          </a:solidFill>
          <a:ln/>
        </p:spPr>
        <p:txBody>
          <a:bodyPr/>
          <a:lstStyle/>
          <a:p>
            <a:endParaRPr lang="en-IN"/>
          </a:p>
        </p:txBody>
      </p:sp>
      <p:sp>
        <p:nvSpPr>
          <p:cNvPr id="9" name="Text 7"/>
          <p:cNvSpPr/>
          <p:nvPr/>
        </p:nvSpPr>
        <p:spPr>
          <a:xfrm>
            <a:off x="9169171" y="1139448"/>
            <a:ext cx="2514537"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Competition</a:t>
            </a:r>
            <a:endParaRPr lang="en-US" sz="1600" dirty="0"/>
          </a:p>
        </p:txBody>
      </p:sp>
      <p:sp>
        <p:nvSpPr>
          <p:cNvPr id="10" name="Shape 8"/>
          <p:cNvSpPr/>
          <p:nvPr/>
        </p:nvSpPr>
        <p:spPr>
          <a:xfrm>
            <a:off x="406390" y="1677591"/>
            <a:ext cx="5486263" cy="1244600"/>
          </a:xfrm>
          <a:prstGeom prst="roundRect">
            <a:avLst>
              <a:gd name="adj" fmla="val 29387"/>
            </a:avLst>
          </a:prstGeom>
          <a:solidFill>
            <a:srgbClr val="F9B440"/>
          </a:solidFill>
          <a:ln/>
        </p:spPr>
        <p:txBody>
          <a:bodyPr/>
          <a:lstStyle/>
          <a:p>
            <a:endParaRPr lang="en-IN"/>
          </a:p>
        </p:txBody>
      </p:sp>
      <p:sp>
        <p:nvSpPr>
          <p:cNvPr id="11" name="Text 9"/>
          <p:cNvSpPr/>
          <p:nvPr/>
        </p:nvSpPr>
        <p:spPr>
          <a:xfrm>
            <a:off x="634984" y="2104330"/>
            <a:ext cx="5257668" cy="391120"/>
          </a:xfrm>
          <a:prstGeom prst="rect">
            <a:avLst/>
          </a:prstGeom>
          <a:noFill/>
          <a:ln/>
        </p:spPr>
        <p:txBody>
          <a:bodyPr wrap="none" lIns="0" tIns="0" rIns="0" bIns="0" rtlCol="0" anchor="t"/>
          <a:lstStyle/>
          <a:p>
            <a:pPr marL="0" indent="0" algn="l">
              <a:lnSpc>
                <a:spcPct val="117000"/>
              </a:lnSpc>
              <a:buNone/>
            </a:pPr>
            <a:r>
              <a:rPr lang="en-US" sz="2200" b="1" dirty="0">
                <a:solidFill>
                  <a:srgbClr val="1F1F1F"/>
                </a:solidFill>
                <a:latin typeface="Space Grotesk Bold" pitchFamily="34" charset="0"/>
                <a:ea typeface="Space Grotesk Bold" pitchFamily="34" charset="-122"/>
                <a:cs typeface="Space Grotesk Bold" pitchFamily="34" charset="-120"/>
              </a:rPr>
              <a:t>Oorja solutions</a:t>
            </a:r>
            <a:endParaRPr lang="en-US" sz="2200" dirty="0"/>
          </a:p>
        </p:txBody>
      </p:sp>
      <p:sp>
        <p:nvSpPr>
          <p:cNvPr id="12" name="Shape 10"/>
          <p:cNvSpPr/>
          <p:nvPr/>
        </p:nvSpPr>
        <p:spPr>
          <a:xfrm>
            <a:off x="6045049" y="1677591"/>
            <a:ext cx="2743131" cy="1244600"/>
          </a:xfrm>
          <a:prstGeom prst="roundRect">
            <a:avLst>
              <a:gd name="adj" fmla="val 29387"/>
            </a:avLst>
          </a:prstGeom>
          <a:solidFill>
            <a:srgbClr val="FC9FA5"/>
          </a:solidFill>
          <a:ln/>
        </p:spPr>
        <p:txBody>
          <a:bodyPr/>
          <a:lstStyle/>
          <a:p>
            <a:endParaRPr lang="en-IN"/>
          </a:p>
        </p:txBody>
      </p:sp>
      <p:sp>
        <p:nvSpPr>
          <p:cNvPr id="13" name="Text 11"/>
          <p:cNvSpPr/>
          <p:nvPr/>
        </p:nvSpPr>
        <p:spPr>
          <a:xfrm>
            <a:off x="6045049" y="2033191"/>
            <a:ext cx="2743131" cy="533400"/>
          </a:xfrm>
          <a:prstGeom prst="rect">
            <a:avLst/>
          </a:prstGeom>
          <a:noFill/>
          <a:ln/>
        </p:spPr>
        <p:txBody>
          <a:bodyPr wrap="none" lIns="0" tIns="0" rIns="0" bIns="0" rtlCol="0" anchor="t"/>
          <a:lstStyle/>
          <a:p>
            <a:pPr marL="0" indent="0" algn="ctr">
              <a:lnSpc>
                <a:spcPct val="117000"/>
              </a:lnSpc>
              <a:buNone/>
            </a:pPr>
            <a:r>
              <a:rPr lang="en-US" sz="3000" b="1" dirty="0">
                <a:solidFill>
                  <a:srgbClr val="000000"/>
                </a:solidFill>
                <a:latin typeface="Space Grotesk Bold" pitchFamily="34" charset="0"/>
                <a:ea typeface="Space Grotesk Bold" pitchFamily="34" charset="-122"/>
                <a:cs typeface="Space Grotesk Bold" pitchFamily="34" charset="-120"/>
              </a:rPr>
              <a:t>50</a:t>
            </a:r>
            <a:endParaRPr lang="en-US" sz="3000" dirty="0"/>
          </a:p>
        </p:txBody>
      </p:sp>
      <p:sp>
        <p:nvSpPr>
          <p:cNvPr id="14" name="Shape 12"/>
          <p:cNvSpPr/>
          <p:nvPr/>
        </p:nvSpPr>
        <p:spPr>
          <a:xfrm>
            <a:off x="8940576" y="1677591"/>
            <a:ext cx="2743131" cy="1244600"/>
          </a:xfrm>
          <a:prstGeom prst="roundRect">
            <a:avLst>
              <a:gd name="adj" fmla="val 29387"/>
            </a:avLst>
          </a:prstGeom>
          <a:solidFill>
            <a:srgbClr val="FBE3D3"/>
          </a:solidFill>
          <a:ln/>
        </p:spPr>
        <p:txBody>
          <a:bodyPr/>
          <a:lstStyle/>
          <a:p>
            <a:endParaRPr lang="en-IN"/>
          </a:p>
        </p:txBody>
      </p:sp>
      <p:sp>
        <p:nvSpPr>
          <p:cNvPr id="15" name="Text 13"/>
          <p:cNvSpPr/>
          <p:nvPr/>
        </p:nvSpPr>
        <p:spPr>
          <a:xfrm>
            <a:off x="8940576" y="2086570"/>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Low</a:t>
            </a:r>
            <a:endParaRPr lang="en-US" sz="2400" dirty="0"/>
          </a:p>
        </p:txBody>
      </p:sp>
      <p:sp>
        <p:nvSpPr>
          <p:cNvPr id="16" name="Shape 14"/>
          <p:cNvSpPr/>
          <p:nvPr/>
        </p:nvSpPr>
        <p:spPr>
          <a:xfrm>
            <a:off x="406390" y="3074591"/>
            <a:ext cx="5486263" cy="1244600"/>
          </a:xfrm>
          <a:prstGeom prst="roundRect">
            <a:avLst>
              <a:gd name="adj" fmla="val 29387"/>
            </a:avLst>
          </a:prstGeom>
          <a:solidFill>
            <a:srgbClr val="F9B440"/>
          </a:solidFill>
          <a:ln/>
        </p:spPr>
        <p:txBody>
          <a:bodyPr/>
          <a:lstStyle/>
          <a:p>
            <a:endParaRPr lang="en-IN"/>
          </a:p>
        </p:txBody>
      </p:sp>
      <p:sp>
        <p:nvSpPr>
          <p:cNvPr id="17" name="Text 15"/>
          <p:cNvSpPr/>
          <p:nvPr/>
        </p:nvSpPr>
        <p:spPr>
          <a:xfrm>
            <a:off x="634984" y="3501330"/>
            <a:ext cx="5257668" cy="391120"/>
          </a:xfrm>
          <a:prstGeom prst="rect">
            <a:avLst/>
          </a:prstGeom>
          <a:noFill/>
          <a:ln/>
        </p:spPr>
        <p:txBody>
          <a:bodyPr wrap="none" lIns="0" tIns="0" rIns="0" bIns="0" rtlCol="0" anchor="t"/>
          <a:lstStyle/>
          <a:p>
            <a:pPr marL="0" indent="0" algn="l">
              <a:lnSpc>
                <a:spcPct val="117000"/>
              </a:lnSpc>
              <a:buNone/>
            </a:pPr>
            <a:r>
              <a:rPr lang="en-US" sz="2200" b="1" dirty="0">
                <a:solidFill>
                  <a:srgbClr val="1F1F1F"/>
                </a:solidFill>
                <a:latin typeface="Space Grotesk Bold" pitchFamily="34" charset="0"/>
                <a:ea typeface="Space Grotesk Bold" pitchFamily="34" charset="-122"/>
                <a:cs typeface="Space Grotesk Bold" pitchFamily="34" charset="-120"/>
              </a:rPr>
              <a:t>Oorja development solutions limited</a:t>
            </a:r>
            <a:endParaRPr lang="en-US" sz="2200" dirty="0"/>
          </a:p>
        </p:txBody>
      </p:sp>
      <p:sp>
        <p:nvSpPr>
          <p:cNvPr id="18" name="Shape 16"/>
          <p:cNvSpPr/>
          <p:nvPr/>
        </p:nvSpPr>
        <p:spPr>
          <a:xfrm>
            <a:off x="6045049" y="3074591"/>
            <a:ext cx="2743131" cy="1244600"/>
          </a:xfrm>
          <a:prstGeom prst="roundRect">
            <a:avLst>
              <a:gd name="adj" fmla="val 29387"/>
            </a:avLst>
          </a:prstGeom>
          <a:solidFill>
            <a:srgbClr val="FC9FA5"/>
          </a:solidFill>
          <a:ln/>
        </p:spPr>
        <p:txBody>
          <a:bodyPr/>
          <a:lstStyle/>
          <a:p>
            <a:endParaRPr lang="en-IN"/>
          </a:p>
        </p:txBody>
      </p:sp>
      <p:sp>
        <p:nvSpPr>
          <p:cNvPr id="19" name="Text 17"/>
          <p:cNvSpPr/>
          <p:nvPr/>
        </p:nvSpPr>
        <p:spPr>
          <a:xfrm>
            <a:off x="6045049" y="3430191"/>
            <a:ext cx="2743131" cy="533400"/>
          </a:xfrm>
          <a:prstGeom prst="rect">
            <a:avLst/>
          </a:prstGeom>
          <a:noFill/>
          <a:ln/>
        </p:spPr>
        <p:txBody>
          <a:bodyPr wrap="none" lIns="0" tIns="0" rIns="0" bIns="0" rtlCol="0" anchor="t"/>
          <a:lstStyle/>
          <a:p>
            <a:pPr marL="0" indent="0" algn="ctr">
              <a:lnSpc>
                <a:spcPct val="117000"/>
              </a:lnSpc>
              <a:buNone/>
            </a:pPr>
            <a:r>
              <a:rPr lang="en-US" sz="3000" b="1" dirty="0">
                <a:solidFill>
                  <a:srgbClr val="000000"/>
                </a:solidFill>
                <a:latin typeface="Space Grotesk Bold" pitchFamily="34" charset="0"/>
                <a:ea typeface="Space Grotesk Bold" pitchFamily="34" charset="-122"/>
                <a:cs typeface="Space Grotesk Bold" pitchFamily="34" charset="-120"/>
              </a:rPr>
              <a:t>50</a:t>
            </a:r>
            <a:endParaRPr lang="en-US" sz="3000" dirty="0"/>
          </a:p>
        </p:txBody>
      </p:sp>
      <p:sp>
        <p:nvSpPr>
          <p:cNvPr id="20" name="Shape 18"/>
          <p:cNvSpPr/>
          <p:nvPr/>
        </p:nvSpPr>
        <p:spPr>
          <a:xfrm>
            <a:off x="8940576" y="3074591"/>
            <a:ext cx="2743131" cy="1244600"/>
          </a:xfrm>
          <a:prstGeom prst="roundRect">
            <a:avLst>
              <a:gd name="adj" fmla="val 29387"/>
            </a:avLst>
          </a:prstGeom>
          <a:solidFill>
            <a:srgbClr val="FBE3D3"/>
          </a:solidFill>
          <a:ln/>
        </p:spPr>
        <p:txBody>
          <a:bodyPr/>
          <a:lstStyle/>
          <a:p>
            <a:endParaRPr lang="en-IN"/>
          </a:p>
        </p:txBody>
      </p:sp>
      <p:sp>
        <p:nvSpPr>
          <p:cNvPr id="21" name="Text 19"/>
          <p:cNvSpPr/>
          <p:nvPr/>
        </p:nvSpPr>
        <p:spPr>
          <a:xfrm>
            <a:off x="8940576" y="3483570"/>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Low</a:t>
            </a:r>
            <a:endParaRPr lang="en-US" sz="2400" dirty="0"/>
          </a:p>
        </p:txBody>
      </p:sp>
      <p:sp>
        <p:nvSpPr>
          <p:cNvPr id="22" name="Shape 20"/>
          <p:cNvSpPr/>
          <p:nvPr/>
        </p:nvSpPr>
        <p:spPr>
          <a:xfrm>
            <a:off x="406390" y="4471591"/>
            <a:ext cx="5486263" cy="1244600"/>
          </a:xfrm>
          <a:prstGeom prst="roundRect">
            <a:avLst>
              <a:gd name="adj" fmla="val 29387"/>
            </a:avLst>
          </a:prstGeom>
          <a:solidFill>
            <a:srgbClr val="F9B440"/>
          </a:solidFill>
          <a:ln/>
        </p:spPr>
        <p:txBody>
          <a:bodyPr/>
          <a:lstStyle/>
          <a:p>
            <a:endParaRPr lang="en-IN"/>
          </a:p>
        </p:txBody>
      </p:sp>
      <p:sp>
        <p:nvSpPr>
          <p:cNvPr id="23" name="Text 21"/>
          <p:cNvSpPr/>
          <p:nvPr/>
        </p:nvSpPr>
        <p:spPr>
          <a:xfrm>
            <a:off x="634984" y="4898330"/>
            <a:ext cx="5257668" cy="391120"/>
          </a:xfrm>
          <a:prstGeom prst="rect">
            <a:avLst/>
          </a:prstGeom>
          <a:noFill/>
          <a:ln/>
        </p:spPr>
        <p:txBody>
          <a:bodyPr wrap="none" lIns="0" tIns="0" rIns="0" bIns="0" rtlCol="0" anchor="t"/>
          <a:lstStyle/>
          <a:p>
            <a:pPr marL="0" indent="0" algn="l">
              <a:lnSpc>
                <a:spcPct val="117000"/>
              </a:lnSpc>
              <a:buNone/>
            </a:pPr>
            <a:r>
              <a:rPr lang="en-US" sz="2200" b="1" dirty="0">
                <a:solidFill>
                  <a:srgbClr val="1F1F1F"/>
                </a:solidFill>
                <a:latin typeface="Space Grotesk Bold" pitchFamily="34" charset="0"/>
                <a:ea typeface="Space Grotesk Bold" pitchFamily="34" charset="-122"/>
                <a:cs typeface="Space Grotesk Bold" pitchFamily="34" charset="-120"/>
              </a:rPr>
              <a:t>Oorja portal login</a:t>
            </a:r>
            <a:endParaRPr lang="en-US" sz="2200" dirty="0"/>
          </a:p>
        </p:txBody>
      </p:sp>
      <p:sp>
        <p:nvSpPr>
          <p:cNvPr id="24" name="Shape 22"/>
          <p:cNvSpPr/>
          <p:nvPr/>
        </p:nvSpPr>
        <p:spPr>
          <a:xfrm>
            <a:off x="6045049" y="4471591"/>
            <a:ext cx="2743131" cy="1244600"/>
          </a:xfrm>
          <a:prstGeom prst="roundRect">
            <a:avLst>
              <a:gd name="adj" fmla="val 29387"/>
            </a:avLst>
          </a:prstGeom>
          <a:solidFill>
            <a:srgbClr val="FC9FA5"/>
          </a:solidFill>
          <a:ln/>
        </p:spPr>
        <p:txBody>
          <a:bodyPr/>
          <a:lstStyle/>
          <a:p>
            <a:endParaRPr lang="en-IN"/>
          </a:p>
        </p:txBody>
      </p:sp>
      <p:sp>
        <p:nvSpPr>
          <p:cNvPr id="25" name="Text 23"/>
          <p:cNvSpPr/>
          <p:nvPr/>
        </p:nvSpPr>
        <p:spPr>
          <a:xfrm>
            <a:off x="6045049" y="4827191"/>
            <a:ext cx="2743131" cy="533400"/>
          </a:xfrm>
          <a:prstGeom prst="rect">
            <a:avLst/>
          </a:prstGeom>
          <a:noFill/>
          <a:ln/>
        </p:spPr>
        <p:txBody>
          <a:bodyPr wrap="none" lIns="0" tIns="0" rIns="0" bIns="0" rtlCol="0" anchor="t"/>
          <a:lstStyle/>
          <a:p>
            <a:pPr marL="0" indent="0" algn="ctr">
              <a:lnSpc>
                <a:spcPct val="117000"/>
              </a:lnSpc>
              <a:buNone/>
            </a:pPr>
            <a:r>
              <a:rPr lang="en-US" sz="3000" b="1" dirty="0">
                <a:solidFill>
                  <a:srgbClr val="000000"/>
                </a:solidFill>
                <a:latin typeface="Space Grotesk Bold" pitchFamily="34" charset="0"/>
                <a:ea typeface="Space Grotesk Bold" pitchFamily="34" charset="-122"/>
                <a:cs typeface="Space Grotesk Bold" pitchFamily="34" charset="-120"/>
              </a:rPr>
              <a:t>500</a:t>
            </a:r>
            <a:endParaRPr lang="en-US" sz="3000" dirty="0"/>
          </a:p>
        </p:txBody>
      </p:sp>
      <p:sp>
        <p:nvSpPr>
          <p:cNvPr id="26" name="Shape 24"/>
          <p:cNvSpPr/>
          <p:nvPr/>
        </p:nvSpPr>
        <p:spPr>
          <a:xfrm>
            <a:off x="8940576" y="4471591"/>
            <a:ext cx="2743131" cy="1244600"/>
          </a:xfrm>
          <a:prstGeom prst="roundRect">
            <a:avLst>
              <a:gd name="adj" fmla="val 29387"/>
            </a:avLst>
          </a:prstGeom>
          <a:solidFill>
            <a:srgbClr val="FBE3D3"/>
          </a:solidFill>
          <a:ln/>
        </p:spPr>
        <p:txBody>
          <a:bodyPr/>
          <a:lstStyle/>
          <a:p>
            <a:endParaRPr lang="en-IN"/>
          </a:p>
        </p:txBody>
      </p:sp>
      <p:sp>
        <p:nvSpPr>
          <p:cNvPr id="27" name="Text 25"/>
          <p:cNvSpPr/>
          <p:nvPr/>
        </p:nvSpPr>
        <p:spPr>
          <a:xfrm>
            <a:off x="8940576" y="4880570"/>
            <a:ext cx="2743131"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Low</a:t>
            </a:r>
            <a:endParaRPr lang="en-US" sz="2400" dirty="0"/>
          </a:p>
        </p:txBody>
      </p:sp>
      <p:pic>
        <p:nvPicPr>
          <p:cNvPr id="29" name="Graphic 28" descr="Agriculture with solid fill">
            <a:extLst>
              <a:ext uri="{FF2B5EF4-FFF2-40B4-BE49-F238E27FC236}">
                <a16:creationId xmlns:a16="http://schemas.microsoft.com/office/drawing/2014/main" id="{9054EF9D-0961-0C37-8691-65765D47F9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102226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2118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Keyword mapping</a:t>
            </a:r>
            <a:endParaRPr lang="en-US" sz="3400" dirty="0"/>
          </a:p>
        </p:txBody>
      </p:sp>
      <p:sp>
        <p:nvSpPr>
          <p:cNvPr id="4" name="Shape 2"/>
          <p:cNvSpPr/>
          <p:nvPr/>
        </p:nvSpPr>
        <p:spPr>
          <a:xfrm>
            <a:off x="507987" y="758130"/>
            <a:ext cx="5511662" cy="3721100"/>
          </a:xfrm>
          <a:prstGeom prst="roundRect">
            <a:avLst>
              <a:gd name="adj" fmla="val 9829"/>
            </a:avLst>
          </a:prstGeom>
          <a:solidFill>
            <a:srgbClr val="FE829A"/>
          </a:solidFill>
          <a:ln/>
        </p:spPr>
        <p:txBody>
          <a:bodyPr/>
          <a:lstStyle/>
          <a:p>
            <a:endParaRPr lang="en-IN"/>
          </a:p>
        </p:txBody>
      </p:sp>
      <p:sp>
        <p:nvSpPr>
          <p:cNvPr id="5" name="Text 3"/>
          <p:cNvSpPr/>
          <p:nvPr/>
        </p:nvSpPr>
        <p:spPr>
          <a:xfrm>
            <a:off x="787380" y="1042573"/>
            <a:ext cx="4952876" cy="304800"/>
          </a:xfrm>
          <a:prstGeom prst="rect">
            <a:avLst/>
          </a:prstGeom>
          <a:noFill/>
          <a:ln/>
        </p:spPr>
        <p:txBody>
          <a:bodyPr wrap="none" lIns="0" tIns="0" rIns="0" bIns="0" rtlCol="0" anchor="t"/>
          <a:lstStyle/>
          <a:p>
            <a:pPr marL="0" indent="0" algn="l">
              <a:lnSpc>
                <a:spcPct val="100000"/>
              </a:lnSpc>
              <a:buNone/>
            </a:pPr>
            <a:r>
              <a:rPr lang="en-US" sz="2000" b="1" dirty="0">
                <a:solidFill>
                  <a:srgbClr val="000000"/>
                </a:solidFill>
                <a:latin typeface="Space Grotesk Bold" pitchFamily="34" charset="0"/>
                <a:ea typeface="Space Grotesk Bold" pitchFamily="34" charset="-122"/>
                <a:cs typeface="Space Grotesk Bold" pitchFamily="34" charset="-120"/>
              </a:rPr>
              <a:t>Homepage keyword mapping</a:t>
            </a:r>
            <a:endParaRPr lang="en-US" sz="2000" dirty="0"/>
          </a:p>
        </p:txBody>
      </p:sp>
      <p:sp>
        <p:nvSpPr>
          <p:cNvPr id="6" name="Shape 4"/>
          <p:cNvSpPr/>
          <p:nvPr/>
        </p:nvSpPr>
        <p:spPr>
          <a:xfrm>
            <a:off x="787380" y="1469330"/>
            <a:ext cx="4952876" cy="393700"/>
          </a:xfrm>
          <a:prstGeom prst="roundRect">
            <a:avLst>
              <a:gd name="adj" fmla="val 49999"/>
            </a:avLst>
          </a:prstGeom>
          <a:solidFill>
            <a:srgbClr val="FFF8F2"/>
          </a:solidFill>
          <a:ln/>
        </p:spPr>
        <p:txBody>
          <a:bodyPr/>
          <a:lstStyle/>
          <a:p>
            <a:endParaRPr lang="en-IN"/>
          </a:p>
        </p:txBody>
      </p:sp>
      <p:sp>
        <p:nvSpPr>
          <p:cNvPr id="7" name="Text 5"/>
          <p:cNvSpPr/>
          <p:nvPr/>
        </p:nvSpPr>
        <p:spPr>
          <a:xfrm>
            <a:off x="990575" y="1532830"/>
            <a:ext cx="4749681" cy="266700"/>
          </a:xfrm>
          <a:prstGeom prst="rect">
            <a:avLst/>
          </a:prstGeom>
          <a:noFill/>
          <a:ln/>
        </p:spPr>
        <p:txBody>
          <a:bodyPr wrap="none" lIns="0" tIns="0" rIns="0" bIns="0" rtlCol="0" anchor="t"/>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Renewable energy</a:t>
            </a:r>
            <a:endParaRPr lang="en-US" sz="1500" dirty="0"/>
          </a:p>
        </p:txBody>
      </p:sp>
      <p:sp>
        <p:nvSpPr>
          <p:cNvPr id="8" name="Shape 6"/>
          <p:cNvSpPr/>
          <p:nvPr/>
        </p:nvSpPr>
        <p:spPr>
          <a:xfrm>
            <a:off x="787380" y="2015331"/>
            <a:ext cx="4952876" cy="393700"/>
          </a:xfrm>
          <a:prstGeom prst="roundRect">
            <a:avLst>
              <a:gd name="adj" fmla="val 49999"/>
            </a:avLst>
          </a:prstGeom>
          <a:solidFill>
            <a:srgbClr val="FFF8F2"/>
          </a:solidFill>
          <a:ln/>
        </p:spPr>
        <p:txBody>
          <a:bodyPr/>
          <a:lstStyle/>
          <a:p>
            <a:endParaRPr lang="en-IN"/>
          </a:p>
        </p:txBody>
      </p:sp>
      <p:sp>
        <p:nvSpPr>
          <p:cNvPr id="9" name="Text 7"/>
          <p:cNvSpPr/>
          <p:nvPr/>
        </p:nvSpPr>
        <p:spPr>
          <a:xfrm>
            <a:off x="990575" y="2078831"/>
            <a:ext cx="4749681" cy="266700"/>
          </a:xfrm>
          <a:prstGeom prst="rect">
            <a:avLst/>
          </a:prstGeom>
          <a:noFill/>
          <a:ln/>
        </p:spPr>
        <p:txBody>
          <a:bodyPr wrap="none" lIns="0" tIns="0" rIns="0" bIns="0" rtlCol="0" anchor="t"/>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Green energy</a:t>
            </a:r>
            <a:endParaRPr lang="en-US" sz="1500" dirty="0"/>
          </a:p>
        </p:txBody>
      </p:sp>
      <p:sp>
        <p:nvSpPr>
          <p:cNvPr id="10" name="Shape 8"/>
          <p:cNvSpPr/>
          <p:nvPr/>
        </p:nvSpPr>
        <p:spPr>
          <a:xfrm>
            <a:off x="787380" y="2561332"/>
            <a:ext cx="4952876" cy="393700"/>
          </a:xfrm>
          <a:prstGeom prst="roundRect">
            <a:avLst>
              <a:gd name="adj" fmla="val 49999"/>
            </a:avLst>
          </a:prstGeom>
          <a:solidFill>
            <a:srgbClr val="FFF8F2"/>
          </a:solidFill>
          <a:ln/>
        </p:spPr>
        <p:txBody>
          <a:bodyPr/>
          <a:lstStyle/>
          <a:p>
            <a:endParaRPr lang="en-IN"/>
          </a:p>
        </p:txBody>
      </p:sp>
      <p:sp>
        <p:nvSpPr>
          <p:cNvPr id="11" name="Text 9"/>
          <p:cNvSpPr/>
          <p:nvPr/>
        </p:nvSpPr>
        <p:spPr>
          <a:xfrm>
            <a:off x="990575" y="2624832"/>
            <a:ext cx="4749681" cy="266700"/>
          </a:xfrm>
          <a:prstGeom prst="rect">
            <a:avLst/>
          </a:prstGeom>
          <a:noFill/>
          <a:ln/>
        </p:spPr>
        <p:txBody>
          <a:bodyPr wrap="none" lIns="0" tIns="0" rIns="0" bIns="0" rtlCol="0" anchor="t"/>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Solar power</a:t>
            </a:r>
            <a:endParaRPr lang="en-US" sz="1500" dirty="0"/>
          </a:p>
        </p:txBody>
      </p:sp>
      <p:sp>
        <p:nvSpPr>
          <p:cNvPr id="12" name="Shape 10"/>
          <p:cNvSpPr/>
          <p:nvPr/>
        </p:nvSpPr>
        <p:spPr>
          <a:xfrm>
            <a:off x="787380" y="3107333"/>
            <a:ext cx="4952876" cy="393700"/>
          </a:xfrm>
          <a:prstGeom prst="roundRect">
            <a:avLst>
              <a:gd name="adj" fmla="val 49999"/>
            </a:avLst>
          </a:prstGeom>
          <a:solidFill>
            <a:srgbClr val="FFF8F2"/>
          </a:solidFill>
          <a:ln/>
        </p:spPr>
        <p:txBody>
          <a:bodyPr/>
          <a:lstStyle/>
          <a:p>
            <a:endParaRPr lang="en-IN"/>
          </a:p>
        </p:txBody>
      </p:sp>
      <p:sp>
        <p:nvSpPr>
          <p:cNvPr id="13" name="Text 11"/>
          <p:cNvSpPr/>
          <p:nvPr/>
        </p:nvSpPr>
        <p:spPr>
          <a:xfrm>
            <a:off x="990575" y="3170833"/>
            <a:ext cx="4749681" cy="266700"/>
          </a:xfrm>
          <a:prstGeom prst="rect">
            <a:avLst/>
          </a:prstGeom>
          <a:noFill/>
          <a:ln/>
        </p:spPr>
        <p:txBody>
          <a:bodyPr wrap="none" lIns="0" tIns="0" rIns="0" bIns="0" rtlCol="0" anchor="t"/>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Sustainable agriculture</a:t>
            </a:r>
            <a:endParaRPr lang="en-US" sz="1500" dirty="0"/>
          </a:p>
        </p:txBody>
      </p:sp>
      <p:sp>
        <p:nvSpPr>
          <p:cNvPr id="14" name="Shape 12"/>
          <p:cNvSpPr/>
          <p:nvPr/>
        </p:nvSpPr>
        <p:spPr>
          <a:xfrm>
            <a:off x="787380" y="3653334"/>
            <a:ext cx="4952876" cy="393700"/>
          </a:xfrm>
          <a:prstGeom prst="roundRect">
            <a:avLst>
              <a:gd name="adj" fmla="val 49999"/>
            </a:avLst>
          </a:prstGeom>
          <a:solidFill>
            <a:srgbClr val="FFF8F2"/>
          </a:solidFill>
          <a:ln/>
        </p:spPr>
        <p:txBody>
          <a:bodyPr/>
          <a:lstStyle/>
          <a:p>
            <a:endParaRPr lang="en-IN"/>
          </a:p>
        </p:txBody>
      </p:sp>
      <p:sp>
        <p:nvSpPr>
          <p:cNvPr id="15" name="Text 13"/>
          <p:cNvSpPr/>
          <p:nvPr/>
        </p:nvSpPr>
        <p:spPr>
          <a:xfrm>
            <a:off x="990575" y="3716834"/>
            <a:ext cx="4749681" cy="266700"/>
          </a:xfrm>
          <a:prstGeom prst="rect">
            <a:avLst/>
          </a:prstGeom>
          <a:noFill/>
          <a:ln/>
        </p:spPr>
        <p:txBody>
          <a:bodyPr wrap="none" lIns="0" tIns="0" rIns="0" bIns="0" rtlCol="0" anchor="t"/>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Renewable energy systems</a:t>
            </a:r>
            <a:endParaRPr lang="en-US" sz="1500" dirty="0"/>
          </a:p>
        </p:txBody>
      </p:sp>
      <p:sp>
        <p:nvSpPr>
          <p:cNvPr id="16" name="Shape 14"/>
          <p:cNvSpPr/>
          <p:nvPr/>
        </p:nvSpPr>
        <p:spPr>
          <a:xfrm>
            <a:off x="6172046" y="758130"/>
            <a:ext cx="5511662" cy="3721100"/>
          </a:xfrm>
          <a:prstGeom prst="roundRect">
            <a:avLst>
              <a:gd name="adj" fmla="val 9829"/>
            </a:avLst>
          </a:prstGeom>
          <a:solidFill>
            <a:srgbClr val="F9B440"/>
          </a:solidFill>
          <a:ln/>
        </p:spPr>
        <p:txBody>
          <a:bodyPr/>
          <a:lstStyle/>
          <a:p>
            <a:endParaRPr lang="en-IN"/>
          </a:p>
        </p:txBody>
      </p:sp>
      <p:sp>
        <p:nvSpPr>
          <p:cNvPr id="17" name="Text 15"/>
          <p:cNvSpPr/>
          <p:nvPr/>
        </p:nvSpPr>
        <p:spPr>
          <a:xfrm>
            <a:off x="6451439" y="1042573"/>
            <a:ext cx="4952876" cy="304800"/>
          </a:xfrm>
          <a:prstGeom prst="rect">
            <a:avLst/>
          </a:prstGeom>
          <a:noFill/>
          <a:ln/>
        </p:spPr>
        <p:txBody>
          <a:bodyPr wrap="none" lIns="0" tIns="0" rIns="0" bIns="0" rtlCol="0" anchor="t"/>
          <a:lstStyle/>
          <a:p>
            <a:pPr marL="0" indent="0" algn="l">
              <a:lnSpc>
                <a:spcPct val="100000"/>
              </a:lnSpc>
              <a:buNone/>
            </a:pPr>
            <a:r>
              <a:rPr lang="en-US" sz="2000" b="1" dirty="0">
                <a:solidFill>
                  <a:srgbClr val="000000"/>
                </a:solidFill>
                <a:latin typeface="Space Grotesk Bold" pitchFamily="34" charset="0"/>
                <a:ea typeface="Space Grotesk Bold" pitchFamily="34" charset="-122"/>
                <a:cs typeface="Space Grotesk Bold" pitchFamily="34" charset="-120"/>
              </a:rPr>
              <a:t>Solution pages keyword mapping</a:t>
            </a:r>
            <a:endParaRPr lang="en-US" sz="2000" dirty="0"/>
          </a:p>
        </p:txBody>
      </p:sp>
      <p:sp>
        <p:nvSpPr>
          <p:cNvPr id="18" name="Shape 16"/>
          <p:cNvSpPr/>
          <p:nvPr/>
        </p:nvSpPr>
        <p:spPr>
          <a:xfrm>
            <a:off x="6451439" y="1469330"/>
            <a:ext cx="2400240" cy="393700"/>
          </a:xfrm>
          <a:prstGeom prst="roundRect">
            <a:avLst>
              <a:gd name="adj" fmla="val 49999"/>
            </a:avLst>
          </a:prstGeom>
          <a:solidFill>
            <a:srgbClr val="FFF8F2"/>
          </a:solidFill>
          <a:ln/>
        </p:spPr>
        <p:txBody>
          <a:bodyPr/>
          <a:lstStyle/>
          <a:p>
            <a:endParaRPr lang="en-IN"/>
          </a:p>
        </p:txBody>
      </p:sp>
      <p:sp>
        <p:nvSpPr>
          <p:cNvPr id="19" name="Text 17"/>
          <p:cNvSpPr/>
          <p:nvPr/>
        </p:nvSpPr>
        <p:spPr>
          <a:xfrm>
            <a:off x="6603835" y="1532830"/>
            <a:ext cx="2247844" cy="266700"/>
          </a:xfrm>
          <a:prstGeom prst="rect">
            <a:avLst/>
          </a:prstGeom>
          <a:noFill/>
          <a:ln/>
        </p:spPr>
        <p:txBody>
          <a:bodyPr wrap="none" lIns="0" tIns="0" rIns="0" bIns="0" rtlCol="0" anchor="t"/>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Solar energy systems</a:t>
            </a:r>
            <a:endParaRPr lang="en-US" sz="1500" dirty="0"/>
          </a:p>
        </p:txBody>
      </p:sp>
      <p:sp>
        <p:nvSpPr>
          <p:cNvPr id="20" name="Shape 18"/>
          <p:cNvSpPr/>
          <p:nvPr/>
        </p:nvSpPr>
        <p:spPr>
          <a:xfrm>
            <a:off x="9004075" y="1469330"/>
            <a:ext cx="2400240" cy="393700"/>
          </a:xfrm>
          <a:prstGeom prst="roundRect">
            <a:avLst>
              <a:gd name="adj" fmla="val 49999"/>
            </a:avLst>
          </a:prstGeom>
          <a:solidFill>
            <a:srgbClr val="FFF8F2"/>
          </a:solidFill>
          <a:ln/>
        </p:spPr>
        <p:txBody>
          <a:bodyPr/>
          <a:lstStyle/>
          <a:p>
            <a:endParaRPr lang="en-IN"/>
          </a:p>
        </p:txBody>
      </p:sp>
      <p:sp>
        <p:nvSpPr>
          <p:cNvPr id="21" name="Text 19"/>
          <p:cNvSpPr/>
          <p:nvPr/>
        </p:nvSpPr>
        <p:spPr>
          <a:xfrm>
            <a:off x="9156471" y="1532830"/>
            <a:ext cx="2247844" cy="266700"/>
          </a:xfrm>
          <a:prstGeom prst="rect">
            <a:avLst/>
          </a:prstGeom>
          <a:noFill/>
          <a:ln/>
        </p:spPr>
        <p:txBody>
          <a:bodyPr wrap="none" lIns="0" tIns="0" rIns="0" bIns="0" rtlCol="0" anchor="t"/>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Solar irrigation system</a:t>
            </a:r>
            <a:endParaRPr lang="en-US" sz="1500" dirty="0"/>
          </a:p>
        </p:txBody>
      </p:sp>
      <p:sp>
        <p:nvSpPr>
          <p:cNvPr id="22" name="Shape 20"/>
          <p:cNvSpPr/>
          <p:nvPr/>
        </p:nvSpPr>
        <p:spPr>
          <a:xfrm>
            <a:off x="6451439" y="2015430"/>
            <a:ext cx="2400240" cy="660400"/>
          </a:xfrm>
          <a:prstGeom prst="roundRect">
            <a:avLst>
              <a:gd name="adj" fmla="val 49999"/>
            </a:avLst>
          </a:prstGeom>
          <a:solidFill>
            <a:srgbClr val="FFF8F2"/>
          </a:solidFill>
          <a:ln/>
        </p:spPr>
        <p:txBody>
          <a:bodyPr/>
          <a:lstStyle/>
          <a:p>
            <a:endParaRPr lang="en-IN"/>
          </a:p>
        </p:txBody>
      </p:sp>
      <p:sp>
        <p:nvSpPr>
          <p:cNvPr id="23" name="Text 21"/>
          <p:cNvSpPr/>
          <p:nvPr/>
        </p:nvSpPr>
        <p:spPr>
          <a:xfrm>
            <a:off x="6603835" y="2078930"/>
            <a:ext cx="2095448" cy="5334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Solar powered irrigation</a:t>
            </a:r>
            <a:endParaRPr lang="en-US" sz="1500" dirty="0"/>
          </a:p>
        </p:txBody>
      </p:sp>
      <p:sp>
        <p:nvSpPr>
          <p:cNvPr id="24" name="Shape 22"/>
          <p:cNvSpPr/>
          <p:nvPr/>
        </p:nvSpPr>
        <p:spPr>
          <a:xfrm>
            <a:off x="9004075" y="2015430"/>
            <a:ext cx="2400240" cy="660400"/>
          </a:xfrm>
          <a:prstGeom prst="roundRect">
            <a:avLst>
              <a:gd name="adj" fmla="val 49999"/>
            </a:avLst>
          </a:prstGeom>
          <a:solidFill>
            <a:srgbClr val="FFF8F2"/>
          </a:solidFill>
          <a:ln/>
        </p:spPr>
        <p:txBody>
          <a:bodyPr/>
          <a:lstStyle/>
          <a:p>
            <a:endParaRPr lang="en-IN"/>
          </a:p>
        </p:txBody>
      </p:sp>
      <p:sp>
        <p:nvSpPr>
          <p:cNvPr id="25" name="Text 23"/>
          <p:cNvSpPr/>
          <p:nvPr/>
        </p:nvSpPr>
        <p:spPr>
          <a:xfrm>
            <a:off x="9156471" y="2078930"/>
            <a:ext cx="2095448" cy="5334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Solar powered irrigation system</a:t>
            </a:r>
            <a:endParaRPr lang="en-US" sz="1500" dirty="0"/>
          </a:p>
        </p:txBody>
      </p:sp>
      <p:sp>
        <p:nvSpPr>
          <p:cNvPr id="26" name="Shape 24"/>
          <p:cNvSpPr/>
          <p:nvPr/>
        </p:nvSpPr>
        <p:spPr>
          <a:xfrm>
            <a:off x="6451439" y="2828230"/>
            <a:ext cx="2400240" cy="660400"/>
          </a:xfrm>
          <a:prstGeom prst="roundRect">
            <a:avLst>
              <a:gd name="adj" fmla="val 49999"/>
            </a:avLst>
          </a:prstGeom>
          <a:solidFill>
            <a:srgbClr val="FFF8F2"/>
          </a:solidFill>
          <a:ln/>
        </p:spPr>
        <p:txBody>
          <a:bodyPr/>
          <a:lstStyle/>
          <a:p>
            <a:endParaRPr lang="en-IN"/>
          </a:p>
        </p:txBody>
      </p:sp>
      <p:sp>
        <p:nvSpPr>
          <p:cNvPr id="27" name="Text 25"/>
          <p:cNvSpPr/>
          <p:nvPr/>
        </p:nvSpPr>
        <p:spPr>
          <a:xfrm>
            <a:off x="6603835" y="3025080"/>
            <a:ext cx="2247844" cy="266700"/>
          </a:xfrm>
          <a:prstGeom prst="rect">
            <a:avLst/>
          </a:prstGeom>
          <a:noFill/>
          <a:ln/>
        </p:spPr>
        <p:txBody>
          <a:bodyPr wrap="none" lIns="0" tIns="0" rIns="0" bIns="0" rtlCol="0" anchor="t"/>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Solar powered pumps</a:t>
            </a:r>
            <a:endParaRPr lang="en-US" sz="1500" dirty="0"/>
          </a:p>
        </p:txBody>
      </p:sp>
      <p:sp>
        <p:nvSpPr>
          <p:cNvPr id="28" name="Shape 26"/>
          <p:cNvSpPr/>
          <p:nvPr/>
        </p:nvSpPr>
        <p:spPr>
          <a:xfrm>
            <a:off x="9004075" y="2828230"/>
            <a:ext cx="2400240" cy="660400"/>
          </a:xfrm>
          <a:prstGeom prst="roundRect">
            <a:avLst>
              <a:gd name="adj" fmla="val 49999"/>
            </a:avLst>
          </a:prstGeom>
          <a:solidFill>
            <a:srgbClr val="FFF8F2"/>
          </a:solidFill>
          <a:ln/>
        </p:spPr>
        <p:txBody>
          <a:bodyPr/>
          <a:lstStyle/>
          <a:p>
            <a:endParaRPr lang="en-IN"/>
          </a:p>
        </p:txBody>
      </p:sp>
      <p:sp>
        <p:nvSpPr>
          <p:cNvPr id="29" name="Text 27"/>
          <p:cNvSpPr/>
          <p:nvPr/>
        </p:nvSpPr>
        <p:spPr>
          <a:xfrm>
            <a:off x="9156471" y="2891730"/>
            <a:ext cx="2095448" cy="5334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Solar water pump for agriculture</a:t>
            </a:r>
            <a:endParaRPr lang="en-US" sz="1500" dirty="0"/>
          </a:p>
        </p:txBody>
      </p:sp>
      <p:sp>
        <p:nvSpPr>
          <p:cNvPr id="30" name="Shape 28"/>
          <p:cNvSpPr/>
          <p:nvPr/>
        </p:nvSpPr>
        <p:spPr>
          <a:xfrm>
            <a:off x="6451439" y="3641030"/>
            <a:ext cx="2400240" cy="660400"/>
          </a:xfrm>
          <a:prstGeom prst="roundRect">
            <a:avLst>
              <a:gd name="adj" fmla="val 49999"/>
            </a:avLst>
          </a:prstGeom>
          <a:solidFill>
            <a:srgbClr val="FFF8F2"/>
          </a:solidFill>
          <a:ln/>
        </p:spPr>
        <p:txBody>
          <a:bodyPr/>
          <a:lstStyle/>
          <a:p>
            <a:endParaRPr lang="en-IN"/>
          </a:p>
        </p:txBody>
      </p:sp>
      <p:sp>
        <p:nvSpPr>
          <p:cNvPr id="31" name="Text 29"/>
          <p:cNvSpPr/>
          <p:nvPr/>
        </p:nvSpPr>
        <p:spPr>
          <a:xfrm>
            <a:off x="6603835" y="3704530"/>
            <a:ext cx="2095448" cy="5334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Solar pump for agriculture</a:t>
            </a:r>
            <a:endParaRPr lang="en-US" sz="1500" dirty="0"/>
          </a:p>
        </p:txBody>
      </p:sp>
      <p:sp>
        <p:nvSpPr>
          <p:cNvPr id="32" name="Shape 30"/>
          <p:cNvSpPr/>
          <p:nvPr/>
        </p:nvSpPr>
        <p:spPr>
          <a:xfrm>
            <a:off x="9004075" y="3641030"/>
            <a:ext cx="2400240" cy="660400"/>
          </a:xfrm>
          <a:prstGeom prst="roundRect">
            <a:avLst>
              <a:gd name="adj" fmla="val 49999"/>
            </a:avLst>
          </a:prstGeom>
          <a:solidFill>
            <a:srgbClr val="FFF8F2"/>
          </a:solidFill>
          <a:ln/>
        </p:spPr>
        <p:txBody>
          <a:bodyPr/>
          <a:lstStyle/>
          <a:p>
            <a:endParaRPr lang="en-IN"/>
          </a:p>
        </p:txBody>
      </p:sp>
      <p:sp>
        <p:nvSpPr>
          <p:cNvPr id="33" name="Text 31"/>
          <p:cNvSpPr/>
          <p:nvPr/>
        </p:nvSpPr>
        <p:spPr>
          <a:xfrm>
            <a:off x="9156471" y="3704530"/>
            <a:ext cx="2095448" cy="5334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Solar power pump for agriculture</a:t>
            </a:r>
            <a:endParaRPr lang="en-US" sz="1500" dirty="0"/>
          </a:p>
        </p:txBody>
      </p:sp>
      <p:sp>
        <p:nvSpPr>
          <p:cNvPr id="34" name="Shape 32"/>
          <p:cNvSpPr/>
          <p:nvPr/>
        </p:nvSpPr>
        <p:spPr>
          <a:xfrm>
            <a:off x="507987" y="4606230"/>
            <a:ext cx="11175720" cy="1596330"/>
          </a:xfrm>
          <a:prstGeom prst="roundRect">
            <a:avLst>
              <a:gd name="adj" fmla="val 22912"/>
            </a:avLst>
          </a:prstGeom>
          <a:solidFill>
            <a:srgbClr val="FCD5C4"/>
          </a:solidFill>
          <a:ln/>
        </p:spPr>
        <p:txBody>
          <a:bodyPr/>
          <a:lstStyle/>
          <a:p>
            <a:endParaRPr lang="en-IN"/>
          </a:p>
        </p:txBody>
      </p:sp>
      <p:sp>
        <p:nvSpPr>
          <p:cNvPr id="35" name="Text 33"/>
          <p:cNvSpPr/>
          <p:nvPr/>
        </p:nvSpPr>
        <p:spPr>
          <a:xfrm>
            <a:off x="787380" y="4682430"/>
            <a:ext cx="10896327" cy="266700"/>
          </a:xfrm>
          <a:prstGeom prst="rect">
            <a:avLst/>
          </a:prstGeom>
          <a:noFill/>
          <a:ln/>
        </p:spPr>
        <p:txBody>
          <a:bodyPr wrap="none" lIns="0" tIns="0" rIns="0" bIns="0" rtlCol="0" anchor="t"/>
          <a:lstStyle/>
          <a:p>
            <a:pPr marL="0" indent="0" algn="l">
              <a:lnSpc>
                <a:spcPct val="117000"/>
              </a:lnSpc>
              <a:buNone/>
            </a:pPr>
            <a:r>
              <a:rPr lang="en-US" sz="1500" b="1" dirty="0">
                <a:solidFill>
                  <a:srgbClr val="C00000"/>
                </a:solidFill>
                <a:latin typeface="Space Grotesk Bold" pitchFamily="34" charset="0"/>
                <a:ea typeface="Space Grotesk Bold" pitchFamily="34" charset="-122"/>
                <a:cs typeface="Space Grotesk Bold" pitchFamily="34" charset="-120"/>
              </a:rPr>
              <a:t>NOTES:</a:t>
            </a:r>
            <a:endParaRPr lang="en-US" sz="1500" dirty="0"/>
          </a:p>
        </p:txBody>
      </p:sp>
      <p:sp>
        <p:nvSpPr>
          <p:cNvPr id="36" name="Text 34"/>
          <p:cNvSpPr/>
          <p:nvPr/>
        </p:nvSpPr>
        <p:spPr>
          <a:xfrm>
            <a:off x="787380" y="5145980"/>
            <a:ext cx="5232269" cy="904180"/>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250" dirty="0">
                <a:solidFill>
                  <a:srgbClr val="000000"/>
                </a:solidFill>
                <a:latin typeface="Space Grotesk" pitchFamily="34" charset="0"/>
                <a:ea typeface="Space Grotesk" pitchFamily="34" charset="-122"/>
                <a:cs typeface="Space Grotesk" pitchFamily="34" charset="-120"/>
              </a:rPr>
              <a:t>Mapped keywords based on search intent and page relevance.</a:t>
            </a:r>
            <a:endParaRPr lang="en-US" sz="1600" dirty="0"/>
          </a:p>
          <a:p>
            <a:pPr marL="325120" indent="-325120" algn="l">
              <a:lnSpc>
                <a:spcPct val="117000"/>
              </a:lnSpc>
              <a:buSzPct val="100000"/>
              <a:buChar char="•"/>
            </a:pPr>
            <a:r>
              <a:rPr lang="en-US" sz="1250" dirty="0">
                <a:solidFill>
                  <a:srgbClr val="000000"/>
                </a:solidFill>
                <a:latin typeface="Space Grotesk" pitchFamily="34" charset="0"/>
                <a:ea typeface="Space Grotesk" pitchFamily="34" charset="-122"/>
                <a:cs typeface="Space Grotesk" pitchFamily="34" charset="-120"/>
              </a:rPr>
              <a:t>Broad commercial/informational keywords were targeted on the Homepage.</a:t>
            </a:r>
            <a:endParaRPr lang="en-US" sz="1600" dirty="0"/>
          </a:p>
        </p:txBody>
      </p:sp>
      <p:sp>
        <p:nvSpPr>
          <p:cNvPr id="37" name="Text 35"/>
          <p:cNvSpPr/>
          <p:nvPr/>
        </p:nvSpPr>
        <p:spPr>
          <a:xfrm>
            <a:off x="6172046" y="5145980"/>
            <a:ext cx="5232269" cy="904180"/>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250" dirty="0">
                <a:solidFill>
                  <a:srgbClr val="000000"/>
                </a:solidFill>
                <a:latin typeface="Space Grotesk" pitchFamily="34" charset="0"/>
                <a:ea typeface="Space Grotesk" pitchFamily="34" charset="-122"/>
                <a:cs typeface="Space Grotesk" pitchFamily="34" charset="-120"/>
              </a:rPr>
              <a:t>Specific commercial/transactional keywords were mapped to Solution pages.</a:t>
            </a:r>
            <a:endParaRPr lang="en-US" sz="1600" dirty="0"/>
          </a:p>
          <a:p>
            <a:pPr marL="325120" indent="-325120" algn="l">
              <a:lnSpc>
                <a:spcPct val="117000"/>
              </a:lnSpc>
              <a:buSzPct val="100000"/>
              <a:buChar char="•"/>
            </a:pPr>
            <a:r>
              <a:rPr lang="en-US" sz="1250" dirty="0">
                <a:solidFill>
                  <a:srgbClr val="000000"/>
                </a:solidFill>
                <a:latin typeface="Space Grotesk" pitchFamily="34" charset="0"/>
                <a:ea typeface="Space Grotesk" pitchFamily="34" charset="-122"/>
                <a:cs typeface="Space Grotesk" pitchFamily="34" charset="-120"/>
              </a:rPr>
              <a:t>This improves relevance and reduces keyword cannibalisation.</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2118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Keyword mapping</a:t>
            </a:r>
            <a:endParaRPr lang="en-US" sz="3400" dirty="0"/>
          </a:p>
        </p:txBody>
      </p:sp>
      <p:sp>
        <p:nvSpPr>
          <p:cNvPr id="4" name="Shape 2"/>
          <p:cNvSpPr/>
          <p:nvPr/>
        </p:nvSpPr>
        <p:spPr>
          <a:xfrm>
            <a:off x="507987" y="676970"/>
            <a:ext cx="11175720" cy="2865041"/>
          </a:xfrm>
          <a:prstGeom prst="roundRect">
            <a:avLst>
              <a:gd name="adj" fmla="val 12766"/>
            </a:avLst>
          </a:prstGeom>
          <a:solidFill>
            <a:srgbClr val="FE829A"/>
          </a:solidFill>
          <a:ln/>
        </p:spPr>
        <p:txBody>
          <a:bodyPr/>
          <a:lstStyle/>
          <a:p>
            <a:endParaRPr lang="en-IN"/>
          </a:p>
        </p:txBody>
      </p:sp>
      <p:sp>
        <p:nvSpPr>
          <p:cNvPr id="5" name="Text 3"/>
          <p:cNvSpPr/>
          <p:nvPr/>
        </p:nvSpPr>
        <p:spPr>
          <a:xfrm>
            <a:off x="812780" y="986812"/>
            <a:ext cx="10591535" cy="304800"/>
          </a:xfrm>
          <a:prstGeom prst="rect">
            <a:avLst/>
          </a:prstGeom>
          <a:noFill/>
          <a:ln/>
        </p:spPr>
        <p:txBody>
          <a:bodyPr wrap="none" lIns="0" tIns="0" rIns="0" bIns="0" rtlCol="0" anchor="t"/>
          <a:lstStyle/>
          <a:p>
            <a:pPr marL="0" indent="0" algn="l">
              <a:lnSpc>
                <a:spcPct val="100000"/>
              </a:lnSpc>
              <a:buNone/>
            </a:pPr>
            <a:r>
              <a:rPr lang="en-US" sz="2000" b="1" dirty="0">
                <a:solidFill>
                  <a:srgbClr val="000000"/>
                </a:solidFill>
                <a:latin typeface="Space Grotesk Bold" pitchFamily="34" charset="0"/>
                <a:ea typeface="Space Grotesk Bold" pitchFamily="34" charset="-122"/>
                <a:cs typeface="Space Grotesk Bold" pitchFamily="34" charset="-120"/>
              </a:rPr>
              <a:t>Blog page keyword mapping</a:t>
            </a:r>
            <a:endParaRPr lang="en-US" sz="2000" dirty="0"/>
          </a:p>
        </p:txBody>
      </p:sp>
      <p:sp>
        <p:nvSpPr>
          <p:cNvPr id="6" name="Shape 4"/>
          <p:cNvSpPr/>
          <p:nvPr/>
        </p:nvSpPr>
        <p:spPr>
          <a:xfrm>
            <a:off x="812780" y="1413570"/>
            <a:ext cx="2571686" cy="873720"/>
          </a:xfrm>
          <a:prstGeom prst="roundRect">
            <a:avLst>
              <a:gd name="adj" fmla="val 49999"/>
            </a:avLst>
          </a:prstGeom>
          <a:solidFill>
            <a:srgbClr val="FFF8F2"/>
          </a:solidFill>
          <a:ln/>
        </p:spPr>
        <p:txBody>
          <a:bodyPr/>
          <a:lstStyle/>
          <a:p>
            <a:endParaRPr lang="en-IN"/>
          </a:p>
        </p:txBody>
      </p:sp>
      <p:sp>
        <p:nvSpPr>
          <p:cNvPr id="7" name="Text 5"/>
          <p:cNvSpPr/>
          <p:nvPr/>
        </p:nvSpPr>
        <p:spPr>
          <a:xfrm>
            <a:off x="965176" y="1708467"/>
            <a:ext cx="2419289" cy="284460"/>
          </a:xfrm>
          <a:prstGeom prst="rect">
            <a:avLst/>
          </a:prstGeom>
          <a:noFill/>
          <a:ln/>
        </p:spPr>
        <p:txBody>
          <a:bodyPr wrap="none" lIns="0" tIns="0" rIns="0" bIns="0" rtlCol="0" anchor="t"/>
          <a:lstStyle/>
          <a:p>
            <a:pPr marL="0" indent="0" algn="l">
              <a:lnSpc>
                <a:spcPct val="117000"/>
              </a:lnSpc>
              <a:buNone/>
            </a:pPr>
            <a:r>
              <a:rPr lang="en-US" sz="1600" dirty="0">
                <a:solidFill>
                  <a:srgbClr val="1F1F1F"/>
                </a:solidFill>
                <a:latin typeface="Space Grotesk" pitchFamily="34" charset="0"/>
                <a:ea typeface="Space Grotesk" pitchFamily="34" charset="-122"/>
                <a:cs typeface="Space Grotesk" pitchFamily="34" charset="-120"/>
              </a:rPr>
              <a:t>Agriculture</a:t>
            </a:r>
            <a:endParaRPr lang="en-US" sz="1600" dirty="0"/>
          </a:p>
        </p:txBody>
      </p:sp>
      <p:sp>
        <p:nvSpPr>
          <p:cNvPr id="8" name="Shape 6"/>
          <p:cNvSpPr/>
          <p:nvPr/>
        </p:nvSpPr>
        <p:spPr>
          <a:xfrm>
            <a:off x="3536862" y="1413570"/>
            <a:ext cx="2495488" cy="873720"/>
          </a:xfrm>
          <a:prstGeom prst="roundRect">
            <a:avLst>
              <a:gd name="adj" fmla="val 49999"/>
            </a:avLst>
          </a:prstGeom>
          <a:solidFill>
            <a:srgbClr val="FFF8F2"/>
          </a:solidFill>
          <a:ln/>
        </p:spPr>
        <p:txBody>
          <a:bodyPr/>
          <a:lstStyle/>
          <a:p>
            <a:endParaRPr lang="en-IN"/>
          </a:p>
        </p:txBody>
      </p:sp>
      <p:sp>
        <p:nvSpPr>
          <p:cNvPr id="9" name="Text 7"/>
          <p:cNvSpPr/>
          <p:nvPr/>
        </p:nvSpPr>
        <p:spPr>
          <a:xfrm>
            <a:off x="3689258" y="1566287"/>
            <a:ext cx="2190695"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F1F1F"/>
                </a:solidFill>
                <a:latin typeface="Space Grotesk" pitchFamily="34" charset="0"/>
                <a:ea typeface="Space Grotesk" pitchFamily="34" charset="-122"/>
                <a:cs typeface="Space Grotesk" pitchFamily="34" charset="-120"/>
              </a:rPr>
              <a:t>Sustainable agriculture</a:t>
            </a:r>
            <a:endParaRPr lang="en-US" sz="1600" dirty="0"/>
          </a:p>
        </p:txBody>
      </p:sp>
      <p:sp>
        <p:nvSpPr>
          <p:cNvPr id="10" name="Shape 8"/>
          <p:cNvSpPr/>
          <p:nvPr/>
        </p:nvSpPr>
        <p:spPr>
          <a:xfrm>
            <a:off x="6184745" y="1413570"/>
            <a:ext cx="2495488" cy="873720"/>
          </a:xfrm>
          <a:prstGeom prst="roundRect">
            <a:avLst>
              <a:gd name="adj" fmla="val 49999"/>
            </a:avLst>
          </a:prstGeom>
          <a:solidFill>
            <a:srgbClr val="FFF8F2"/>
          </a:solidFill>
          <a:ln/>
        </p:spPr>
        <p:txBody>
          <a:bodyPr/>
          <a:lstStyle/>
          <a:p>
            <a:endParaRPr lang="en-IN"/>
          </a:p>
        </p:txBody>
      </p:sp>
      <p:sp>
        <p:nvSpPr>
          <p:cNvPr id="11" name="Text 9"/>
          <p:cNvSpPr/>
          <p:nvPr/>
        </p:nvSpPr>
        <p:spPr>
          <a:xfrm>
            <a:off x="6337141" y="1708467"/>
            <a:ext cx="2343091" cy="284460"/>
          </a:xfrm>
          <a:prstGeom prst="rect">
            <a:avLst/>
          </a:prstGeom>
          <a:noFill/>
          <a:ln/>
        </p:spPr>
        <p:txBody>
          <a:bodyPr wrap="none" lIns="0" tIns="0" rIns="0" bIns="0" rtlCol="0" anchor="t"/>
          <a:lstStyle/>
          <a:p>
            <a:pPr marL="0" indent="0" algn="l">
              <a:lnSpc>
                <a:spcPct val="117000"/>
              </a:lnSpc>
              <a:buNone/>
            </a:pPr>
            <a:r>
              <a:rPr lang="en-US" sz="1600" dirty="0">
                <a:solidFill>
                  <a:srgbClr val="1F1F1F"/>
                </a:solidFill>
                <a:latin typeface="Space Grotesk" pitchFamily="34" charset="0"/>
                <a:ea typeface="Space Grotesk" pitchFamily="34" charset="-122"/>
                <a:cs typeface="Space Grotesk" pitchFamily="34" charset="-120"/>
              </a:rPr>
              <a:t>Renewable energy</a:t>
            </a:r>
            <a:endParaRPr lang="en-US" sz="1600" dirty="0"/>
          </a:p>
        </p:txBody>
      </p:sp>
      <p:sp>
        <p:nvSpPr>
          <p:cNvPr id="12" name="Shape 10"/>
          <p:cNvSpPr/>
          <p:nvPr/>
        </p:nvSpPr>
        <p:spPr>
          <a:xfrm>
            <a:off x="8832629" y="1413570"/>
            <a:ext cx="2571686" cy="873720"/>
          </a:xfrm>
          <a:prstGeom prst="roundRect">
            <a:avLst>
              <a:gd name="adj" fmla="val 49999"/>
            </a:avLst>
          </a:prstGeom>
          <a:solidFill>
            <a:srgbClr val="FFF8F2"/>
          </a:solidFill>
          <a:ln/>
        </p:spPr>
        <p:txBody>
          <a:bodyPr/>
          <a:lstStyle/>
          <a:p>
            <a:endParaRPr lang="en-IN"/>
          </a:p>
        </p:txBody>
      </p:sp>
      <p:sp>
        <p:nvSpPr>
          <p:cNvPr id="13" name="Text 11"/>
          <p:cNvSpPr/>
          <p:nvPr/>
        </p:nvSpPr>
        <p:spPr>
          <a:xfrm>
            <a:off x="8985025" y="1708467"/>
            <a:ext cx="2419289" cy="284460"/>
          </a:xfrm>
          <a:prstGeom prst="rect">
            <a:avLst/>
          </a:prstGeom>
          <a:noFill/>
          <a:ln/>
        </p:spPr>
        <p:txBody>
          <a:bodyPr wrap="none" lIns="0" tIns="0" rIns="0" bIns="0" rtlCol="0" anchor="t"/>
          <a:lstStyle/>
          <a:p>
            <a:pPr marL="0" indent="0" algn="l">
              <a:lnSpc>
                <a:spcPct val="117000"/>
              </a:lnSpc>
              <a:buNone/>
            </a:pPr>
            <a:r>
              <a:rPr lang="en-US" sz="1600" dirty="0">
                <a:solidFill>
                  <a:srgbClr val="1F1F1F"/>
                </a:solidFill>
                <a:latin typeface="Space Grotesk" pitchFamily="34" charset="0"/>
                <a:ea typeface="Space Grotesk" pitchFamily="34" charset="-122"/>
                <a:cs typeface="Space Grotesk" pitchFamily="34" charset="-120"/>
              </a:rPr>
              <a:t>Green energy</a:t>
            </a:r>
            <a:endParaRPr lang="en-US" sz="1600" dirty="0"/>
          </a:p>
        </p:txBody>
      </p:sp>
      <p:sp>
        <p:nvSpPr>
          <p:cNvPr id="14" name="Shape 12"/>
          <p:cNvSpPr/>
          <p:nvPr/>
        </p:nvSpPr>
        <p:spPr>
          <a:xfrm>
            <a:off x="812780" y="2439690"/>
            <a:ext cx="2571686" cy="873720"/>
          </a:xfrm>
          <a:prstGeom prst="roundRect">
            <a:avLst>
              <a:gd name="adj" fmla="val 49999"/>
            </a:avLst>
          </a:prstGeom>
          <a:solidFill>
            <a:srgbClr val="FFF8F2"/>
          </a:solidFill>
          <a:ln/>
        </p:spPr>
        <p:txBody>
          <a:bodyPr/>
          <a:lstStyle/>
          <a:p>
            <a:endParaRPr lang="en-IN"/>
          </a:p>
        </p:txBody>
      </p:sp>
      <p:sp>
        <p:nvSpPr>
          <p:cNvPr id="15" name="Text 13"/>
          <p:cNvSpPr/>
          <p:nvPr/>
        </p:nvSpPr>
        <p:spPr>
          <a:xfrm>
            <a:off x="965176" y="2734588"/>
            <a:ext cx="2419289" cy="284460"/>
          </a:xfrm>
          <a:prstGeom prst="rect">
            <a:avLst/>
          </a:prstGeom>
          <a:noFill/>
          <a:ln/>
        </p:spPr>
        <p:txBody>
          <a:bodyPr wrap="none" lIns="0" tIns="0" rIns="0" bIns="0" rtlCol="0" anchor="t"/>
          <a:lstStyle/>
          <a:p>
            <a:pPr marL="0" indent="0" algn="l">
              <a:lnSpc>
                <a:spcPct val="117000"/>
              </a:lnSpc>
              <a:buNone/>
            </a:pPr>
            <a:r>
              <a:rPr lang="en-US" sz="1600" dirty="0">
                <a:solidFill>
                  <a:srgbClr val="1F1F1F"/>
                </a:solidFill>
                <a:latin typeface="Space Grotesk" pitchFamily="34" charset="0"/>
                <a:ea typeface="Space Grotesk" pitchFamily="34" charset="-122"/>
                <a:cs typeface="Space Grotesk" pitchFamily="34" charset="-120"/>
              </a:rPr>
              <a:t>Solar power</a:t>
            </a:r>
            <a:endParaRPr lang="en-US" sz="1600" dirty="0"/>
          </a:p>
        </p:txBody>
      </p:sp>
      <p:sp>
        <p:nvSpPr>
          <p:cNvPr id="16" name="Shape 14"/>
          <p:cNvSpPr/>
          <p:nvPr/>
        </p:nvSpPr>
        <p:spPr>
          <a:xfrm>
            <a:off x="3536862" y="2439690"/>
            <a:ext cx="2495488" cy="873720"/>
          </a:xfrm>
          <a:prstGeom prst="roundRect">
            <a:avLst>
              <a:gd name="adj" fmla="val 49999"/>
            </a:avLst>
          </a:prstGeom>
          <a:solidFill>
            <a:srgbClr val="FFF8F2"/>
          </a:solidFill>
          <a:ln/>
        </p:spPr>
        <p:txBody>
          <a:bodyPr/>
          <a:lstStyle/>
          <a:p>
            <a:endParaRPr lang="en-IN"/>
          </a:p>
        </p:txBody>
      </p:sp>
      <p:sp>
        <p:nvSpPr>
          <p:cNvPr id="17" name="Text 15"/>
          <p:cNvSpPr/>
          <p:nvPr/>
        </p:nvSpPr>
        <p:spPr>
          <a:xfrm>
            <a:off x="3689258" y="2734588"/>
            <a:ext cx="2343091" cy="284460"/>
          </a:xfrm>
          <a:prstGeom prst="rect">
            <a:avLst/>
          </a:prstGeom>
          <a:noFill/>
          <a:ln/>
        </p:spPr>
        <p:txBody>
          <a:bodyPr wrap="none" lIns="0" tIns="0" rIns="0" bIns="0" rtlCol="0" anchor="t"/>
          <a:lstStyle/>
          <a:p>
            <a:pPr marL="0" indent="0" algn="l">
              <a:lnSpc>
                <a:spcPct val="117000"/>
              </a:lnSpc>
              <a:buNone/>
            </a:pPr>
            <a:r>
              <a:rPr lang="en-US" sz="1600" dirty="0">
                <a:solidFill>
                  <a:srgbClr val="1F1F1F"/>
                </a:solidFill>
                <a:latin typeface="Space Grotesk" pitchFamily="34" charset="0"/>
                <a:ea typeface="Space Grotesk" pitchFamily="34" charset="-122"/>
                <a:cs typeface="Space Grotesk" pitchFamily="34" charset="-120"/>
              </a:rPr>
              <a:t>Agriculture farming</a:t>
            </a:r>
            <a:endParaRPr lang="en-US" sz="1600" dirty="0"/>
          </a:p>
        </p:txBody>
      </p:sp>
      <p:sp>
        <p:nvSpPr>
          <p:cNvPr id="18" name="Shape 16"/>
          <p:cNvSpPr/>
          <p:nvPr/>
        </p:nvSpPr>
        <p:spPr>
          <a:xfrm>
            <a:off x="6184745" y="2439690"/>
            <a:ext cx="2495488" cy="873720"/>
          </a:xfrm>
          <a:prstGeom prst="roundRect">
            <a:avLst>
              <a:gd name="adj" fmla="val 49999"/>
            </a:avLst>
          </a:prstGeom>
          <a:solidFill>
            <a:srgbClr val="FFF8F2"/>
          </a:solidFill>
          <a:ln/>
        </p:spPr>
        <p:txBody>
          <a:bodyPr/>
          <a:lstStyle/>
          <a:p>
            <a:endParaRPr lang="en-IN"/>
          </a:p>
        </p:txBody>
      </p:sp>
      <p:sp>
        <p:nvSpPr>
          <p:cNvPr id="19" name="Text 17"/>
          <p:cNvSpPr/>
          <p:nvPr/>
        </p:nvSpPr>
        <p:spPr>
          <a:xfrm>
            <a:off x="6337141" y="2592407"/>
            <a:ext cx="2190695"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F1F1F"/>
                </a:solidFill>
                <a:latin typeface="Space Grotesk" pitchFamily="34" charset="0"/>
                <a:ea typeface="Space Grotesk" pitchFamily="34" charset="-122"/>
                <a:cs typeface="Space Grotesk" pitchFamily="34" charset="-120"/>
              </a:rPr>
              <a:t>Renewable energy systems</a:t>
            </a:r>
            <a:endParaRPr lang="en-US" sz="1600" dirty="0"/>
          </a:p>
        </p:txBody>
      </p:sp>
      <p:sp>
        <p:nvSpPr>
          <p:cNvPr id="20" name="Shape 18"/>
          <p:cNvSpPr/>
          <p:nvPr/>
        </p:nvSpPr>
        <p:spPr>
          <a:xfrm>
            <a:off x="8832629" y="2439690"/>
            <a:ext cx="2571686" cy="873720"/>
          </a:xfrm>
          <a:prstGeom prst="roundRect">
            <a:avLst>
              <a:gd name="adj" fmla="val 49999"/>
            </a:avLst>
          </a:prstGeom>
          <a:solidFill>
            <a:srgbClr val="FFF8F2"/>
          </a:solidFill>
          <a:ln/>
        </p:spPr>
        <p:txBody>
          <a:bodyPr/>
          <a:lstStyle/>
          <a:p>
            <a:endParaRPr lang="en-IN"/>
          </a:p>
        </p:txBody>
      </p:sp>
      <p:sp>
        <p:nvSpPr>
          <p:cNvPr id="21" name="Text 19"/>
          <p:cNvSpPr/>
          <p:nvPr/>
        </p:nvSpPr>
        <p:spPr>
          <a:xfrm>
            <a:off x="8985025" y="2734588"/>
            <a:ext cx="2419289" cy="284460"/>
          </a:xfrm>
          <a:prstGeom prst="rect">
            <a:avLst/>
          </a:prstGeom>
          <a:noFill/>
          <a:ln/>
        </p:spPr>
        <p:txBody>
          <a:bodyPr wrap="none" lIns="0" tIns="0" rIns="0" bIns="0" rtlCol="0" anchor="t"/>
          <a:lstStyle/>
          <a:p>
            <a:pPr marL="0" indent="0" algn="l">
              <a:lnSpc>
                <a:spcPct val="117000"/>
              </a:lnSpc>
              <a:buNone/>
            </a:pPr>
            <a:r>
              <a:rPr lang="en-US" sz="1600" dirty="0">
                <a:solidFill>
                  <a:srgbClr val="1F1F1F"/>
                </a:solidFill>
                <a:latin typeface="Space Grotesk" pitchFamily="34" charset="0"/>
                <a:ea typeface="Space Grotesk" pitchFamily="34" charset="-122"/>
                <a:cs typeface="Space Grotesk" pitchFamily="34" charset="-120"/>
              </a:rPr>
              <a:t>Solar energy systems</a:t>
            </a:r>
            <a:endParaRPr lang="en-US" sz="1600" dirty="0"/>
          </a:p>
        </p:txBody>
      </p:sp>
      <p:sp>
        <p:nvSpPr>
          <p:cNvPr id="22" name="Shape 20"/>
          <p:cNvSpPr/>
          <p:nvPr/>
        </p:nvSpPr>
        <p:spPr>
          <a:xfrm>
            <a:off x="507987" y="3587849"/>
            <a:ext cx="11175720" cy="2609751"/>
          </a:xfrm>
          <a:prstGeom prst="roundRect">
            <a:avLst>
              <a:gd name="adj" fmla="val 14015"/>
            </a:avLst>
          </a:prstGeom>
          <a:solidFill>
            <a:srgbClr val="FC9FA5"/>
          </a:solidFill>
          <a:ln/>
        </p:spPr>
        <p:txBody>
          <a:bodyPr/>
          <a:lstStyle/>
          <a:p>
            <a:endParaRPr lang="en-IN"/>
          </a:p>
        </p:txBody>
      </p:sp>
      <p:sp>
        <p:nvSpPr>
          <p:cNvPr id="23" name="Shape 21"/>
          <p:cNvSpPr/>
          <p:nvPr/>
        </p:nvSpPr>
        <p:spPr>
          <a:xfrm>
            <a:off x="812780" y="3816449"/>
            <a:ext cx="1056554" cy="741660"/>
          </a:xfrm>
          <a:prstGeom prst="roundRect">
            <a:avLst>
              <a:gd name="adj" fmla="val 24658"/>
            </a:avLst>
          </a:prstGeom>
          <a:solidFill>
            <a:srgbClr val="FFF8F2"/>
          </a:solidFill>
          <a:ln/>
        </p:spPr>
        <p:txBody>
          <a:bodyPr/>
          <a:lstStyle/>
          <a:p>
            <a:endParaRPr lang="en-IN"/>
          </a:p>
        </p:txBody>
      </p:sp>
      <p:sp>
        <p:nvSpPr>
          <p:cNvPr id="24" name="Text 22"/>
          <p:cNvSpPr/>
          <p:nvPr/>
        </p:nvSpPr>
        <p:spPr>
          <a:xfrm>
            <a:off x="914377" y="4045367"/>
            <a:ext cx="954957" cy="284460"/>
          </a:xfrm>
          <a:prstGeom prst="rect">
            <a:avLst/>
          </a:prstGeom>
          <a:noFill/>
          <a:ln/>
        </p:spPr>
        <p:txBody>
          <a:bodyPr wrap="none" lIns="0" tIns="0" rIns="0" bIns="0" rtlCol="0" anchor="t"/>
          <a:lstStyle/>
          <a:p>
            <a:pPr marL="0" indent="0" algn="l">
              <a:lnSpc>
                <a:spcPct val="117000"/>
              </a:lnSpc>
              <a:buNone/>
            </a:pPr>
            <a:r>
              <a:rPr lang="en-US" sz="1600" b="1" dirty="0">
                <a:solidFill>
                  <a:srgbClr val="C00000"/>
                </a:solidFill>
                <a:latin typeface="Space Grotesk Bold" pitchFamily="34" charset="0"/>
                <a:ea typeface="Space Grotesk Bold" pitchFamily="34" charset="-122"/>
                <a:cs typeface="Space Grotesk Bold" pitchFamily="34" charset="-120"/>
              </a:rPr>
              <a:t>NOTES:</a:t>
            </a:r>
            <a:endParaRPr lang="en-US" sz="1600" dirty="0"/>
          </a:p>
        </p:txBody>
      </p:sp>
      <p:sp>
        <p:nvSpPr>
          <p:cNvPr id="25" name="Text 23"/>
          <p:cNvSpPr/>
          <p:nvPr/>
        </p:nvSpPr>
        <p:spPr>
          <a:xfrm>
            <a:off x="812780" y="4678759"/>
            <a:ext cx="10566136" cy="1290241"/>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400" dirty="0">
                <a:solidFill>
                  <a:srgbClr val="1F1F1F"/>
                </a:solidFill>
                <a:latin typeface="Space Grotesk" pitchFamily="34" charset="0"/>
                <a:ea typeface="Space Grotesk" pitchFamily="34" charset="-122"/>
                <a:cs typeface="Space Grotesk" pitchFamily="34" charset="-120"/>
              </a:rPr>
              <a:t>Keywords were segregated based on informational intent and user education.</a:t>
            </a:r>
            <a:endParaRPr lang="en-US" sz="1600" dirty="0"/>
          </a:p>
          <a:p>
            <a:pPr marL="325120" indent="-325120" algn="l">
              <a:lnSpc>
                <a:spcPct val="117000"/>
              </a:lnSpc>
              <a:buSzPct val="100000"/>
              <a:buChar char="•"/>
            </a:pPr>
            <a:r>
              <a:rPr lang="en-US" sz="1400" dirty="0">
                <a:solidFill>
                  <a:srgbClr val="1F1F1F"/>
                </a:solidFill>
                <a:latin typeface="Space Grotesk" pitchFamily="34" charset="0"/>
                <a:ea typeface="Space Grotesk" pitchFamily="34" charset="-122"/>
                <a:cs typeface="Space Grotesk" pitchFamily="34" charset="-120"/>
              </a:rPr>
              <a:t>We targeted high-volume industry terms on the Blog page to attract top-of-funnel users.</a:t>
            </a:r>
            <a:endParaRPr lang="en-US" sz="1600" dirty="0"/>
          </a:p>
          <a:p>
            <a:pPr marL="325120" indent="-325120" algn="l">
              <a:lnSpc>
                <a:spcPct val="117000"/>
              </a:lnSpc>
              <a:buSzPct val="100000"/>
              <a:buChar char="•"/>
            </a:pPr>
            <a:r>
              <a:rPr lang="en-US" sz="1400" dirty="0">
                <a:solidFill>
                  <a:srgbClr val="1F1F1F"/>
                </a:solidFill>
                <a:latin typeface="Space Grotesk" pitchFamily="34" charset="0"/>
                <a:ea typeface="Space Grotesk" pitchFamily="34" charset="-122"/>
                <a:cs typeface="Space Grotesk" pitchFamily="34" charset="-120"/>
              </a:rPr>
              <a:t>Broad sector pillar keywords were mapped here to build topical authority.</a:t>
            </a:r>
            <a:endParaRPr lang="en-US" sz="1600" dirty="0"/>
          </a:p>
          <a:p>
            <a:pPr marL="325120" indent="-325120" algn="l">
              <a:lnSpc>
                <a:spcPct val="117000"/>
              </a:lnSpc>
              <a:buSzPct val="100000"/>
              <a:buChar char="•"/>
            </a:pPr>
            <a:r>
              <a:rPr lang="en-US" sz="1400" dirty="0">
                <a:solidFill>
                  <a:srgbClr val="1F1F1F"/>
                </a:solidFill>
                <a:latin typeface="Space Grotesk" pitchFamily="34" charset="0"/>
                <a:ea typeface="Space Grotesk" pitchFamily="34" charset="-122"/>
                <a:cs typeface="Space Grotesk" pitchFamily="34" charset="-120"/>
              </a:rPr>
              <a:t>This improves resource credibility and captures informational search traffic naturally.</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406390" y="335259"/>
            <a:ext cx="11277318" cy="435074"/>
          </a:xfrm>
          <a:prstGeom prst="rect">
            <a:avLst/>
          </a:prstGeom>
          <a:noFill/>
          <a:ln/>
        </p:spPr>
        <p:txBody>
          <a:bodyPr wrap="none" lIns="0" tIns="0" rIns="0" bIns="0" rtlCol="0" anchor="t"/>
          <a:lstStyle/>
          <a:p>
            <a:pPr marL="0" indent="0" algn="l">
              <a:lnSpc>
                <a:spcPct val="87000"/>
              </a:lnSpc>
              <a:buNone/>
            </a:pPr>
            <a:r>
              <a:rPr lang="en-US" sz="3250" b="1" dirty="0">
                <a:solidFill>
                  <a:srgbClr val="FB5022"/>
                </a:solidFill>
                <a:latin typeface="Fredoka Bold" pitchFamily="34" charset="0"/>
                <a:ea typeface="Fredoka Bold" pitchFamily="34" charset="-122"/>
                <a:cs typeface="Fredoka Bold" pitchFamily="34" charset="-120"/>
              </a:rPr>
              <a:t>Keyword cluster</a:t>
            </a:r>
            <a:endParaRPr lang="en-US" sz="3250" dirty="0"/>
          </a:p>
        </p:txBody>
      </p:sp>
      <p:sp>
        <p:nvSpPr>
          <p:cNvPr id="4" name="Shape 2"/>
          <p:cNvSpPr/>
          <p:nvPr/>
        </p:nvSpPr>
        <p:spPr>
          <a:xfrm>
            <a:off x="406390" y="909439"/>
            <a:ext cx="2743131" cy="955179"/>
          </a:xfrm>
          <a:prstGeom prst="roundRect">
            <a:avLst>
              <a:gd name="adj" fmla="val 47864"/>
            </a:avLst>
          </a:prstGeom>
          <a:solidFill>
            <a:srgbClr val="FE829A"/>
          </a:solidFill>
          <a:ln/>
        </p:spPr>
        <p:txBody>
          <a:bodyPr/>
          <a:lstStyle/>
          <a:p>
            <a:endParaRPr lang="en-IN"/>
          </a:p>
        </p:txBody>
      </p:sp>
      <p:sp>
        <p:nvSpPr>
          <p:cNvPr id="5" name="Text 3"/>
          <p:cNvSpPr/>
          <p:nvPr/>
        </p:nvSpPr>
        <p:spPr>
          <a:xfrm>
            <a:off x="634984" y="1253232"/>
            <a:ext cx="2514537" cy="267593"/>
          </a:xfrm>
          <a:prstGeom prst="rect">
            <a:avLst/>
          </a:prstGeom>
          <a:noFill/>
          <a:ln/>
        </p:spPr>
        <p:txBody>
          <a:bodyPr wrap="none" lIns="0" tIns="0" rIns="0" bIns="0" rtlCol="0" anchor="t"/>
          <a:lstStyle/>
          <a:p>
            <a:pPr marL="0" indent="0" algn="l">
              <a:lnSpc>
                <a:spcPct val="114000"/>
              </a:lnSpc>
              <a:buNone/>
            </a:pPr>
            <a:r>
              <a:rPr lang="en-US" sz="1550" b="1" dirty="0">
                <a:solidFill>
                  <a:srgbClr val="000000"/>
                </a:solidFill>
                <a:latin typeface="Space Grotesk Bold" pitchFamily="34" charset="0"/>
                <a:ea typeface="Space Grotesk Bold" pitchFamily="34" charset="-122"/>
                <a:cs typeface="Space Grotesk Bold" pitchFamily="34" charset="-120"/>
              </a:rPr>
              <a:t>Cluster name</a:t>
            </a:r>
            <a:endParaRPr lang="en-US" sz="1550" dirty="0"/>
          </a:p>
        </p:txBody>
      </p:sp>
      <p:sp>
        <p:nvSpPr>
          <p:cNvPr id="6" name="Shape 4"/>
          <p:cNvSpPr/>
          <p:nvPr/>
        </p:nvSpPr>
        <p:spPr>
          <a:xfrm>
            <a:off x="3301917" y="909439"/>
            <a:ext cx="2743131" cy="955179"/>
          </a:xfrm>
          <a:prstGeom prst="roundRect">
            <a:avLst>
              <a:gd name="adj" fmla="val 47864"/>
            </a:avLst>
          </a:prstGeom>
          <a:solidFill>
            <a:srgbClr val="FE829A"/>
          </a:solidFill>
          <a:ln/>
        </p:spPr>
        <p:txBody>
          <a:bodyPr/>
          <a:lstStyle/>
          <a:p>
            <a:endParaRPr lang="en-IN"/>
          </a:p>
        </p:txBody>
      </p:sp>
      <p:sp>
        <p:nvSpPr>
          <p:cNvPr id="7" name="Text 5"/>
          <p:cNvSpPr/>
          <p:nvPr/>
        </p:nvSpPr>
        <p:spPr>
          <a:xfrm>
            <a:off x="3530512" y="1253232"/>
            <a:ext cx="2514537" cy="267593"/>
          </a:xfrm>
          <a:prstGeom prst="rect">
            <a:avLst/>
          </a:prstGeom>
          <a:noFill/>
          <a:ln/>
        </p:spPr>
        <p:txBody>
          <a:bodyPr wrap="none" lIns="0" tIns="0" rIns="0" bIns="0" rtlCol="0" anchor="t"/>
          <a:lstStyle/>
          <a:p>
            <a:pPr marL="0" indent="0" algn="l">
              <a:lnSpc>
                <a:spcPct val="114000"/>
              </a:lnSpc>
              <a:buNone/>
            </a:pPr>
            <a:r>
              <a:rPr lang="en-US" sz="1550" b="1" dirty="0">
                <a:solidFill>
                  <a:srgbClr val="000000"/>
                </a:solidFill>
                <a:latin typeface="Space Grotesk Bold" pitchFamily="34" charset="0"/>
                <a:ea typeface="Space Grotesk Bold" pitchFamily="34" charset="-122"/>
                <a:cs typeface="Space Grotesk Bold" pitchFamily="34" charset="-120"/>
              </a:rPr>
              <a:t>Primary keywords</a:t>
            </a:r>
            <a:endParaRPr lang="en-US" sz="1550" dirty="0"/>
          </a:p>
        </p:txBody>
      </p:sp>
      <p:sp>
        <p:nvSpPr>
          <p:cNvPr id="8" name="Shape 6"/>
          <p:cNvSpPr/>
          <p:nvPr/>
        </p:nvSpPr>
        <p:spPr>
          <a:xfrm>
            <a:off x="6197445" y="909439"/>
            <a:ext cx="5486263" cy="955179"/>
          </a:xfrm>
          <a:prstGeom prst="roundRect">
            <a:avLst>
              <a:gd name="adj" fmla="val 47864"/>
            </a:avLst>
          </a:prstGeom>
          <a:solidFill>
            <a:srgbClr val="FE829A"/>
          </a:solidFill>
          <a:ln/>
        </p:spPr>
        <p:txBody>
          <a:bodyPr/>
          <a:lstStyle/>
          <a:p>
            <a:endParaRPr lang="en-IN"/>
          </a:p>
        </p:txBody>
      </p:sp>
      <p:sp>
        <p:nvSpPr>
          <p:cNvPr id="9" name="Text 7"/>
          <p:cNvSpPr/>
          <p:nvPr/>
        </p:nvSpPr>
        <p:spPr>
          <a:xfrm>
            <a:off x="6426039" y="1253232"/>
            <a:ext cx="5257668" cy="267593"/>
          </a:xfrm>
          <a:prstGeom prst="rect">
            <a:avLst/>
          </a:prstGeom>
          <a:noFill/>
          <a:ln/>
        </p:spPr>
        <p:txBody>
          <a:bodyPr wrap="none" lIns="0" tIns="0" rIns="0" bIns="0" rtlCol="0" anchor="t"/>
          <a:lstStyle/>
          <a:p>
            <a:pPr marL="0" indent="0" algn="l">
              <a:lnSpc>
                <a:spcPct val="114000"/>
              </a:lnSpc>
              <a:buNone/>
            </a:pPr>
            <a:r>
              <a:rPr lang="en-US" sz="1550" b="1" dirty="0">
                <a:solidFill>
                  <a:srgbClr val="000000"/>
                </a:solidFill>
                <a:latin typeface="Space Grotesk Bold" pitchFamily="34" charset="0"/>
                <a:ea typeface="Space Grotesk Bold" pitchFamily="34" charset="-122"/>
                <a:cs typeface="Space Grotesk Bold" pitchFamily="34" charset="-120"/>
              </a:rPr>
              <a:t>Secondary keywords</a:t>
            </a:r>
            <a:endParaRPr lang="en-US" sz="1550" dirty="0"/>
          </a:p>
        </p:txBody>
      </p:sp>
      <p:sp>
        <p:nvSpPr>
          <p:cNvPr id="10" name="Shape 8"/>
          <p:cNvSpPr/>
          <p:nvPr/>
        </p:nvSpPr>
        <p:spPr>
          <a:xfrm>
            <a:off x="406390" y="2016919"/>
            <a:ext cx="2743131" cy="955179"/>
          </a:xfrm>
          <a:prstGeom prst="roundRect">
            <a:avLst>
              <a:gd name="adj" fmla="val 38291"/>
            </a:avLst>
          </a:prstGeom>
          <a:solidFill>
            <a:srgbClr val="FE829A"/>
          </a:solidFill>
          <a:ln/>
        </p:spPr>
        <p:txBody>
          <a:bodyPr/>
          <a:lstStyle/>
          <a:p>
            <a:endParaRPr lang="en-IN"/>
          </a:p>
        </p:txBody>
      </p:sp>
      <p:sp>
        <p:nvSpPr>
          <p:cNvPr id="11" name="Text 9"/>
          <p:cNvSpPr/>
          <p:nvPr/>
        </p:nvSpPr>
        <p:spPr>
          <a:xfrm>
            <a:off x="634984" y="2352745"/>
            <a:ext cx="2514537" cy="284262"/>
          </a:xfrm>
          <a:prstGeom prst="rect">
            <a:avLst/>
          </a:prstGeom>
          <a:noFill/>
          <a:ln/>
        </p:spPr>
        <p:txBody>
          <a:bodyPr wrap="none" lIns="0" tIns="0" rIns="0" bIns="0" rtlCol="0" anchor="t"/>
          <a:lstStyle/>
          <a:p>
            <a:pPr marL="0" indent="0" algn="l">
              <a:lnSpc>
                <a:spcPct val="114000"/>
              </a:lnSpc>
              <a:buNone/>
            </a:pPr>
            <a:r>
              <a:rPr lang="en-US" sz="1650" b="1" dirty="0">
                <a:solidFill>
                  <a:srgbClr val="1F1F1F"/>
                </a:solidFill>
                <a:latin typeface="Space Grotesk Bold" pitchFamily="34" charset="0"/>
                <a:ea typeface="Space Grotesk Bold" pitchFamily="34" charset="-122"/>
                <a:cs typeface="Space Grotesk Bold" pitchFamily="34" charset="-120"/>
              </a:rPr>
              <a:t>Agriculture &amp; farming</a:t>
            </a:r>
            <a:endParaRPr lang="en-US" sz="1650" dirty="0"/>
          </a:p>
        </p:txBody>
      </p:sp>
      <p:sp>
        <p:nvSpPr>
          <p:cNvPr id="12" name="Shape 10"/>
          <p:cNvSpPr/>
          <p:nvPr/>
        </p:nvSpPr>
        <p:spPr>
          <a:xfrm>
            <a:off x="3301917" y="2016919"/>
            <a:ext cx="2743131" cy="955179"/>
          </a:xfrm>
          <a:prstGeom prst="roundRect">
            <a:avLst>
              <a:gd name="adj" fmla="val 38291"/>
            </a:avLst>
          </a:prstGeom>
          <a:solidFill>
            <a:srgbClr val="F9B440"/>
          </a:solidFill>
          <a:ln/>
        </p:spPr>
        <p:txBody>
          <a:bodyPr/>
          <a:lstStyle/>
          <a:p>
            <a:endParaRPr lang="en-IN"/>
          </a:p>
        </p:txBody>
      </p:sp>
      <p:sp>
        <p:nvSpPr>
          <p:cNvPr id="13" name="Text 11"/>
          <p:cNvSpPr/>
          <p:nvPr/>
        </p:nvSpPr>
        <p:spPr>
          <a:xfrm>
            <a:off x="3530512" y="2360712"/>
            <a:ext cx="2514537" cy="267593"/>
          </a:xfrm>
          <a:prstGeom prst="rect">
            <a:avLst/>
          </a:prstGeom>
          <a:noFill/>
          <a:ln/>
        </p:spPr>
        <p:txBody>
          <a:bodyPr wrap="none" lIns="0" tIns="0" rIns="0" bIns="0" rtlCol="0" anchor="t"/>
          <a:lstStyle/>
          <a:p>
            <a:pPr marL="0" indent="0" algn="l">
              <a:lnSpc>
                <a:spcPct val="114000"/>
              </a:lnSpc>
              <a:buNone/>
            </a:pPr>
            <a:r>
              <a:rPr lang="en-US" sz="1550" b="1" dirty="0">
                <a:solidFill>
                  <a:srgbClr val="1F1F1F"/>
                </a:solidFill>
                <a:latin typeface="Space Grotesk Bold" pitchFamily="34" charset="0"/>
                <a:ea typeface="Space Grotesk Bold" pitchFamily="34" charset="-122"/>
                <a:cs typeface="Space Grotesk Bold" pitchFamily="34" charset="-120"/>
              </a:rPr>
              <a:t>Agriculture</a:t>
            </a:r>
            <a:endParaRPr lang="en-US" sz="1550" dirty="0"/>
          </a:p>
        </p:txBody>
      </p:sp>
      <p:sp>
        <p:nvSpPr>
          <p:cNvPr id="14" name="Shape 12"/>
          <p:cNvSpPr/>
          <p:nvPr/>
        </p:nvSpPr>
        <p:spPr>
          <a:xfrm>
            <a:off x="6197445" y="2016919"/>
            <a:ext cx="5486263" cy="955179"/>
          </a:xfrm>
          <a:prstGeom prst="roundRect">
            <a:avLst>
              <a:gd name="adj" fmla="val 38291"/>
            </a:avLst>
          </a:prstGeom>
          <a:solidFill>
            <a:srgbClr val="FC9FA5"/>
          </a:solidFill>
          <a:ln/>
        </p:spPr>
        <p:txBody>
          <a:bodyPr/>
          <a:lstStyle/>
          <a:p>
            <a:endParaRPr lang="en-IN"/>
          </a:p>
        </p:txBody>
      </p:sp>
      <p:sp>
        <p:nvSpPr>
          <p:cNvPr id="15" name="Text 13"/>
          <p:cNvSpPr/>
          <p:nvPr/>
        </p:nvSpPr>
        <p:spPr>
          <a:xfrm>
            <a:off x="6426039" y="2226866"/>
            <a:ext cx="5029074" cy="535186"/>
          </a:xfrm>
          <a:prstGeom prst="rect">
            <a:avLst/>
          </a:prstGeom>
          <a:noFill/>
          <a:ln/>
        </p:spPr>
        <p:txBody>
          <a:bodyPr wrap="square" lIns="0" tIns="0" rIns="0" bIns="0" rtlCol="0" anchor="t">
            <a:normAutofit/>
          </a:bodyPr>
          <a:lstStyle/>
          <a:p>
            <a:pPr marL="0" indent="0" algn="l">
              <a:lnSpc>
                <a:spcPct val="114000"/>
              </a:lnSpc>
              <a:buNone/>
            </a:pPr>
            <a:r>
              <a:rPr lang="en-US" sz="1550" b="1" dirty="0">
                <a:solidFill>
                  <a:srgbClr val="1F1F1F"/>
                </a:solidFill>
                <a:latin typeface="Space Grotesk Bold" pitchFamily="34" charset="0"/>
                <a:ea typeface="Space Grotesk Bold" pitchFamily="34" charset="-122"/>
                <a:cs typeface="Space Grotesk Bold" pitchFamily="34" charset="-120"/>
              </a:rPr>
              <a:t>Agriculture farming, Small scale farming, Agriculture project</a:t>
            </a:r>
            <a:endParaRPr lang="en-US" sz="1550" dirty="0"/>
          </a:p>
        </p:txBody>
      </p:sp>
      <p:sp>
        <p:nvSpPr>
          <p:cNvPr id="16" name="Shape 14"/>
          <p:cNvSpPr/>
          <p:nvPr/>
        </p:nvSpPr>
        <p:spPr>
          <a:xfrm>
            <a:off x="406390" y="3124398"/>
            <a:ext cx="2743131" cy="955179"/>
          </a:xfrm>
          <a:prstGeom prst="roundRect">
            <a:avLst>
              <a:gd name="adj" fmla="val 38291"/>
            </a:avLst>
          </a:prstGeom>
          <a:solidFill>
            <a:srgbClr val="FE829A"/>
          </a:solidFill>
          <a:ln/>
        </p:spPr>
        <p:txBody>
          <a:bodyPr/>
          <a:lstStyle/>
          <a:p>
            <a:endParaRPr lang="en-IN"/>
          </a:p>
        </p:txBody>
      </p:sp>
      <p:sp>
        <p:nvSpPr>
          <p:cNvPr id="17" name="Text 15"/>
          <p:cNvSpPr/>
          <p:nvPr/>
        </p:nvSpPr>
        <p:spPr>
          <a:xfrm>
            <a:off x="634984" y="3318045"/>
            <a:ext cx="2285943" cy="568523"/>
          </a:xfrm>
          <a:prstGeom prst="rect">
            <a:avLst/>
          </a:prstGeom>
          <a:noFill/>
          <a:ln/>
        </p:spPr>
        <p:txBody>
          <a:bodyPr wrap="square" lIns="0" tIns="0" rIns="0" bIns="0" rtlCol="0" anchor="t">
            <a:normAutofit/>
          </a:bodyPr>
          <a:lstStyle/>
          <a:p>
            <a:pPr marL="0" indent="0" algn="l">
              <a:lnSpc>
                <a:spcPct val="114000"/>
              </a:lnSpc>
              <a:buNone/>
            </a:pPr>
            <a:r>
              <a:rPr lang="en-US" sz="1650" b="1" dirty="0">
                <a:solidFill>
                  <a:srgbClr val="1F1F1F"/>
                </a:solidFill>
                <a:latin typeface="Space Grotesk Bold" pitchFamily="34" charset="0"/>
                <a:ea typeface="Space Grotesk Bold" pitchFamily="34" charset="-122"/>
                <a:cs typeface="Space Grotesk Bold" pitchFamily="34" charset="-120"/>
              </a:rPr>
              <a:t>Sustainable agriculture</a:t>
            </a:r>
            <a:endParaRPr lang="en-US" sz="1650" dirty="0"/>
          </a:p>
        </p:txBody>
      </p:sp>
      <p:sp>
        <p:nvSpPr>
          <p:cNvPr id="18" name="Shape 16"/>
          <p:cNvSpPr/>
          <p:nvPr/>
        </p:nvSpPr>
        <p:spPr>
          <a:xfrm>
            <a:off x="3301917" y="3124398"/>
            <a:ext cx="2743131" cy="955179"/>
          </a:xfrm>
          <a:prstGeom prst="roundRect">
            <a:avLst>
              <a:gd name="adj" fmla="val 38291"/>
            </a:avLst>
          </a:prstGeom>
          <a:solidFill>
            <a:srgbClr val="F9B440"/>
          </a:solidFill>
          <a:ln/>
        </p:spPr>
        <p:txBody>
          <a:bodyPr/>
          <a:lstStyle/>
          <a:p>
            <a:endParaRPr lang="en-IN"/>
          </a:p>
        </p:txBody>
      </p:sp>
      <p:sp>
        <p:nvSpPr>
          <p:cNvPr id="19" name="Text 17"/>
          <p:cNvSpPr/>
          <p:nvPr/>
        </p:nvSpPr>
        <p:spPr>
          <a:xfrm>
            <a:off x="3530512" y="3468191"/>
            <a:ext cx="2514537" cy="267593"/>
          </a:xfrm>
          <a:prstGeom prst="rect">
            <a:avLst/>
          </a:prstGeom>
          <a:noFill/>
          <a:ln/>
        </p:spPr>
        <p:txBody>
          <a:bodyPr wrap="none" lIns="0" tIns="0" rIns="0" bIns="0" rtlCol="0" anchor="t"/>
          <a:lstStyle/>
          <a:p>
            <a:pPr marL="0" indent="0" algn="l">
              <a:lnSpc>
                <a:spcPct val="114000"/>
              </a:lnSpc>
              <a:buNone/>
            </a:pPr>
            <a:r>
              <a:rPr lang="en-US" sz="1550" b="1" dirty="0">
                <a:solidFill>
                  <a:srgbClr val="1F1F1F"/>
                </a:solidFill>
                <a:latin typeface="Space Grotesk Bold" pitchFamily="34" charset="0"/>
                <a:ea typeface="Space Grotesk Bold" pitchFamily="34" charset="-122"/>
                <a:cs typeface="Space Grotesk Bold" pitchFamily="34" charset="-120"/>
              </a:rPr>
              <a:t>Sustainable agriculture</a:t>
            </a:r>
            <a:endParaRPr lang="en-US" sz="1550" dirty="0"/>
          </a:p>
        </p:txBody>
      </p:sp>
      <p:sp>
        <p:nvSpPr>
          <p:cNvPr id="20" name="Shape 18"/>
          <p:cNvSpPr/>
          <p:nvPr/>
        </p:nvSpPr>
        <p:spPr>
          <a:xfrm>
            <a:off x="6197445" y="3124398"/>
            <a:ext cx="5486263" cy="955179"/>
          </a:xfrm>
          <a:prstGeom prst="roundRect">
            <a:avLst>
              <a:gd name="adj" fmla="val 38291"/>
            </a:avLst>
          </a:prstGeom>
          <a:solidFill>
            <a:srgbClr val="FC9FA5"/>
          </a:solidFill>
          <a:ln/>
        </p:spPr>
        <p:txBody>
          <a:bodyPr/>
          <a:lstStyle/>
          <a:p>
            <a:endParaRPr lang="en-IN"/>
          </a:p>
        </p:txBody>
      </p:sp>
      <p:sp>
        <p:nvSpPr>
          <p:cNvPr id="21" name="Text 19"/>
          <p:cNvSpPr/>
          <p:nvPr/>
        </p:nvSpPr>
        <p:spPr>
          <a:xfrm>
            <a:off x="6426039" y="3334345"/>
            <a:ext cx="5029074" cy="535186"/>
          </a:xfrm>
          <a:prstGeom prst="rect">
            <a:avLst/>
          </a:prstGeom>
          <a:noFill/>
          <a:ln/>
        </p:spPr>
        <p:txBody>
          <a:bodyPr wrap="square" lIns="0" tIns="0" rIns="0" bIns="0" rtlCol="0" anchor="t">
            <a:normAutofit/>
          </a:bodyPr>
          <a:lstStyle/>
          <a:p>
            <a:pPr marL="0" indent="0" algn="l">
              <a:lnSpc>
                <a:spcPct val="114000"/>
              </a:lnSpc>
              <a:buNone/>
            </a:pPr>
            <a:r>
              <a:rPr lang="en-US" sz="1550" b="1" dirty="0">
                <a:solidFill>
                  <a:srgbClr val="1F1F1F"/>
                </a:solidFill>
                <a:latin typeface="Space Grotesk Bold" pitchFamily="34" charset="0"/>
                <a:ea typeface="Space Grotesk Bold" pitchFamily="34" charset="-122"/>
                <a:cs typeface="Space Grotesk Bold" pitchFamily="34" charset="-120"/>
              </a:rPr>
              <a:t>Sustainable farming practices, Sustainable agriculture practices, Green agriculture</a:t>
            </a:r>
            <a:endParaRPr lang="en-US" sz="1550" dirty="0"/>
          </a:p>
        </p:txBody>
      </p:sp>
      <p:sp>
        <p:nvSpPr>
          <p:cNvPr id="22" name="Shape 20"/>
          <p:cNvSpPr/>
          <p:nvPr/>
        </p:nvSpPr>
        <p:spPr>
          <a:xfrm>
            <a:off x="406390" y="4231878"/>
            <a:ext cx="2743131" cy="955179"/>
          </a:xfrm>
          <a:prstGeom prst="roundRect">
            <a:avLst>
              <a:gd name="adj" fmla="val 38291"/>
            </a:avLst>
          </a:prstGeom>
          <a:solidFill>
            <a:srgbClr val="FE829A"/>
          </a:solidFill>
          <a:ln/>
        </p:spPr>
        <p:txBody>
          <a:bodyPr/>
          <a:lstStyle/>
          <a:p>
            <a:endParaRPr lang="en-IN"/>
          </a:p>
        </p:txBody>
      </p:sp>
      <p:sp>
        <p:nvSpPr>
          <p:cNvPr id="23" name="Text 21"/>
          <p:cNvSpPr/>
          <p:nvPr/>
        </p:nvSpPr>
        <p:spPr>
          <a:xfrm>
            <a:off x="634984" y="4567705"/>
            <a:ext cx="2514537" cy="284262"/>
          </a:xfrm>
          <a:prstGeom prst="rect">
            <a:avLst/>
          </a:prstGeom>
          <a:noFill/>
          <a:ln/>
        </p:spPr>
        <p:txBody>
          <a:bodyPr wrap="none" lIns="0" tIns="0" rIns="0" bIns="0" rtlCol="0" anchor="t"/>
          <a:lstStyle/>
          <a:p>
            <a:pPr marL="0" indent="0" algn="l">
              <a:lnSpc>
                <a:spcPct val="114000"/>
              </a:lnSpc>
              <a:buNone/>
            </a:pPr>
            <a:r>
              <a:rPr lang="en-US" sz="1650" b="1" dirty="0">
                <a:solidFill>
                  <a:srgbClr val="1F1F1F"/>
                </a:solidFill>
                <a:latin typeface="Space Grotesk Bold" pitchFamily="34" charset="0"/>
                <a:ea typeface="Space Grotesk Bold" pitchFamily="34" charset="-122"/>
                <a:cs typeface="Space Grotesk Bold" pitchFamily="34" charset="-120"/>
              </a:rPr>
              <a:t>Smart agriculture</a:t>
            </a:r>
            <a:endParaRPr lang="en-US" sz="1650" dirty="0"/>
          </a:p>
        </p:txBody>
      </p:sp>
      <p:sp>
        <p:nvSpPr>
          <p:cNvPr id="24" name="Shape 22"/>
          <p:cNvSpPr/>
          <p:nvPr/>
        </p:nvSpPr>
        <p:spPr>
          <a:xfrm>
            <a:off x="3301917" y="4231878"/>
            <a:ext cx="2743131" cy="955179"/>
          </a:xfrm>
          <a:prstGeom prst="roundRect">
            <a:avLst>
              <a:gd name="adj" fmla="val 38291"/>
            </a:avLst>
          </a:prstGeom>
          <a:solidFill>
            <a:srgbClr val="F9B440"/>
          </a:solidFill>
          <a:ln/>
        </p:spPr>
        <p:txBody>
          <a:bodyPr/>
          <a:lstStyle/>
          <a:p>
            <a:endParaRPr lang="en-IN"/>
          </a:p>
        </p:txBody>
      </p:sp>
      <p:sp>
        <p:nvSpPr>
          <p:cNvPr id="25" name="Text 23"/>
          <p:cNvSpPr/>
          <p:nvPr/>
        </p:nvSpPr>
        <p:spPr>
          <a:xfrm>
            <a:off x="3530512" y="4575671"/>
            <a:ext cx="2514537" cy="267593"/>
          </a:xfrm>
          <a:prstGeom prst="rect">
            <a:avLst/>
          </a:prstGeom>
          <a:noFill/>
          <a:ln/>
        </p:spPr>
        <p:txBody>
          <a:bodyPr wrap="none" lIns="0" tIns="0" rIns="0" bIns="0" rtlCol="0" anchor="t"/>
          <a:lstStyle/>
          <a:p>
            <a:pPr marL="0" indent="0" algn="l">
              <a:lnSpc>
                <a:spcPct val="114000"/>
              </a:lnSpc>
              <a:buNone/>
            </a:pPr>
            <a:r>
              <a:rPr lang="en-US" sz="1550" b="1" dirty="0">
                <a:solidFill>
                  <a:srgbClr val="1F1F1F"/>
                </a:solidFill>
                <a:latin typeface="Space Grotesk Bold" pitchFamily="34" charset="0"/>
                <a:ea typeface="Space Grotesk Bold" pitchFamily="34" charset="-122"/>
                <a:cs typeface="Space Grotesk Bold" pitchFamily="34" charset="-120"/>
              </a:rPr>
              <a:t>Smart agriculture</a:t>
            </a:r>
            <a:endParaRPr lang="en-US" sz="1550" dirty="0"/>
          </a:p>
        </p:txBody>
      </p:sp>
      <p:sp>
        <p:nvSpPr>
          <p:cNvPr id="26" name="Shape 24"/>
          <p:cNvSpPr/>
          <p:nvPr/>
        </p:nvSpPr>
        <p:spPr>
          <a:xfrm>
            <a:off x="6197445" y="4231878"/>
            <a:ext cx="5486263" cy="955179"/>
          </a:xfrm>
          <a:prstGeom prst="roundRect">
            <a:avLst>
              <a:gd name="adj" fmla="val 38291"/>
            </a:avLst>
          </a:prstGeom>
          <a:solidFill>
            <a:srgbClr val="FC9FA5"/>
          </a:solidFill>
          <a:ln/>
        </p:spPr>
        <p:txBody>
          <a:bodyPr/>
          <a:lstStyle/>
          <a:p>
            <a:endParaRPr lang="en-IN"/>
          </a:p>
        </p:txBody>
      </p:sp>
      <p:sp>
        <p:nvSpPr>
          <p:cNvPr id="27" name="Text 25"/>
          <p:cNvSpPr/>
          <p:nvPr/>
        </p:nvSpPr>
        <p:spPr>
          <a:xfrm>
            <a:off x="6426039" y="4308078"/>
            <a:ext cx="5029074" cy="802779"/>
          </a:xfrm>
          <a:prstGeom prst="rect">
            <a:avLst/>
          </a:prstGeom>
          <a:noFill/>
          <a:ln/>
        </p:spPr>
        <p:txBody>
          <a:bodyPr wrap="square" lIns="0" tIns="0" rIns="0" bIns="0" rtlCol="0" anchor="t">
            <a:normAutofit/>
          </a:bodyPr>
          <a:lstStyle/>
          <a:p>
            <a:pPr marL="0" indent="0" algn="l">
              <a:lnSpc>
                <a:spcPct val="114000"/>
              </a:lnSpc>
              <a:buNone/>
            </a:pPr>
            <a:r>
              <a:rPr lang="en-US" sz="1550" b="1" dirty="0">
                <a:solidFill>
                  <a:srgbClr val="1F1F1F"/>
                </a:solidFill>
                <a:latin typeface="Space Grotesk Bold" pitchFamily="34" charset="0"/>
                <a:ea typeface="Space Grotesk Bold" pitchFamily="34" charset="-122"/>
                <a:cs typeface="Space Grotesk Bold" pitchFamily="34" charset="-120"/>
              </a:rPr>
              <a:t>Smart farming system, Smart farming technologies, Climate smart agriculture practices, Innovation in agriculture</a:t>
            </a:r>
            <a:endParaRPr lang="en-US" sz="1550" dirty="0"/>
          </a:p>
        </p:txBody>
      </p:sp>
      <p:sp>
        <p:nvSpPr>
          <p:cNvPr id="28" name="Shape 26"/>
          <p:cNvSpPr/>
          <p:nvPr/>
        </p:nvSpPr>
        <p:spPr>
          <a:xfrm>
            <a:off x="406390" y="5339358"/>
            <a:ext cx="2743131" cy="955179"/>
          </a:xfrm>
          <a:prstGeom prst="roundRect">
            <a:avLst>
              <a:gd name="adj" fmla="val 38291"/>
            </a:avLst>
          </a:prstGeom>
          <a:solidFill>
            <a:srgbClr val="FE829A"/>
          </a:solidFill>
          <a:ln/>
        </p:spPr>
        <p:txBody>
          <a:bodyPr/>
          <a:lstStyle/>
          <a:p>
            <a:endParaRPr lang="en-IN"/>
          </a:p>
        </p:txBody>
      </p:sp>
      <p:sp>
        <p:nvSpPr>
          <p:cNvPr id="29" name="Text 27"/>
          <p:cNvSpPr/>
          <p:nvPr/>
        </p:nvSpPr>
        <p:spPr>
          <a:xfrm>
            <a:off x="634984" y="5675185"/>
            <a:ext cx="2514537" cy="284262"/>
          </a:xfrm>
          <a:prstGeom prst="rect">
            <a:avLst/>
          </a:prstGeom>
          <a:noFill/>
          <a:ln/>
        </p:spPr>
        <p:txBody>
          <a:bodyPr wrap="none" lIns="0" tIns="0" rIns="0" bIns="0" rtlCol="0" anchor="t"/>
          <a:lstStyle/>
          <a:p>
            <a:pPr marL="0" indent="0" algn="l">
              <a:lnSpc>
                <a:spcPct val="114000"/>
              </a:lnSpc>
              <a:buNone/>
            </a:pPr>
            <a:r>
              <a:rPr lang="en-US" sz="1650" b="1" dirty="0">
                <a:solidFill>
                  <a:srgbClr val="1F1F1F"/>
                </a:solidFill>
                <a:latin typeface="Space Grotesk Bold" pitchFamily="34" charset="0"/>
                <a:ea typeface="Space Grotesk Bold" pitchFamily="34" charset="-122"/>
                <a:cs typeface="Space Grotesk Bold" pitchFamily="34" charset="-120"/>
              </a:rPr>
              <a:t>Renewable energy</a:t>
            </a:r>
            <a:endParaRPr lang="en-US" sz="1650" dirty="0"/>
          </a:p>
        </p:txBody>
      </p:sp>
      <p:sp>
        <p:nvSpPr>
          <p:cNvPr id="30" name="Shape 28"/>
          <p:cNvSpPr/>
          <p:nvPr/>
        </p:nvSpPr>
        <p:spPr>
          <a:xfrm>
            <a:off x="3301917" y="5339358"/>
            <a:ext cx="2743131" cy="955179"/>
          </a:xfrm>
          <a:prstGeom prst="roundRect">
            <a:avLst>
              <a:gd name="adj" fmla="val 38291"/>
            </a:avLst>
          </a:prstGeom>
          <a:solidFill>
            <a:srgbClr val="F9B440"/>
          </a:solidFill>
          <a:ln/>
        </p:spPr>
        <p:txBody>
          <a:bodyPr/>
          <a:lstStyle/>
          <a:p>
            <a:endParaRPr lang="en-IN"/>
          </a:p>
        </p:txBody>
      </p:sp>
      <p:sp>
        <p:nvSpPr>
          <p:cNvPr id="31" name="Text 29"/>
          <p:cNvSpPr/>
          <p:nvPr/>
        </p:nvSpPr>
        <p:spPr>
          <a:xfrm>
            <a:off x="3530512" y="5683151"/>
            <a:ext cx="2514537" cy="267593"/>
          </a:xfrm>
          <a:prstGeom prst="rect">
            <a:avLst/>
          </a:prstGeom>
          <a:noFill/>
          <a:ln/>
        </p:spPr>
        <p:txBody>
          <a:bodyPr wrap="none" lIns="0" tIns="0" rIns="0" bIns="0" rtlCol="0" anchor="t"/>
          <a:lstStyle/>
          <a:p>
            <a:pPr marL="0" indent="0" algn="l">
              <a:lnSpc>
                <a:spcPct val="114000"/>
              </a:lnSpc>
              <a:buNone/>
            </a:pPr>
            <a:r>
              <a:rPr lang="en-US" sz="1550" b="1" dirty="0">
                <a:solidFill>
                  <a:srgbClr val="1F1F1F"/>
                </a:solidFill>
                <a:latin typeface="Space Grotesk Bold" pitchFamily="34" charset="0"/>
                <a:ea typeface="Space Grotesk Bold" pitchFamily="34" charset="-122"/>
                <a:cs typeface="Space Grotesk Bold" pitchFamily="34" charset="-120"/>
              </a:rPr>
              <a:t>Renewable energy</a:t>
            </a:r>
            <a:endParaRPr lang="en-US" sz="1550" dirty="0"/>
          </a:p>
        </p:txBody>
      </p:sp>
      <p:sp>
        <p:nvSpPr>
          <p:cNvPr id="32" name="Shape 30"/>
          <p:cNvSpPr/>
          <p:nvPr/>
        </p:nvSpPr>
        <p:spPr>
          <a:xfrm>
            <a:off x="6197445" y="5339358"/>
            <a:ext cx="5486263" cy="955179"/>
          </a:xfrm>
          <a:prstGeom prst="roundRect">
            <a:avLst>
              <a:gd name="adj" fmla="val 38291"/>
            </a:avLst>
          </a:prstGeom>
          <a:solidFill>
            <a:srgbClr val="FC9FA5"/>
          </a:solidFill>
          <a:ln/>
        </p:spPr>
        <p:txBody>
          <a:bodyPr/>
          <a:lstStyle/>
          <a:p>
            <a:endParaRPr lang="en-IN"/>
          </a:p>
        </p:txBody>
      </p:sp>
      <p:sp>
        <p:nvSpPr>
          <p:cNvPr id="33" name="Text 31"/>
          <p:cNvSpPr/>
          <p:nvPr/>
        </p:nvSpPr>
        <p:spPr>
          <a:xfrm>
            <a:off x="6426039" y="5415558"/>
            <a:ext cx="5029074" cy="802779"/>
          </a:xfrm>
          <a:prstGeom prst="rect">
            <a:avLst/>
          </a:prstGeom>
          <a:noFill/>
          <a:ln/>
        </p:spPr>
        <p:txBody>
          <a:bodyPr wrap="square" lIns="0" tIns="0" rIns="0" bIns="0" rtlCol="0" anchor="t">
            <a:normAutofit/>
          </a:bodyPr>
          <a:lstStyle/>
          <a:p>
            <a:pPr marL="0" indent="0" algn="l">
              <a:lnSpc>
                <a:spcPct val="114000"/>
              </a:lnSpc>
              <a:buNone/>
            </a:pPr>
            <a:r>
              <a:rPr lang="en-US" sz="1500" b="1" dirty="0">
                <a:solidFill>
                  <a:srgbClr val="1F1F1F"/>
                </a:solidFill>
                <a:latin typeface="Space Grotesk Bold" pitchFamily="34" charset="0"/>
                <a:ea typeface="Space Grotesk Bold" pitchFamily="34" charset="-122"/>
                <a:cs typeface="Space Grotesk Bold" pitchFamily="34" charset="-120"/>
              </a:rPr>
              <a:t>Renewable energy sources, Renewable energy technologies, Renewable energy projects, Renewable energy world, New renewable energy sources</a:t>
            </a:r>
            <a:endParaRPr lang="en-US" sz="1500" dirty="0"/>
          </a:p>
        </p:txBody>
      </p:sp>
      <p:pic>
        <p:nvPicPr>
          <p:cNvPr id="35" name="Graphic 34" descr="Agriculture with solid fill">
            <a:extLst>
              <a:ext uri="{FF2B5EF4-FFF2-40B4-BE49-F238E27FC236}">
                <a16:creationId xmlns:a16="http://schemas.microsoft.com/office/drawing/2014/main" id="{54CD4DDD-1242-1533-37DF-FB24C1C356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766137"/>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3388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Blog optimization</a:t>
            </a:r>
            <a:endParaRPr lang="en-US" sz="3400" dirty="0"/>
          </a:p>
        </p:txBody>
      </p:sp>
      <p:sp>
        <p:nvSpPr>
          <p:cNvPr id="4" name="Shape 2"/>
          <p:cNvSpPr/>
          <p:nvPr/>
        </p:nvSpPr>
        <p:spPr>
          <a:xfrm>
            <a:off x="507987" y="942280"/>
            <a:ext cx="11175720" cy="1460401"/>
          </a:xfrm>
          <a:prstGeom prst="roundRect">
            <a:avLst>
              <a:gd name="adj" fmla="val 25045"/>
            </a:avLst>
          </a:prstGeom>
          <a:solidFill>
            <a:srgbClr val="FE829A"/>
          </a:solidFill>
          <a:ln/>
        </p:spPr>
        <p:txBody>
          <a:bodyPr/>
          <a:lstStyle/>
          <a:p>
            <a:endParaRPr lang="en-IN"/>
          </a:p>
        </p:txBody>
      </p:sp>
      <p:sp>
        <p:nvSpPr>
          <p:cNvPr id="5" name="Text 3"/>
          <p:cNvSpPr/>
          <p:nvPr/>
        </p:nvSpPr>
        <p:spPr>
          <a:xfrm>
            <a:off x="863578" y="1280021"/>
            <a:ext cx="6874695" cy="266700"/>
          </a:xfrm>
          <a:prstGeom prst="rect">
            <a:avLst/>
          </a:prstGeom>
          <a:noFill/>
          <a:ln/>
        </p:spPr>
        <p:txBody>
          <a:bodyPr wrap="none" lIns="0" tIns="0" rIns="0" bIns="0" rtlCol="0" anchor="t"/>
          <a:lstStyle/>
          <a:p>
            <a:pPr marL="0" indent="0" algn="l">
              <a:lnSpc>
                <a:spcPct val="117000"/>
              </a:lnSpc>
              <a:buNone/>
            </a:pPr>
            <a:r>
              <a:rPr lang="en-US" sz="1500" b="1" dirty="0">
                <a:solidFill>
                  <a:srgbClr val="1F1F1F"/>
                </a:solidFill>
                <a:latin typeface="Space Grotesk Bold" pitchFamily="34" charset="0"/>
                <a:ea typeface="Space Grotesk Bold" pitchFamily="34" charset="-122"/>
                <a:cs typeface="Space Grotesk Bold" pitchFamily="34" charset="-120"/>
              </a:rPr>
              <a:t>Meta title</a:t>
            </a:r>
            <a:endParaRPr lang="en-US" sz="1500" dirty="0"/>
          </a:p>
        </p:txBody>
      </p:sp>
      <p:sp>
        <p:nvSpPr>
          <p:cNvPr id="6" name="Shape 4"/>
          <p:cNvSpPr/>
          <p:nvPr/>
        </p:nvSpPr>
        <p:spPr>
          <a:xfrm>
            <a:off x="7890670" y="1196280"/>
            <a:ext cx="3437348" cy="434280"/>
          </a:xfrm>
          <a:prstGeom prst="roundRect">
            <a:avLst>
              <a:gd name="adj" fmla="val 49999"/>
            </a:avLst>
          </a:prstGeom>
          <a:solidFill>
            <a:srgbClr val="FFF8F2"/>
          </a:solidFill>
          <a:ln/>
        </p:spPr>
        <p:txBody>
          <a:bodyPr/>
          <a:lstStyle/>
          <a:p>
            <a:endParaRPr lang="en-IN"/>
          </a:p>
        </p:txBody>
      </p:sp>
      <p:sp>
        <p:nvSpPr>
          <p:cNvPr id="7" name="Text 5"/>
          <p:cNvSpPr/>
          <p:nvPr/>
        </p:nvSpPr>
        <p:spPr>
          <a:xfrm>
            <a:off x="8068465" y="1297880"/>
            <a:ext cx="3259552" cy="231080"/>
          </a:xfrm>
          <a:prstGeom prst="rect">
            <a:avLst/>
          </a:prstGeom>
          <a:noFill/>
          <a:ln/>
        </p:spPr>
        <p:txBody>
          <a:bodyPr wrap="none" lIns="0" tIns="0" rIns="0" bIns="0" rtlCol="0" anchor="t"/>
          <a:lstStyle/>
          <a:p>
            <a:pPr marL="0" indent="0" algn="l">
              <a:lnSpc>
                <a:spcPct val="117000"/>
              </a:lnSpc>
              <a:buNone/>
            </a:pPr>
            <a:r>
              <a:rPr lang="en-US" sz="1300" dirty="0">
                <a:solidFill>
                  <a:srgbClr val="1F1F1F"/>
                </a:solidFill>
                <a:latin typeface="Space Grotesk" pitchFamily="34" charset="0"/>
                <a:ea typeface="Space Grotesk" pitchFamily="34" charset="-122"/>
                <a:cs typeface="Space Grotesk" pitchFamily="34" charset="-120"/>
              </a:rPr>
              <a:t>56 characters</a:t>
            </a:r>
            <a:endParaRPr lang="en-US" sz="1300" dirty="0"/>
          </a:p>
        </p:txBody>
      </p:sp>
      <p:sp>
        <p:nvSpPr>
          <p:cNvPr id="8" name="Text 6"/>
          <p:cNvSpPr/>
          <p:nvPr/>
        </p:nvSpPr>
        <p:spPr>
          <a:xfrm>
            <a:off x="863578" y="1757561"/>
            <a:ext cx="10820129" cy="391120"/>
          </a:xfrm>
          <a:prstGeom prst="rect">
            <a:avLst/>
          </a:prstGeom>
          <a:noFill/>
          <a:ln/>
        </p:spPr>
        <p:txBody>
          <a:bodyPr wrap="none" lIns="0" tIns="0" rIns="0" bIns="0" rtlCol="0" anchor="t"/>
          <a:lstStyle/>
          <a:p>
            <a:pPr marL="0" indent="0" algn="l">
              <a:lnSpc>
                <a:spcPct val="117000"/>
              </a:lnSpc>
              <a:buNone/>
            </a:pPr>
            <a:r>
              <a:rPr lang="en-US" sz="2200" b="1" dirty="0">
                <a:solidFill>
                  <a:srgbClr val="1F1F1F"/>
                </a:solidFill>
                <a:latin typeface="Space Grotesk Bold" pitchFamily="34" charset="0"/>
                <a:ea typeface="Space Grotesk Bold" pitchFamily="34" charset="-122"/>
                <a:cs typeface="Space Grotesk Bold" pitchFamily="34" charset="-120"/>
              </a:rPr>
              <a:t>Solar Water Pump for Agriculture &amp; Irrigation Systems</a:t>
            </a:r>
            <a:endParaRPr lang="en-US" sz="2200" dirty="0"/>
          </a:p>
        </p:txBody>
      </p:sp>
      <p:sp>
        <p:nvSpPr>
          <p:cNvPr id="9" name="Shape 7"/>
          <p:cNvSpPr/>
          <p:nvPr/>
        </p:nvSpPr>
        <p:spPr>
          <a:xfrm>
            <a:off x="507987" y="2586831"/>
            <a:ext cx="11175720" cy="1673721"/>
          </a:xfrm>
          <a:prstGeom prst="roundRect">
            <a:avLst>
              <a:gd name="adj" fmla="val 21853"/>
            </a:avLst>
          </a:prstGeom>
          <a:solidFill>
            <a:srgbClr val="F9B440"/>
          </a:solidFill>
          <a:ln/>
        </p:spPr>
        <p:txBody>
          <a:bodyPr/>
          <a:lstStyle/>
          <a:p>
            <a:endParaRPr lang="en-IN"/>
          </a:p>
        </p:txBody>
      </p:sp>
      <p:sp>
        <p:nvSpPr>
          <p:cNvPr id="10" name="Text 8"/>
          <p:cNvSpPr/>
          <p:nvPr/>
        </p:nvSpPr>
        <p:spPr>
          <a:xfrm>
            <a:off x="863578" y="2924572"/>
            <a:ext cx="6874695" cy="266700"/>
          </a:xfrm>
          <a:prstGeom prst="rect">
            <a:avLst/>
          </a:prstGeom>
          <a:noFill/>
          <a:ln/>
        </p:spPr>
        <p:txBody>
          <a:bodyPr wrap="none" lIns="0" tIns="0" rIns="0" bIns="0" rtlCol="0" anchor="t"/>
          <a:lstStyle/>
          <a:p>
            <a:pPr marL="0" indent="0" algn="l">
              <a:lnSpc>
                <a:spcPct val="117000"/>
              </a:lnSpc>
              <a:buNone/>
            </a:pPr>
            <a:r>
              <a:rPr lang="en-US" sz="1500" b="1" dirty="0">
                <a:solidFill>
                  <a:srgbClr val="1F1F1F"/>
                </a:solidFill>
                <a:latin typeface="Space Grotesk Bold" pitchFamily="34" charset="0"/>
                <a:ea typeface="Space Grotesk Bold" pitchFamily="34" charset="-122"/>
                <a:cs typeface="Space Grotesk Bold" pitchFamily="34" charset="-120"/>
              </a:rPr>
              <a:t>Meta description</a:t>
            </a:r>
            <a:endParaRPr lang="en-US" sz="1500" dirty="0"/>
          </a:p>
        </p:txBody>
      </p:sp>
      <p:sp>
        <p:nvSpPr>
          <p:cNvPr id="11" name="Shape 9"/>
          <p:cNvSpPr/>
          <p:nvPr/>
        </p:nvSpPr>
        <p:spPr>
          <a:xfrm>
            <a:off x="7890670" y="2840831"/>
            <a:ext cx="3437348" cy="434280"/>
          </a:xfrm>
          <a:prstGeom prst="roundRect">
            <a:avLst>
              <a:gd name="adj" fmla="val 49999"/>
            </a:avLst>
          </a:prstGeom>
          <a:solidFill>
            <a:srgbClr val="FFF8F2"/>
          </a:solidFill>
          <a:ln/>
        </p:spPr>
        <p:txBody>
          <a:bodyPr/>
          <a:lstStyle/>
          <a:p>
            <a:endParaRPr lang="en-IN"/>
          </a:p>
        </p:txBody>
      </p:sp>
      <p:sp>
        <p:nvSpPr>
          <p:cNvPr id="12" name="Text 10"/>
          <p:cNvSpPr/>
          <p:nvPr/>
        </p:nvSpPr>
        <p:spPr>
          <a:xfrm>
            <a:off x="8068465" y="2942431"/>
            <a:ext cx="3259552" cy="231080"/>
          </a:xfrm>
          <a:prstGeom prst="rect">
            <a:avLst/>
          </a:prstGeom>
          <a:noFill/>
          <a:ln/>
        </p:spPr>
        <p:txBody>
          <a:bodyPr wrap="none" lIns="0" tIns="0" rIns="0" bIns="0" rtlCol="0" anchor="t"/>
          <a:lstStyle/>
          <a:p>
            <a:pPr marL="0" indent="0" algn="l">
              <a:lnSpc>
                <a:spcPct val="117000"/>
              </a:lnSpc>
              <a:buNone/>
            </a:pPr>
            <a:r>
              <a:rPr lang="en-US" sz="1300" dirty="0">
                <a:solidFill>
                  <a:srgbClr val="1F1F1F"/>
                </a:solidFill>
                <a:latin typeface="Space Grotesk" pitchFamily="34" charset="0"/>
                <a:ea typeface="Space Grotesk" pitchFamily="34" charset="-122"/>
                <a:cs typeface="Space Grotesk" pitchFamily="34" charset="-120"/>
              </a:rPr>
              <a:t>152 characters</a:t>
            </a:r>
            <a:endParaRPr lang="en-US" sz="1300" dirty="0"/>
          </a:p>
        </p:txBody>
      </p:sp>
      <p:sp>
        <p:nvSpPr>
          <p:cNvPr id="13" name="Text 11"/>
          <p:cNvSpPr/>
          <p:nvPr/>
        </p:nvSpPr>
        <p:spPr>
          <a:xfrm>
            <a:off x="863578" y="3402112"/>
            <a:ext cx="10464538" cy="60444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1F1F1F"/>
                </a:solidFill>
                <a:latin typeface="Space Grotesk" pitchFamily="34" charset="0"/>
                <a:ea typeface="Space Grotesk" pitchFamily="34" charset="-122"/>
                <a:cs typeface="Space Grotesk" pitchFamily="34" charset="-120"/>
              </a:rPr>
              <a:t>Discover how a solar irrigation system cuts diesel costs. Explore top-rated solar powered pumps built for sustainable agriculture farming projects.</a:t>
            </a:r>
            <a:endParaRPr lang="en-US" sz="1700" dirty="0"/>
          </a:p>
        </p:txBody>
      </p:sp>
      <p:sp>
        <p:nvSpPr>
          <p:cNvPr id="14" name="Shape 12"/>
          <p:cNvSpPr/>
          <p:nvPr/>
        </p:nvSpPr>
        <p:spPr>
          <a:xfrm>
            <a:off x="507987" y="4444702"/>
            <a:ext cx="11175720" cy="1292820"/>
          </a:xfrm>
          <a:prstGeom prst="roundRect">
            <a:avLst>
              <a:gd name="adj" fmla="val 28291"/>
            </a:avLst>
          </a:prstGeom>
          <a:solidFill>
            <a:srgbClr val="FC9FA5"/>
          </a:solidFill>
          <a:ln/>
        </p:spPr>
        <p:txBody>
          <a:bodyPr/>
          <a:lstStyle/>
          <a:p>
            <a:endParaRPr lang="en-IN"/>
          </a:p>
        </p:txBody>
      </p:sp>
      <p:sp>
        <p:nvSpPr>
          <p:cNvPr id="15" name="Text 13"/>
          <p:cNvSpPr/>
          <p:nvPr/>
        </p:nvSpPr>
        <p:spPr>
          <a:xfrm>
            <a:off x="863578" y="4698702"/>
            <a:ext cx="10820129" cy="266700"/>
          </a:xfrm>
          <a:prstGeom prst="rect">
            <a:avLst/>
          </a:prstGeom>
          <a:noFill/>
          <a:ln/>
        </p:spPr>
        <p:txBody>
          <a:bodyPr wrap="none" lIns="0" tIns="0" rIns="0" bIns="0" rtlCol="0" anchor="t"/>
          <a:lstStyle/>
          <a:p>
            <a:pPr marL="0" indent="0" algn="l">
              <a:lnSpc>
                <a:spcPct val="117000"/>
              </a:lnSpc>
              <a:buNone/>
            </a:pPr>
            <a:r>
              <a:rPr lang="en-US" sz="1500" b="1" dirty="0">
                <a:solidFill>
                  <a:srgbClr val="1F1F1F"/>
                </a:solidFill>
                <a:latin typeface="Space Grotesk Bold" pitchFamily="34" charset="0"/>
                <a:ea typeface="Space Grotesk Bold" pitchFamily="34" charset="-122"/>
                <a:cs typeface="Space Grotesk Bold" pitchFamily="34" charset="-120"/>
              </a:rPr>
              <a:t>H1 headline</a:t>
            </a:r>
            <a:endParaRPr lang="en-US" sz="1500" dirty="0"/>
          </a:p>
        </p:txBody>
      </p:sp>
      <p:sp>
        <p:nvSpPr>
          <p:cNvPr id="16" name="Text 14"/>
          <p:cNvSpPr/>
          <p:nvPr/>
        </p:nvSpPr>
        <p:spPr>
          <a:xfrm>
            <a:off x="863578" y="5092402"/>
            <a:ext cx="10820129" cy="391120"/>
          </a:xfrm>
          <a:prstGeom prst="rect">
            <a:avLst/>
          </a:prstGeom>
          <a:noFill/>
          <a:ln/>
        </p:spPr>
        <p:txBody>
          <a:bodyPr wrap="none" lIns="0" tIns="0" rIns="0" bIns="0" rtlCol="0" anchor="t"/>
          <a:lstStyle/>
          <a:p>
            <a:pPr marL="0" indent="0" algn="l">
              <a:lnSpc>
                <a:spcPct val="117000"/>
              </a:lnSpc>
              <a:buNone/>
            </a:pPr>
            <a:r>
              <a:rPr lang="en-US" sz="2200" b="1" dirty="0">
                <a:solidFill>
                  <a:srgbClr val="1F1F1F"/>
                </a:solidFill>
                <a:latin typeface="Space Grotesk Bold" pitchFamily="34" charset="0"/>
                <a:ea typeface="Space Grotesk Bold" pitchFamily="34" charset="-122"/>
                <a:cs typeface="Space Grotesk Bold" pitchFamily="34" charset="-120"/>
              </a:rPr>
              <a:t>Solar Powered Irrigation Systems for Modern Agriculture</a:t>
            </a:r>
            <a:endParaRPr lang="en-US" sz="2200" dirty="0"/>
          </a:p>
        </p:txBody>
      </p:sp>
      <p:sp>
        <p:nvSpPr>
          <p:cNvPr id="17" name="Text 15"/>
          <p:cNvSpPr/>
          <p:nvPr/>
        </p:nvSpPr>
        <p:spPr>
          <a:xfrm>
            <a:off x="507987" y="6156623"/>
            <a:ext cx="2679633" cy="266700"/>
          </a:xfrm>
          <a:prstGeom prst="rect">
            <a:avLst/>
          </a:prstGeom>
          <a:noFill/>
          <a:ln/>
        </p:spPr>
        <p:txBody>
          <a:bodyPr wrap="none" lIns="0" tIns="0" rIns="0" bIns="0" rtlCol="0" anchor="t"/>
          <a:lstStyle/>
          <a:p>
            <a:pPr marL="0" indent="0" algn="l">
              <a:lnSpc>
                <a:spcPct val="117000"/>
              </a:lnSpc>
              <a:buNone/>
            </a:pPr>
            <a:r>
              <a:rPr lang="en-US" sz="1500" b="1" dirty="0">
                <a:solidFill>
                  <a:srgbClr val="1F1F1F"/>
                </a:solidFill>
                <a:latin typeface="Space Grotesk Bold" pitchFamily="34" charset="0"/>
                <a:ea typeface="Space Grotesk Bold" pitchFamily="34" charset="-122"/>
                <a:cs typeface="Space Grotesk Bold" pitchFamily="34" charset="-120"/>
              </a:rPr>
              <a:t>Focus keywords</a:t>
            </a:r>
            <a:endParaRPr lang="en-US" sz="1500" dirty="0"/>
          </a:p>
        </p:txBody>
      </p:sp>
      <p:sp>
        <p:nvSpPr>
          <p:cNvPr id="18" name="Shape 16"/>
          <p:cNvSpPr/>
          <p:nvPr/>
        </p:nvSpPr>
        <p:spPr>
          <a:xfrm>
            <a:off x="3340016" y="5921673"/>
            <a:ext cx="2679633" cy="736600"/>
          </a:xfrm>
          <a:prstGeom prst="roundRect">
            <a:avLst>
              <a:gd name="adj" fmla="val 49999"/>
            </a:avLst>
          </a:prstGeom>
          <a:solidFill>
            <a:srgbClr val="FBE3D3"/>
          </a:solidFill>
          <a:ln/>
        </p:spPr>
        <p:txBody>
          <a:bodyPr/>
          <a:lstStyle/>
          <a:p>
            <a:endParaRPr lang="en-IN"/>
          </a:p>
        </p:txBody>
      </p:sp>
      <p:sp>
        <p:nvSpPr>
          <p:cNvPr id="19" name="Text 17"/>
          <p:cNvSpPr/>
          <p:nvPr/>
        </p:nvSpPr>
        <p:spPr>
          <a:xfrm>
            <a:off x="3543211" y="6156623"/>
            <a:ext cx="2476438" cy="266700"/>
          </a:xfrm>
          <a:prstGeom prst="rect">
            <a:avLst/>
          </a:prstGeom>
          <a:noFill/>
          <a:ln/>
        </p:spPr>
        <p:txBody>
          <a:bodyPr wrap="none" lIns="0" tIns="0" rIns="0" bIns="0" rtlCol="0" anchor="t"/>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solar irrigation system</a:t>
            </a:r>
            <a:endParaRPr lang="en-US" sz="1500" dirty="0"/>
          </a:p>
        </p:txBody>
      </p:sp>
      <p:sp>
        <p:nvSpPr>
          <p:cNvPr id="20" name="Shape 18"/>
          <p:cNvSpPr/>
          <p:nvPr/>
        </p:nvSpPr>
        <p:spPr>
          <a:xfrm>
            <a:off x="6172046" y="5921673"/>
            <a:ext cx="2679633" cy="736600"/>
          </a:xfrm>
          <a:prstGeom prst="roundRect">
            <a:avLst>
              <a:gd name="adj" fmla="val 49999"/>
            </a:avLst>
          </a:prstGeom>
          <a:solidFill>
            <a:srgbClr val="FBE3D3"/>
          </a:solidFill>
          <a:ln/>
        </p:spPr>
        <p:txBody>
          <a:bodyPr/>
          <a:lstStyle/>
          <a:p>
            <a:endParaRPr lang="en-IN"/>
          </a:p>
        </p:txBody>
      </p:sp>
      <p:sp>
        <p:nvSpPr>
          <p:cNvPr id="21" name="Text 19"/>
          <p:cNvSpPr/>
          <p:nvPr/>
        </p:nvSpPr>
        <p:spPr>
          <a:xfrm>
            <a:off x="6375241" y="6023273"/>
            <a:ext cx="2273243" cy="5334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solar water pump for agriculture</a:t>
            </a:r>
            <a:endParaRPr lang="en-US" sz="1500" dirty="0"/>
          </a:p>
        </p:txBody>
      </p:sp>
      <p:sp>
        <p:nvSpPr>
          <p:cNvPr id="22" name="Shape 20"/>
          <p:cNvSpPr/>
          <p:nvPr/>
        </p:nvSpPr>
        <p:spPr>
          <a:xfrm>
            <a:off x="9004075" y="5921673"/>
            <a:ext cx="2679633" cy="736600"/>
          </a:xfrm>
          <a:prstGeom prst="roundRect">
            <a:avLst>
              <a:gd name="adj" fmla="val 49999"/>
            </a:avLst>
          </a:prstGeom>
          <a:solidFill>
            <a:srgbClr val="FBE3D3"/>
          </a:solidFill>
          <a:ln/>
        </p:spPr>
        <p:txBody>
          <a:bodyPr/>
          <a:lstStyle/>
          <a:p>
            <a:endParaRPr lang="en-IN"/>
          </a:p>
        </p:txBody>
      </p:sp>
      <p:sp>
        <p:nvSpPr>
          <p:cNvPr id="23" name="Text 21"/>
          <p:cNvSpPr/>
          <p:nvPr/>
        </p:nvSpPr>
        <p:spPr>
          <a:xfrm>
            <a:off x="9207270" y="6156623"/>
            <a:ext cx="2476438" cy="266700"/>
          </a:xfrm>
          <a:prstGeom prst="rect">
            <a:avLst/>
          </a:prstGeom>
          <a:noFill/>
          <a:ln/>
        </p:spPr>
        <p:txBody>
          <a:bodyPr wrap="none" lIns="0" tIns="0" rIns="0" bIns="0" rtlCol="0" anchor="t"/>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solar powered pumps</a:t>
            </a:r>
            <a:endParaRPr lang="en-US" sz="1500" dirty="0"/>
          </a:p>
        </p:txBody>
      </p:sp>
      <p:pic>
        <p:nvPicPr>
          <p:cNvPr id="25" name="Graphic 24" descr="Agriculture with solid fill">
            <a:extLst>
              <a:ext uri="{FF2B5EF4-FFF2-40B4-BE49-F238E27FC236}">
                <a16:creationId xmlns:a16="http://schemas.microsoft.com/office/drawing/2014/main" id="{0D5F6CD7-FF37-F743-54C2-F6124A4CFF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788033"/>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3388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Digital strategy roadmap</a:t>
            </a:r>
            <a:endParaRPr lang="en-US" sz="3400" dirty="0"/>
          </a:p>
        </p:txBody>
      </p:sp>
      <p:sp>
        <p:nvSpPr>
          <p:cNvPr id="4" name="Text 2"/>
          <p:cNvSpPr/>
          <p:nvPr/>
        </p:nvSpPr>
        <p:spPr>
          <a:xfrm>
            <a:off x="507987" y="961648"/>
            <a:ext cx="11683708" cy="284460"/>
          </a:xfrm>
          <a:prstGeom prst="rect">
            <a:avLst/>
          </a:prstGeom>
          <a:noFill/>
          <a:ln/>
        </p:spPr>
        <p:txBody>
          <a:bodyPr wrap="none" lIns="0" tIns="0" rIns="0" bIns="0" rtlCol="0" anchor="t"/>
          <a:lstStyle/>
          <a:p>
            <a:pPr marL="0" indent="0" algn="l">
              <a:lnSpc>
                <a:spcPct val="117000"/>
              </a:lnSpc>
              <a:buNone/>
            </a:pPr>
            <a:r>
              <a:rPr lang="en-US" sz="1600" b="1" dirty="0">
                <a:solidFill>
                  <a:srgbClr val="1F1F1F"/>
                </a:solidFill>
                <a:latin typeface="Space Grotesk Bold" pitchFamily="34" charset="0"/>
                <a:ea typeface="Space Grotesk Bold" pitchFamily="34" charset="-122"/>
                <a:cs typeface="Space Grotesk Bold" pitchFamily="34" charset="-120"/>
              </a:rPr>
              <a:t>6-month roadmap for Oorja Development Solutions</a:t>
            </a:r>
            <a:endParaRPr lang="en-US" sz="1600" dirty="0"/>
          </a:p>
        </p:txBody>
      </p:sp>
      <p:sp>
        <p:nvSpPr>
          <p:cNvPr id="5" name="Shape 3"/>
          <p:cNvSpPr/>
          <p:nvPr/>
        </p:nvSpPr>
        <p:spPr>
          <a:xfrm>
            <a:off x="507987" y="1448991"/>
            <a:ext cx="3352716" cy="3972322"/>
          </a:xfrm>
          <a:prstGeom prst="roundRect">
            <a:avLst>
              <a:gd name="adj" fmla="val 10909"/>
            </a:avLst>
          </a:prstGeom>
          <a:solidFill>
            <a:srgbClr val="FE829A"/>
          </a:solidFill>
          <a:ln/>
        </p:spPr>
        <p:txBody>
          <a:bodyPr/>
          <a:lstStyle/>
          <a:p>
            <a:endParaRPr lang="en-IN"/>
          </a:p>
        </p:txBody>
      </p:sp>
      <p:sp>
        <p:nvSpPr>
          <p:cNvPr id="6" name="Shape 4"/>
          <p:cNvSpPr/>
          <p:nvPr/>
        </p:nvSpPr>
        <p:spPr>
          <a:xfrm>
            <a:off x="761981" y="1702991"/>
            <a:ext cx="2844729" cy="523180"/>
          </a:xfrm>
          <a:prstGeom prst="roundRect">
            <a:avLst>
              <a:gd name="adj" fmla="val 49999"/>
            </a:avLst>
          </a:prstGeom>
          <a:solidFill>
            <a:srgbClr val="FFF8F2"/>
          </a:solidFill>
          <a:ln/>
        </p:spPr>
        <p:txBody>
          <a:bodyPr/>
          <a:lstStyle/>
          <a:p>
            <a:endParaRPr lang="en-IN"/>
          </a:p>
        </p:txBody>
      </p:sp>
      <p:sp>
        <p:nvSpPr>
          <p:cNvPr id="7" name="Text 5"/>
          <p:cNvSpPr/>
          <p:nvPr/>
        </p:nvSpPr>
        <p:spPr>
          <a:xfrm>
            <a:off x="761981" y="1805543"/>
            <a:ext cx="2844729" cy="319980"/>
          </a:xfrm>
          <a:prstGeom prst="rect">
            <a:avLst/>
          </a:prstGeom>
          <a:noFill/>
          <a:ln/>
        </p:spPr>
        <p:txBody>
          <a:bodyPr wrap="none" lIns="0" tIns="0" rIns="0" bIns="0" rtlCol="0" anchor="t"/>
          <a:lstStyle/>
          <a:p>
            <a:pPr marL="0" indent="0" algn="ctr">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Months 1-2</a:t>
            </a:r>
            <a:endParaRPr lang="en-US" sz="1800" dirty="0"/>
          </a:p>
        </p:txBody>
      </p:sp>
      <p:sp>
        <p:nvSpPr>
          <p:cNvPr id="8" name="Text 6"/>
          <p:cNvSpPr/>
          <p:nvPr/>
        </p:nvSpPr>
        <p:spPr>
          <a:xfrm>
            <a:off x="761981" y="2403971"/>
            <a:ext cx="2844729" cy="2377281"/>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500" dirty="0">
                <a:solidFill>
                  <a:srgbClr val="1F1F1F"/>
                </a:solidFill>
                <a:latin typeface="Space Grotesk" pitchFamily="34" charset="0"/>
                <a:ea typeface="Space Grotesk" pitchFamily="34" charset="-122"/>
                <a:cs typeface="Space Grotesk" pitchFamily="34" charset="-120"/>
              </a:rPr>
              <a:t>SEO optimisation</a:t>
            </a:r>
            <a:endParaRPr lang="en-US" sz="1600" dirty="0"/>
          </a:p>
          <a:p>
            <a:pPr marL="325120" indent="-325120" algn="l">
              <a:lnSpc>
                <a:spcPct val="117000"/>
              </a:lnSpc>
              <a:buSzPct val="100000"/>
              <a:buChar char="•"/>
            </a:pPr>
            <a:r>
              <a:rPr lang="en-US" sz="1500" dirty="0">
                <a:solidFill>
                  <a:srgbClr val="1F1F1F"/>
                </a:solidFill>
                <a:latin typeface="Space Grotesk" pitchFamily="34" charset="0"/>
                <a:ea typeface="Space Grotesk" pitchFamily="34" charset="-122"/>
                <a:cs typeface="Space Grotesk" pitchFamily="34" charset="-120"/>
              </a:rPr>
              <a:t>Google Search Ads for business partners</a:t>
            </a:r>
            <a:endParaRPr lang="en-US" sz="1600" dirty="0"/>
          </a:p>
          <a:p>
            <a:pPr marL="325120" indent="-325120" algn="l">
              <a:lnSpc>
                <a:spcPct val="117000"/>
              </a:lnSpc>
              <a:buSzPct val="100000"/>
              <a:buChar char="•"/>
            </a:pPr>
            <a:r>
              <a:rPr lang="en-US" sz="1500" dirty="0">
                <a:solidFill>
                  <a:srgbClr val="1F1F1F"/>
                </a:solidFill>
                <a:latin typeface="Space Grotesk" pitchFamily="34" charset="0"/>
                <a:ea typeface="Space Grotesk" pitchFamily="34" charset="-122"/>
                <a:cs typeface="Space Grotesk" pitchFamily="34" charset="-120"/>
              </a:rPr>
              <a:t>Meta Ads (Facebook/Instagram) with local language targeting for rural farming communities</a:t>
            </a:r>
            <a:endParaRPr lang="en-US" sz="1600" dirty="0"/>
          </a:p>
        </p:txBody>
      </p:sp>
      <p:sp>
        <p:nvSpPr>
          <p:cNvPr id="9" name="Text 7"/>
          <p:cNvSpPr/>
          <p:nvPr/>
        </p:nvSpPr>
        <p:spPr>
          <a:xfrm>
            <a:off x="3860703" y="3221831"/>
            <a:ext cx="558786" cy="426641"/>
          </a:xfrm>
          <a:prstGeom prst="rect">
            <a:avLst/>
          </a:prstGeom>
          <a:noFill/>
          <a:ln/>
        </p:spPr>
        <p:txBody>
          <a:bodyPr wrap="none" lIns="0" tIns="0" rIns="0" bIns="0" rtlCol="0" anchor="t"/>
          <a:lstStyle/>
          <a:p>
            <a:pPr marL="0" indent="0" algn="ctr">
              <a:lnSpc>
                <a:spcPct val="117000"/>
              </a:lnSpc>
              <a:buNone/>
            </a:pPr>
            <a:r>
              <a:rPr lang="en-US" sz="2400" dirty="0">
                <a:solidFill>
                  <a:srgbClr val="000000"/>
                </a:solidFill>
                <a:latin typeface="Space Grotesk" pitchFamily="34" charset="0"/>
                <a:ea typeface="Space Grotesk" pitchFamily="34" charset="-122"/>
                <a:cs typeface="Space Grotesk" pitchFamily="34" charset="-120"/>
              </a:rPr>
              <a:t>›</a:t>
            </a:r>
            <a:endParaRPr lang="en-US" sz="2400" dirty="0"/>
          </a:p>
        </p:txBody>
      </p:sp>
      <p:sp>
        <p:nvSpPr>
          <p:cNvPr id="10" name="Shape 8"/>
          <p:cNvSpPr/>
          <p:nvPr/>
        </p:nvSpPr>
        <p:spPr>
          <a:xfrm>
            <a:off x="4419489" y="1448991"/>
            <a:ext cx="3352716" cy="3972322"/>
          </a:xfrm>
          <a:prstGeom prst="roundRect">
            <a:avLst>
              <a:gd name="adj" fmla="val 10909"/>
            </a:avLst>
          </a:prstGeom>
          <a:solidFill>
            <a:srgbClr val="F9B440"/>
          </a:solidFill>
          <a:ln/>
        </p:spPr>
        <p:txBody>
          <a:bodyPr/>
          <a:lstStyle/>
          <a:p>
            <a:endParaRPr lang="en-IN"/>
          </a:p>
        </p:txBody>
      </p:sp>
      <p:sp>
        <p:nvSpPr>
          <p:cNvPr id="11" name="Shape 9"/>
          <p:cNvSpPr/>
          <p:nvPr/>
        </p:nvSpPr>
        <p:spPr>
          <a:xfrm>
            <a:off x="4673483" y="1702991"/>
            <a:ext cx="2844729" cy="523180"/>
          </a:xfrm>
          <a:prstGeom prst="roundRect">
            <a:avLst>
              <a:gd name="adj" fmla="val 49999"/>
            </a:avLst>
          </a:prstGeom>
          <a:solidFill>
            <a:srgbClr val="FFF8F2"/>
          </a:solidFill>
          <a:ln/>
        </p:spPr>
        <p:txBody>
          <a:bodyPr/>
          <a:lstStyle/>
          <a:p>
            <a:endParaRPr lang="en-IN"/>
          </a:p>
        </p:txBody>
      </p:sp>
      <p:sp>
        <p:nvSpPr>
          <p:cNvPr id="12" name="Text 10"/>
          <p:cNvSpPr/>
          <p:nvPr/>
        </p:nvSpPr>
        <p:spPr>
          <a:xfrm>
            <a:off x="4673483" y="1805543"/>
            <a:ext cx="2844729" cy="319980"/>
          </a:xfrm>
          <a:prstGeom prst="rect">
            <a:avLst/>
          </a:prstGeom>
          <a:noFill/>
          <a:ln/>
        </p:spPr>
        <p:txBody>
          <a:bodyPr wrap="none" lIns="0" tIns="0" rIns="0" bIns="0" rtlCol="0" anchor="t"/>
          <a:lstStyle/>
          <a:p>
            <a:pPr marL="0" indent="0" algn="ctr">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Months 3-4</a:t>
            </a:r>
            <a:endParaRPr lang="en-US" sz="1800" dirty="0"/>
          </a:p>
        </p:txBody>
      </p:sp>
      <p:sp>
        <p:nvSpPr>
          <p:cNvPr id="13" name="Text 11"/>
          <p:cNvSpPr/>
          <p:nvPr/>
        </p:nvSpPr>
        <p:spPr>
          <a:xfrm>
            <a:off x="4673483" y="2403971"/>
            <a:ext cx="2844729" cy="2712541"/>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500" dirty="0">
                <a:solidFill>
                  <a:srgbClr val="1F1F1F"/>
                </a:solidFill>
                <a:latin typeface="Space Grotesk" pitchFamily="34" charset="0"/>
                <a:ea typeface="Space Grotesk" pitchFamily="34" charset="-122"/>
                <a:cs typeface="Space Grotesk" pitchFamily="34" charset="-120"/>
              </a:rPr>
              <a:t>Remarketing campaigns for website visitors</a:t>
            </a:r>
            <a:endParaRPr lang="en-US" sz="1600" dirty="0"/>
          </a:p>
          <a:p>
            <a:pPr marL="325120" indent="-325120" algn="l">
              <a:lnSpc>
                <a:spcPct val="117000"/>
              </a:lnSpc>
              <a:buSzPct val="100000"/>
              <a:buChar char="•"/>
            </a:pPr>
            <a:r>
              <a:rPr lang="en-US" sz="1500" dirty="0">
                <a:solidFill>
                  <a:srgbClr val="1F1F1F"/>
                </a:solidFill>
                <a:latin typeface="Space Grotesk" pitchFamily="34" charset="0"/>
                <a:ea typeface="Space Grotesk" pitchFamily="34" charset="-122"/>
                <a:cs typeface="Space Grotesk" pitchFamily="34" charset="-120"/>
              </a:rPr>
              <a:t>Educational blogs on climate-smart farming</a:t>
            </a:r>
            <a:endParaRPr lang="en-US" sz="1600" dirty="0"/>
          </a:p>
          <a:p>
            <a:pPr marL="325120" indent="-325120" algn="l">
              <a:lnSpc>
                <a:spcPct val="117000"/>
              </a:lnSpc>
              <a:buSzPct val="100000"/>
              <a:buChar char="•"/>
            </a:pPr>
            <a:r>
              <a:rPr lang="en-US" sz="1500" dirty="0">
                <a:solidFill>
                  <a:srgbClr val="1F1F1F"/>
                </a:solidFill>
                <a:latin typeface="Space Grotesk" pitchFamily="34" charset="0"/>
                <a:ea typeface="Space Grotesk" pitchFamily="34" charset="-122"/>
                <a:cs typeface="Space Grotesk" pitchFamily="34" charset="-120"/>
              </a:rPr>
              <a:t>Farmer success stories on social media</a:t>
            </a:r>
            <a:endParaRPr lang="en-US" sz="1600" dirty="0"/>
          </a:p>
          <a:p>
            <a:pPr marL="325120" indent="-325120" algn="l">
              <a:lnSpc>
                <a:spcPct val="117000"/>
              </a:lnSpc>
              <a:buSzPct val="100000"/>
              <a:buChar char="•"/>
            </a:pPr>
            <a:r>
              <a:rPr lang="en-US" sz="1500" dirty="0">
                <a:solidFill>
                  <a:srgbClr val="1F1F1F"/>
                </a:solidFill>
                <a:latin typeface="Space Grotesk" pitchFamily="34" charset="0"/>
                <a:ea typeface="Space Grotesk" pitchFamily="34" charset="-122"/>
                <a:cs typeface="Space Grotesk" pitchFamily="34" charset="-120"/>
              </a:rPr>
              <a:t>Partnerships with agri-YouTubers and farmer WhatsApp groups</a:t>
            </a:r>
            <a:endParaRPr lang="en-US" sz="1600" dirty="0"/>
          </a:p>
        </p:txBody>
      </p:sp>
      <p:sp>
        <p:nvSpPr>
          <p:cNvPr id="14" name="Text 12"/>
          <p:cNvSpPr/>
          <p:nvPr/>
        </p:nvSpPr>
        <p:spPr>
          <a:xfrm>
            <a:off x="7772206" y="3221831"/>
            <a:ext cx="558786" cy="426641"/>
          </a:xfrm>
          <a:prstGeom prst="rect">
            <a:avLst/>
          </a:prstGeom>
          <a:noFill/>
          <a:ln/>
        </p:spPr>
        <p:txBody>
          <a:bodyPr wrap="none" lIns="0" tIns="0" rIns="0" bIns="0" rtlCol="0" anchor="t"/>
          <a:lstStyle/>
          <a:p>
            <a:pPr marL="0" indent="0" algn="ctr">
              <a:lnSpc>
                <a:spcPct val="117000"/>
              </a:lnSpc>
              <a:buNone/>
            </a:pPr>
            <a:r>
              <a:rPr lang="en-US" sz="2400" dirty="0">
                <a:solidFill>
                  <a:srgbClr val="000000"/>
                </a:solidFill>
                <a:latin typeface="Space Grotesk" pitchFamily="34" charset="0"/>
                <a:ea typeface="Space Grotesk" pitchFamily="34" charset="-122"/>
                <a:cs typeface="Space Grotesk" pitchFamily="34" charset="-120"/>
              </a:rPr>
              <a:t>›</a:t>
            </a:r>
            <a:endParaRPr lang="en-US" sz="2400" dirty="0"/>
          </a:p>
        </p:txBody>
      </p:sp>
      <p:sp>
        <p:nvSpPr>
          <p:cNvPr id="15" name="Shape 13"/>
          <p:cNvSpPr/>
          <p:nvPr/>
        </p:nvSpPr>
        <p:spPr>
          <a:xfrm>
            <a:off x="8330992" y="1448991"/>
            <a:ext cx="3352716" cy="3972322"/>
          </a:xfrm>
          <a:prstGeom prst="roundRect">
            <a:avLst>
              <a:gd name="adj" fmla="val 10909"/>
            </a:avLst>
          </a:prstGeom>
          <a:solidFill>
            <a:srgbClr val="FC9FA5"/>
          </a:solidFill>
          <a:ln/>
        </p:spPr>
        <p:txBody>
          <a:bodyPr/>
          <a:lstStyle/>
          <a:p>
            <a:endParaRPr lang="en-IN"/>
          </a:p>
        </p:txBody>
      </p:sp>
      <p:sp>
        <p:nvSpPr>
          <p:cNvPr id="16" name="Shape 14"/>
          <p:cNvSpPr/>
          <p:nvPr/>
        </p:nvSpPr>
        <p:spPr>
          <a:xfrm>
            <a:off x="8584985" y="1702991"/>
            <a:ext cx="2844729" cy="523180"/>
          </a:xfrm>
          <a:prstGeom prst="roundRect">
            <a:avLst>
              <a:gd name="adj" fmla="val 49999"/>
            </a:avLst>
          </a:prstGeom>
          <a:solidFill>
            <a:srgbClr val="FFF8F2"/>
          </a:solidFill>
          <a:ln/>
        </p:spPr>
        <p:txBody>
          <a:bodyPr/>
          <a:lstStyle/>
          <a:p>
            <a:endParaRPr lang="en-IN"/>
          </a:p>
        </p:txBody>
      </p:sp>
      <p:sp>
        <p:nvSpPr>
          <p:cNvPr id="17" name="Text 15"/>
          <p:cNvSpPr/>
          <p:nvPr/>
        </p:nvSpPr>
        <p:spPr>
          <a:xfrm>
            <a:off x="8584985" y="1805543"/>
            <a:ext cx="2844729" cy="319980"/>
          </a:xfrm>
          <a:prstGeom prst="rect">
            <a:avLst/>
          </a:prstGeom>
          <a:noFill/>
          <a:ln/>
        </p:spPr>
        <p:txBody>
          <a:bodyPr wrap="none" lIns="0" tIns="0" rIns="0" bIns="0" rtlCol="0" anchor="t"/>
          <a:lstStyle/>
          <a:p>
            <a:pPr marL="0" indent="0" algn="ctr">
              <a:lnSpc>
                <a:spcPct val="117000"/>
              </a:lnSpc>
              <a:buNone/>
            </a:pPr>
            <a:r>
              <a:rPr lang="en-US" sz="1800" b="1" dirty="0">
                <a:solidFill>
                  <a:srgbClr val="1F1F1F"/>
                </a:solidFill>
                <a:latin typeface="Space Grotesk Bold" pitchFamily="34" charset="0"/>
                <a:ea typeface="Space Grotesk Bold" pitchFamily="34" charset="-122"/>
                <a:cs typeface="Space Grotesk Bold" pitchFamily="34" charset="-120"/>
              </a:rPr>
              <a:t>Months 5-6</a:t>
            </a:r>
            <a:endParaRPr lang="en-US" sz="1800" dirty="0"/>
          </a:p>
        </p:txBody>
      </p:sp>
      <p:sp>
        <p:nvSpPr>
          <p:cNvPr id="18" name="Text 16"/>
          <p:cNvSpPr/>
          <p:nvPr/>
        </p:nvSpPr>
        <p:spPr>
          <a:xfrm>
            <a:off x="8584985" y="2403971"/>
            <a:ext cx="2844729" cy="2661741"/>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500" dirty="0">
                <a:solidFill>
                  <a:srgbClr val="1F1F1F"/>
                </a:solidFill>
                <a:latin typeface="Space Grotesk" pitchFamily="34" charset="0"/>
                <a:ea typeface="Space Grotesk" pitchFamily="34" charset="-122"/>
                <a:cs typeface="Space Grotesk" pitchFamily="34" charset="-120"/>
              </a:rPr>
              <a:t>WhatsApp and SMS automation for water scheduling updates</a:t>
            </a:r>
            <a:endParaRPr lang="en-US" sz="1600" dirty="0"/>
          </a:p>
          <a:p>
            <a:pPr marL="325120" indent="-325120" algn="l">
              <a:lnSpc>
                <a:spcPct val="117000"/>
              </a:lnSpc>
              <a:buSzPct val="100000"/>
              <a:buChar char="•"/>
            </a:pPr>
            <a:r>
              <a:rPr lang="en-US" sz="1500" dirty="0">
                <a:solidFill>
                  <a:srgbClr val="1F1F1F"/>
                </a:solidFill>
                <a:latin typeface="Space Grotesk" pitchFamily="34" charset="0"/>
                <a:ea typeface="Space Grotesk" pitchFamily="34" charset="-122"/>
                <a:cs typeface="Space Grotesk" pitchFamily="34" charset="-120"/>
              </a:rPr>
              <a:t>Expanded budgets for major institutional partnerships</a:t>
            </a:r>
            <a:endParaRPr lang="en-US" sz="1600" dirty="0"/>
          </a:p>
          <a:p>
            <a:pPr marL="325120" indent="-325120" algn="l">
              <a:lnSpc>
                <a:spcPct val="117000"/>
              </a:lnSpc>
              <a:buSzPct val="100000"/>
              <a:buChar char="•"/>
            </a:pPr>
            <a:r>
              <a:rPr lang="en-US" sz="1500" dirty="0">
                <a:solidFill>
                  <a:srgbClr val="1F1F1F"/>
                </a:solidFill>
                <a:latin typeface="Space Grotesk" pitchFamily="34" charset="0"/>
                <a:ea typeface="Space Grotesk" pitchFamily="34" charset="-122"/>
                <a:cs typeface="Space Grotesk" pitchFamily="34" charset="-120"/>
              </a:rPr>
              <a:t>Ties with local NGOs and agri-retailers to grow the community network</a:t>
            </a:r>
            <a:endParaRPr lang="en-US" sz="1600" dirty="0"/>
          </a:p>
        </p:txBody>
      </p:sp>
      <p:pic>
        <p:nvPicPr>
          <p:cNvPr id="20" name="Graphic 19" descr="Agriculture with solid fill">
            <a:extLst>
              <a:ext uri="{FF2B5EF4-FFF2-40B4-BE49-F238E27FC236}">
                <a16:creationId xmlns:a16="http://schemas.microsoft.com/office/drawing/2014/main" id="{2F15D074-150B-4791-4E4D-09374C2194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1022266"/>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97FE8">
              <a:alpha val="0"/>
            </a:srgbClr>
          </a:solidFill>
          <a:ln/>
        </p:spPr>
        <p:txBody>
          <a:bodyPr/>
          <a:lstStyle/>
          <a:p>
            <a:endParaRPr lang="en-IN"/>
          </a:p>
        </p:txBody>
      </p:sp>
      <p:sp>
        <p:nvSpPr>
          <p:cNvPr id="3" name="Text 1"/>
          <p:cNvSpPr/>
          <p:nvPr/>
        </p:nvSpPr>
        <p:spPr>
          <a:xfrm>
            <a:off x="507987" y="3134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Blog content for SEO</a:t>
            </a:r>
            <a:endParaRPr lang="en-US" sz="3400" dirty="0"/>
          </a:p>
        </p:txBody>
      </p:sp>
      <p:sp>
        <p:nvSpPr>
          <p:cNvPr id="4" name="Shape 2"/>
          <p:cNvSpPr/>
          <p:nvPr/>
        </p:nvSpPr>
        <p:spPr>
          <a:xfrm>
            <a:off x="507987" y="859730"/>
            <a:ext cx="3623577" cy="2792214"/>
          </a:xfrm>
          <a:prstGeom prst="roundRect">
            <a:avLst>
              <a:gd name="adj" fmla="val 13099"/>
            </a:avLst>
          </a:prstGeom>
          <a:solidFill>
            <a:srgbClr val="FE829A"/>
          </a:solidFill>
          <a:ln/>
        </p:spPr>
        <p:txBody>
          <a:bodyPr/>
          <a:lstStyle/>
          <a:p>
            <a:endParaRPr lang="en-IN"/>
          </a:p>
        </p:txBody>
      </p:sp>
      <p:sp>
        <p:nvSpPr>
          <p:cNvPr id="5" name="Shape 3"/>
          <p:cNvSpPr/>
          <p:nvPr/>
        </p:nvSpPr>
        <p:spPr>
          <a:xfrm>
            <a:off x="736582" y="1062930"/>
            <a:ext cx="3166388" cy="375841"/>
          </a:xfrm>
          <a:prstGeom prst="roundRect">
            <a:avLst>
              <a:gd name="adj" fmla="val 49999"/>
            </a:avLst>
          </a:prstGeom>
          <a:solidFill>
            <a:srgbClr val="FFF8F2"/>
          </a:solidFill>
          <a:ln/>
        </p:spPr>
        <p:txBody>
          <a:bodyPr/>
          <a:lstStyle/>
          <a:p>
            <a:endParaRPr lang="en-IN"/>
          </a:p>
        </p:txBody>
      </p:sp>
      <p:sp>
        <p:nvSpPr>
          <p:cNvPr id="6" name="Text 4"/>
          <p:cNvSpPr/>
          <p:nvPr/>
        </p:nvSpPr>
        <p:spPr>
          <a:xfrm>
            <a:off x="736582" y="1126430"/>
            <a:ext cx="3166388" cy="248841"/>
          </a:xfrm>
          <a:prstGeom prst="rect">
            <a:avLst/>
          </a:prstGeom>
          <a:noFill/>
          <a:ln/>
        </p:spPr>
        <p:txBody>
          <a:bodyPr wrap="none" lIns="0" tIns="0" rIns="0" bIns="0" rtlCol="0" anchor="t"/>
          <a:lstStyle/>
          <a:p>
            <a:pPr marL="0" indent="0" algn="ctr">
              <a:lnSpc>
                <a:spcPct val="117000"/>
              </a:lnSpc>
              <a:buNone/>
            </a:pPr>
            <a:r>
              <a:rPr lang="en-US" sz="1400" b="1" dirty="0">
                <a:solidFill>
                  <a:srgbClr val="1F1F1F"/>
                </a:solidFill>
                <a:latin typeface="Space Grotesk Bold" pitchFamily="34" charset="0"/>
                <a:ea typeface="Space Grotesk Bold" pitchFamily="34" charset="-122"/>
                <a:cs typeface="Space Grotesk Bold" pitchFamily="34" charset="-120"/>
              </a:rPr>
              <a:t>1</a:t>
            </a:r>
            <a:endParaRPr lang="en-US" sz="1400" dirty="0"/>
          </a:p>
        </p:txBody>
      </p:sp>
      <p:sp>
        <p:nvSpPr>
          <p:cNvPr id="7" name="Text 5"/>
          <p:cNvSpPr/>
          <p:nvPr/>
        </p:nvSpPr>
        <p:spPr>
          <a:xfrm>
            <a:off x="736582" y="1570205"/>
            <a:ext cx="3166388" cy="259060"/>
          </a:xfrm>
          <a:prstGeom prst="rect">
            <a:avLst/>
          </a:prstGeom>
          <a:noFill/>
          <a:ln/>
        </p:spPr>
        <p:txBody>
          <a:bodyPr wrap="none" lIns="0" tIns="0" rIns="0" bIns="0" rtlCol="0" anchor="t"/>
          <a:lstStyle/>
          <a:p>
            <a:pPr marL="0" indent="0" algn="l">
              <a:lnSpc>
                <a:spcPct val="100000"/>
              </a:lnSpc>
              <a:buNone/>
            </a:pPr>
            <a:r>
              <a:rPr lang="en-US" sz="1700" b="1" dirty="0">
                <a:solidFill>
                  <a:srgbClr val="1F1F1F"/>
                </a:solidFill>
                <a:latin typeface="Space Grotesk Bold" pitchFamily="34" charset="0"/>
                <a:ea typeface="Space Grotesk Bold" pitchFamily="34" charset="-122"/>
                <a:cs typeface="Space Grotesk Bold" pitchFamily="34" charset="-120"/>
              </a:rPr>
              <a:t>Use local language keywords</a:t>
            </a:r>
            <a:endParaRPr lang="en-US" sz="1700" dirty="0"/>
          </a:p>
        </p:txBody>
      </p:sp>
      <p:sp>
        <p:nvSpPr>
          <p:cNvPr id="8" name="Text 6"/>
          <p:cNvSpPr/>
          <p:nvPr/>
        </p:nvSpPr>
        <p:spPr>
          <a:xfrm>
            <a:off x="736582" y="1970881"/>
            <a:ext cx="3166388" cy="99536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1F1F1F"/>
                </a:solidFill>
                <a:latin typeface="Space Grotesk" pitchFamily="34" charset="0"/>
                <a:ea typeface="Space Grotesk" pitchFamily="34" charset="-122"/>
                <a:cs typeface="Space Grotesk" pitchFamily="34" charset="-120"/>
              </a:rPr>
              <a:t>Hindi + regional terms connect naturally with ground-level farming communities searching for affordable irrigation.</a:t>
            </a:r>
            <a:endParaRPr lang="en-US" sz="1400" dirty="0"/>
          </a:p>
        </p:txBody>
      </p:sp>
      <p:sp>
        <p:nvSpPr>
          <p:cNvPr id="9" name="Shape 7"/>
          <p:cNvSpPr/>
          <p:nvPr/>
        </p:nvSpPr>
        <p:spPr>
          <a:xfrm>
            <a:off x="4283960" y="859730"/>
            <a:ext cx="3623676" cy="2792214"/>
          </a:xfrm>
          <a:prstGeom prst="roundRect">
            <a:avLst>
              <a:gd name="adj" fmla="val 13099"/>
            </a:avLst>
          </a:prstGeom>
          <a:solidFill>
            <a:srgbClr val="F9B440"/>
          </a:solidFill>
          <a:ln/>
        </p:spPr>
        <p:txBody>
          <a:bodyPr/>
          <a:lstStyle/>
          <a:p>
            <a:endParaRPr lang="en-IN"/>
          </a:p>
        </p:txBody>
      </p:sp>
      <p:sp>
        <p:nvSpPr>
          <p:cNvPr id="10" name="Shape 8"/>
          <p:cNvSpPr/>
          <p:nvPr/>
        </p:nvSpPr>
        <p:spPr>
          <a:xfrm>
            <a:off x="4512554" y="1062930"/>
            <a:ext cx="3166487" cy="375841"/>
          </a:xfrm>
          <a:prstGeom prst="roundRect">
            <a:avLst>
              <a:gd name="adj" fmla="val 49999"/>
            </a:avLst>
          </a:prstGeom>
          <a:solidFill>
            <a:srgbClr val="FFF8F2"/>
          </a:solidFill>
          <a:ln/>
        </p:spPr>
        <p:txBody>
          <a:bodyPr/>
          <a:lstStyle/>
          <a:p>
            <a:endParaRPr lang="en-IN"/>
          </a:p>
        </p:txBody>
      </p:sp>
      <p:sp>
        <p:nvSpPr>
          <p:cNvPr id="11" name="Text 9"/>
          <p:cNvSpPr/>
          <p:nvPr/>
        </p:nvSpPr>
        <p:spPr>
          <a:xfrm>
            <a:off x="4512554" y="1126430"/>
            <a:ext cx="3166487" cy="248841"/>
          </a:xfrm>
          <a:prstGeom prst="rect">
            <a:avLst/>
          </a:prstGeom>
          <a:noFill/>
          <a:ln/>
        </p:spPr>
        <p:txBody>
          <a:bodyPr wrap="none" lIns="0" tIns="0" rIns="0" bIns="0" rtlCol="0" anchor="t"/>
          <a:lstStyle/>
          <a:p>
            <a:pPr marL="0" indent="0" algn="ctr">
              <a:lnSpc>
                <a:spcPct val="117000"/>
              </a:lnSpc>
              <a:buNone/>
            </a:pPr>
            <a:r>
              <a:rPr lang="en-US" sz="1400" b="1" dirty="0">
                <a:solidFill>
                  <a:srgbClr val="1F1F1F"/>
                </a:solidFill>
                <a:latin typeface="Space Grotesk Bold" pitchFamily="34" charset="0"/>
                <a:ea typeface="Space Grotesk Bold" pitchFamily="34" charset="-122"/>
                <a:cs typeface="Space Grotesk Bold" pitchFamily="34" charset="-120"/>
              </a:rPr>
              <a:t>2</a:t>
            </a:r>
            <a:endParaRPr lang="en-US" sz="1400" dirty="0"/>
          </a:p>
        </p:txBody>
      </p:sp>
      <p:sp>
        <p:nvSpPr>
          <p:cNvPr id="12" name="Text 10"/>
          <p:cNvSpPr/>
          <p:nvPr/>
        </p:nvSpPr>
        <p:spPr>
          <a:xfrm>
            <a:off x="4512554" y="1570205"/>
            <a:ext cx="3166487" cy="259060"/>
          </a:xfrm>
          <a:prstGeom prst="rect">
            <a:avLst/>
          </a:prstGeom>
          <a:noFill/>
          <a:ln/>
        </p:spPr>
        <p:txBody>
          <a:bodyPr wrap="none" lIns="0" tIns="0" rIns="0" bIns="0" rtlCol="0" anchor="t"/>
          <a:lstStyle/>
          <a:p>
            <a:pPr marL="0" indent="0" algn="l">
              <a:lnSpc>
                <a:spcPct val="100000"/>
              </a:lnSpc>
              <a:buNone/>
            </a:pPr>
            <a:r>
              <a:rPr lang="en-US" sz="1700" b="1" dirty="0">
                <a:solidFill>
                  <a:srgbClr val="1F1F1F"/>
                </a:solidFill>
                <a:latin typeface="Space Grotesk Bold" pitchFamily="34" charset="0"/>
                <a:ea typeface="Space Grotesk Bold" pitchFamily="34" charset="-122"/>
                <a:cs typeface="Space Grotesk Bold" pitchFamily="34" charset="-120"/>
              </a:rPr>
              <a:t>Create FAQ-rich posts</a:t>
            </a:r>
            <a:endParaRPr lang="en-US" sz="1700" dirty="0"/>
          </a:p>
        </p:txBody>
      </p:sp>
      <p:sp>
        <p:nvSpPr>
          <p:cNvPr id="13" name="Text 11"/>
          <p:cNvSpPr/>
          <p:nvPr/>
        </p:nvSpPr>
        <p:spPr>
          <a:xfrm>
            <a:off x="4512554" y="1970881"/>
            <a:ext cx="3166487" cy="99536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1F1F1F"/>
                </a:solidFill>
                <a:latin typeface="Space Grotesk" pitchFamily="34" charset="0"/>
                <a:ea typeface="Space Grotesk" pitchFamily="34" charset="-122"/>
                <a:cs typeface="Space Grotesk" pitchFamily="34" charset="-120"/>
              </a:rPr>
              <a:t>Helps with Google's featured snippets by answering operational questions about solar system maintenance and solar tariffs.</a:t>
            </a:r>
            <a:endParaRPr lang="en-US" sz="1400" dirty="0"/>
          </a:p>
        </p:txBody>
      </p:sp>
      <p:sp>
        <p:nvSpPr>
          <p:cNvPr id="14" name="Shape 12"/>
          <p:cNvSpPr/>
          <p:nvPr/>
        </p:nvSpPr>
        <p:spPr>
          <a:xfrm>
            <a:off x="8060032" y="859730"/>
            <a:ext cx="3623676" cy="2792214"/>
          </a:xfrm>
          <a:prstGeom prst="roundRect">
            <a:avLst>
              <a:gd name="adj" fmla="val 13099"/>
            </a:avLst>
          </a:prstGeom>
          <a:solidFill>
            <a:srgbClr val="FC9FA5"/>
          </a:solidFill>
          <a:ln/>
        </p:spPr>
        <p:txBody>
          <a:bodyPr/>
          <a:lstStyle/>
          <a:p>
            <a:endParaRPr lang="en-IN"/>
          </a:p>
        </p:txBody>
      </p:sp>
      <p:sp>
        <p:nvSpPr>
          <p:cNvPr id="15" name="Shape 13"/>
          <p:cNvSpPr/>
          <p:nvPr/>
        </p:nvSpPr>
        <p:spPr>
          <a:xfrm>
            <a:off x="8288626" y="1062930"/>
            <a:ext cx="3166487" cy="375841"/>
          </a:xfrm>
          <a:prstGeom prst="roundRect">
            <a:avLst>
              <a:gd name="adj" fmla="val 49999"/>
            </a:avLst>
          </a:prstGeom>
          <a:solidFill>
            <a:srgbClr val="FFF8F2"/>
          </a:solidFill>
          <a:ln/>
        </p:spPr>
        <p:txBody>
          <a:bodyPr/>
          <a:lstStyle/>
          <a:p>
            <a:endParaRPr lang="en-IN"/>
          </a:p>
        </p:txBody>
      </p:sp>
      <p:sp>
        <p:nvSpPr>
          <p:cNvPr id="16" name="Text 14"/>
          <p:cNvSpPr/>
          <p:nvPr/>
        </p:nvSpPr>
        <p:spPr>
          <a:xfrm>
            <a:off x="8288626" y="1126430"/>
            <a:ext cx="3166487" cy="248841"/>
          </a:xfrm>
          <a:prstGeom prst="rect">
            <a:avLst/>
          </a:prstGeom>
          <a:noFill/>
          <a:ln/>
        </p:spPr>
        <p:txBody>
          <a:bodyPr wrap="none" lIns="0" tIns="0" rIns="0" bIns="0" rtlCol="0" anchor="t"/>
          <a:lstStyle/>
          <a:p>
            <a:pPr marL="0" indent="0" algn="ctr">
              <a:lnSpc>
                <a:spcPct val="117000"/>
              </a:lnSpc>
              <a:buNone/>
            </a:pPr>
            <a:r>
              <a:rPr lang="en-US" sz="1400" b="1" dirty="0">
                <a:solidFill>
                  <a:srgbClr val="1F1F1F"/>
                </a:solidFill>
                <a:latin typeface="Space Grotesk Bold" pitchFamily="34" charset="0"/>
                <a:ea typeface="Space Grotesk Bold" pitchFamily="34" charset="-122"/>
                <a:cs typeface="Space Grotesk Bold" pitchFamily="34" charset="-120"/>
              </a:rPr>
              <a:t>3</a:t>
            </a:r>
            <a:endParaRPr lang="en-US" sz="1400" dirty="0"/>
          </a:p>
        </p:txBody>
      </p:sp>
      <p:sp>
        <p:nvSpPr>
          <p:cNvPr id="17" name="Text 15"/>
          <p:cNvSpPr/>
          <p:nvPr/>
        </p:nvSpPr>
        <p:spPr>
          <a:xfrm>
            <a:off x="8288626" y="1570205"/>
            <a:ext cx="3166487" cy="518120"/>
          </a:xfrm>
          <a:prstGeom prst="rect">
            <a:avLst/>
          </a:prstGeom>
          <a:noFill/>
          <a:ln/>
        </p:spPr>
        <p:txBody>
          <a:bodyPr wrap="square" lIns="0" tIns="0" rIns="0" bIns="0" rtlCol="0" anchor="t">
            <a:normAutofit lnSpcReduction="10000"/>
          </a:bodyPr>
          <a:lstStyle/>
          <a:p>
            <a:pPr marL="0" indent="0" algn="l">
              <a:lnSpc>
                <a:spcPct val="100000"/>
              </a:lnSpc>
              <a:buNone/>
            </a:pPr>
            <a:r>
              <a:rPr lang="en-US" sz="1700" b="1" dirty="0">
                <a:solidFill>
                  <a:srgbClr val="1F1F1F"/>
                </a:solidFill>
                <a:latin typeface="Space Grotesk Bold" pitchFamily="34" charset="0"/>
                <a:ea typeface="Space Grotesk Bold" pitchFamily="34" charset="-122"/>
                <a:cs typeface="Space Grotesk Bold" pitchFamily="34" charset="-120"/>
              </a:rPr>
              <a:t>Add internal links from blogs to service pages</a:t>
            </a:r>
            <a:endParaRPr lang="en-US" sz="1700" dirty="0"/>
          </a:p>
        </p:txBody>
      </p:sp>
      <p:sp>
        <p:nvSpPr>
          <p:cNvPr id="18" name="Text 16"/>
          <p:cNvSpPr/>
          <p:nvPr/>
        </p:nvSpPr>
        <p:spPr>
          <a:xfrm>
            <a:off x="8288626" y="2229941"/>
            <a:ext cx="3166487" cy="124420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1F1F1F"/>
                </a:solidFill>
                <a:latin typeface="Space Grotesk" pitchFamily="34" charset="0"/>
                <a:ea typeface="Space Grotesk" pitchFamily="34" charset="-122"/>
                <a:cs typeface="Space Grotesk" pitchFamily="34" charset="-120"/>
              </a:rPr>
              <a:t>Boosts conversions by guiding readers from educational pieces to sign-up forms for Oonnati (Irrigation-as-a-Service) or Oorvar (Climate-Smart Advisory).</a:t>
            </a:r>
            <a:endParaRPr lang="en-US" sz="1400" dirty="0"/>
          </a:p>
        </p:txBody>
      </p:sp>
      <p:sp>
        <p:nvSpPr>
          <p:cNvPr id="19" name="Shape 17"/>
          <p:cNvSpPr/>
          <p:nvPr/>
        </p:nvSpPr>
        <p:spPr>
          <a:xfrm>
            <a:off x="507987" y="3804345"/>
            <a:ext cx="5511662" cy="2035473"/>
          </a:xfrm>
          <a:prstGeom prst="roundRect">
            <a:avLst>
              <a:gd name="adj" fmla="val 17969"/>
            </a:avLst>
          </a:prstGeom>
          <a:solidFill>
            <a:srgbClr val="FBE3D3"/>
          </a:solidFill>
          <a:ln/>
        </p:spPr>
        <p:txBody>
          <a:bodyPr/>
          <a:lstStyle/>
          <a:p>
            <a:endParaRPr lang="en-IN"/>
          </a:p>
        </p:txBody>
      </p:sp>
      <p:sp>
        <p:nvSpPr>
          <p:cNvPr id="20" name="Shape 18"/>
          <p:cNvSpPr/>
          <p:nvPr/>
        </p:nvSpPr>
        <p:spPr>
          <a:xfrm>
            <a:off x="736582" y="4007545"/>
            <a:ext cx="5054474" cy="375841"/>
          </a:xfrm>
          <a:prstGeom prst="roundRect">
            <a:avLst>
              <a:gd name="adj" fmla="val 49999"/>
            </a:avLst>
          </a:prstGeom>
          <a:solidFill>
            <a:srgbClr val="FFF8F2"/>
          </a:solidFill>
          <a:ln/>
        </p:spPr>
        <p:txBody>
          <a:bodyPr/>
          <a:lstStyle/>
          <a:p>
            <a:endParaRPr lang="en-IN"/>
          </a:p>
        </p:txBody>
      </p:sp>
      <p:sp>
        <p:nvSpPr>
          <p:cNvPr id="21" name="Text 19"/>
          <p:cNvSpPr/>
          <p:nvPr/>
        </p:nvSpPr>
        <p:spPr>
          <a:xfrm>
            <a:off x="736582" y="4071045"/>
            <a:ext cx="5054474" cy="248841"/>
          </a:xfrm>
          <a:prstGeom prst="rect">
            <a:avLst/>
          </a:prstGeom>
          <a:noFill/>
          <a:ln/>
        </p:spPr>
        <p:txBody>
          <a:bodyPr wrap="none" lIns="0" tIns="0" rIns="0" bIns="0" rtlCol="0" anchor="t"/>
          <a:lstStyle/>
          <a:p>
            <a:pPr marL="0" indent="0" algn="ctr">
              <a:lnSpc>
                <a:spcPct val="117000"/>
              </a:lnSpc>
              <a:buNone/>
            </a:pPr>
            <a:r>
              <a:rPr lang="en-US" sz="1400" b="1" dirty="0">
                <a:solidFill>
                  <a:srgbClr val="1F1F1F"/>
                </a:solidFill>
                <a:latin typeface="Space Grotesk Bold" pitchFamily="34" charset="0"/>
                <a:ea typeface="Space Grotesk Bold" pitchFamily="34" charset="-122"/>
                <a:cs typeface="Space Grotesk Bold" pitchFamily="34" charset="-120"/>
              </a:rPr>
              <a:t>4</a:t>
            </a:r>
            <a:endParaRPr lang="en-US" sz="1400" dirty="0"/>
          </a:p>
        </p:txBody>
      </p:sp>
      <p:sp>
        <p:nvSpPr>
          <p:cNvPr id="22" name="Text 20"/>
          <p:cNvSpPr/>
          <p:nvPr/>
        </p:nvSpPr>
        <p:spPr>
          <a:xfrm>
            <a:off x="736582" y="4514819"/>
            <a:ext cx="5054474" cy="259060"/>
          </a:xfrm>
          <a:prstGeom prst="rect">
            <a:avLst/>
          </a:prstGeom>
          <a:noFill/>
          <a:ln/>
        </p:spPr>
        <p:txBody>
          <a:bodyPr wrap="none" lIns="0" tIns="0" rIns="0" bIns="0" rtlCol="0" anchor="t"/>
          <a:lstStyle/>
          <a:p>
            <a:pPr marL="0" indent="0" algn="l">
              <a:lnSpc>
                <a:spcPct val="100000"/>
              </a:lnSpc>
              <a:buNone/>
            </a:pPr>
            <a:r>
              <a:rPr lang="en-US" sz="1700" b="1" dirty="0">
                <a:solidFill>
                  <a:srgbClr val="1F1F1F"/>
                </a:solidFill>
                <a:latin typeface="Space Grotesk Bold" pitchFamily="34" charset="0"/>
                <a:ea typeface="Space Grotesk Bold" pitchFamily="34" charset="-122"/>
                <a:cs typeface="Space Grotesk Bold" pitchFamily="34" charset="-120"/>
              </a:rPr>
              <a:t>Focus on long-tail keywords</a:t>
            </a:r>
            <a:endParaRPr lang="en-US" sz="1700" dirty="0"/>
          </a:p>
        </p:txBody>
      </p:sp>
      <p:sp>
        <p:nvSpPr>
          <p:cNvPr id="23" name="Text 21"/>
          <p:cNvSpPr/>
          <p:nvPr/>
        </p:nvSpPr>
        <p:spPr>
          <a:xfrm>
            <a:off x="736582" y="4915495"/>
            <a:ext cx="5054474"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1F1F1F"/>
                </a:solidFill>
                <a:latin typeface="Space Grotesk" pitchFamily="34" charset="0"/>
                <a:ea typeface="Space Grotesk" pitchFamily="34" charset="-122"/>
                <a:cs typeface="Space Grotesk" pitchFamily="34" charset="-120"/>
              </a:rPr>
              <a:t>e.g., best solar water pump for agriculture in Uttar Pradesh, to capture high-intent geographic searches from target regional clusters.</a:t>
            </a:r>
            <a:endParaRPr lang="en-US" sz="1400" dirty="0"/>
          </a:p>
        </p:txBody>
      </p:sp>
      <p:sp>
        <p:nvSpPr>
          <p:cNvPr id="24" name="Shape 22"/>
          <p:cNvSpPr/>
          <p:nvPr/>
        </p:nvSpPr>
        <p:spPr>
          <a:xfrm>
            <a:off x="6172046" y="3804345"/>
            <a:ext cx="5511662" cy="2035473"/>
          </a:xfrm>
          <a:prstGeom prst="roundRect">
            <a:avLst>
              <a:gd name="adj" fmla="val 17969"/>
            </a:avLst>
          </a:prstGeom>
          <a:solidFill>
            <a:srgbClr val="FBC5AA"/>
          </a:solidFill>
          <a:ln/>
        </p:spPr>
        <p:txBody>
          <a:bodyPr/>
          <a:lstStyle/>
          <a:p>
            <a:endParaRPr lang="en-IN"/>
          </a:p>
        </p:txBody>
      </p:sp>
      <p:sp>
        <p:nvSpPr>
          <p:cNvPr id="25" name="Shape 23"/>
          <p:cNvSpPr/>
          <p:nvPr/>
        </p:nvSpPr>
        <p:spPr>
          <a:xfrm>
            <a:off x="6400640" y="4007545"/>
            <a:ext cx="5054474" cy="375841"/>
          </a:xfrm>
          <a:prstGeom prst="roundRect">
            <a:avLst>
              <a:gd name="adj" fmla="val 49999"/>
            </a:avLst>
          </a:prstGeom>
          <a:solidFill>
            <a:srgbClr val="FFF8F2"/>
          </a:solidFill>
          <a:ln/>
        </p:spPr>
        <p:txBody>
          <a:bodyPr/>
          <a:lstStyle/>
          <a:p>
            <a:endParaRPr lang="en-IN"/>
          </a:p>
        </p:txBody>
      </p:sp>
      <p:sp>
        <p:nvSpPr>
          <p:cNvPr id="26" name="Text 24"/>
          <p:cNvSpPr/>
          <p:nvPr/>
        </p:nvSpPr>
        <p:spPr>
          <a:xfrm>
            <a:off x="6400640" y="4071045"/>
            <a:ext cx="5054474" cy="248841"/>
          </a:xfrm>
          <a:prstGeom prst="rect">
            <a:avLst/>
          </a:prstGeom>
          <a:noFill/>
          <a:ln/>
        </p:spPr>
        <p:txBody>
          <a:bodyPr wrap="none" lIns="0" tIns="0" rIns="0" bIns="0" rtlCol="0" anchor="t"/>
          <a:lstStyle/>
          <a:p>
            <a:pPr marL="0" indent="0" algn="ctr">
              <a:lnSpc>
                <a:spcPct val="117000"/>
              </a:lnSpc>
              <a:buNone/>
            </a:pPr>
            <a:r>
              <a:rPr lang="en-US" sz="1400" b="1" dirty="0">
                <a:solidFill>
                  <a:srgbClr val="1F1F1F"/>
                </a:solidFill>
                <a:latin typeface="Space Grotesk Bold" pitchFamily="34" charset="0"/>
                <a:ea typeface="Space Grotesk Bold" pitchFamily="34" charset="-122"/>
                <a:cs typeface="Space Grotesk Bold" pitchFamily="34" charset="-120"/>
              </a:rPr>
              <a:t>5</a:t>
            </a:r>
            <a:endParaRPr lang="en-US" sz="1400" dirty="0"/>
          </a:p>
        </p:txBody>
      </p:sp>
      <p:sp>
        <p:nvSpPr>
          <p:cNvPr id="27" name="Text 25"/>
          <p:cNvSpPr/>
          <p:nvPr/>
        </p:nvSpPr>
        <p:spPr>
          <a:xfrm>
            <a:off x="6400640" y="4514819"/>
            <a:ext cx="5054474" cy="259060"/>
          </a:xfrm>
          <a:prstGeom prst="rect">
            <a:avLst/>
          </a:prstGeom>
          <a:noFill/>
          <a:ln/>
        </p:spPr>
        <p:txBody>
          <a:bodyPr wrap="none" lIns="0" tIns="0" rIns="0" bIns="0" rtlCol="0" anchor="t"/>
          <a:lstStyle/>
          <a:p>
            <a:pPr marL="0" indent="0" algn="l">
              <a:lnSpc>
                <a:spcPct val="100000"/>
              </a:lnSpc>
              <a:buNone/>
            </a:pPr>
            <a:r>
              <a:rPr lang="en-US" sz="1700" b="1" dirty="0">
                <a:solidFill>
                  <a:srgbClr val="1F1F1F"/>
                </a:solidFill>
                <a:latin typeface="Space Grotesk Bold" pitchFamily="34" charset="0"/>
                <a:ea typeface="Space Grotesk Bold" pitchFamily="34" charset="-122"/>
                <a:cs typeface="Space Grotesk Bold" pitchFamily="34" charset="-120"/>
              </a:rPr>
              <a:t>Optimize for voice search</a:t>
            </a:r>
            <a:endParaRPr lang="en-US" sz="1700" dirty="0"/>
          </a:p>
        </p:txBody>
      </p:sp>
      <p:sp>
        <p:nvSpPr>
          <p:cNvPr id="28" name="Text 26"/>
          <p:cNvSpPr/>
          <p:nvPr/>
        </p:nvSpPr>
        <p:spPr>
          <a:xfrm>
            <a:off x="6400640" y="4915495"/>
            <a:ext cx="5054474"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1F1F1F"/>
                </a:solidFill>
                <a:latin typeface="Space Grotesk" pitchFamily="34" charset="0"/>
                <a:ea typeface="Space Grotesk" pitchFamily="34" charset="-122"/>
                <a:cs typeface="Space Grotesk" pitchFamily="34" charset="-120"/>
              </a:rPr>
              <a:t>Farmers often use Google Assistant in Hindi/regional languages; capture spoken queries like "solar pump pricing" or "how to clean solar panels".</a:t>
            </a:r>
            <a:endParaRPr lang="en-US" sz="1400" dirty="0"/>
          </a:p>
        </p:txBody>
      </p:sp>
      <p:pic>
        <p:nvPicPr>
          <p:cNvPr id="30" name="Graphic 29" descr="Agriculture with solid fill">
            <a:extLst>
              <a:ext uri="{FF2B5EF4-FFF2-40B4-BE49-F238E27FC236}">
                <a16:creationId xmlns:a16="http://schemas.microsoft.com/office/drawing/2014/main" id="{318B4CB2-58D1-A5EC-AA23-29E2224A1D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792034"/>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3642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Social media calendar: October</a:t>
            </a:r>
            <a:endParaRPr lang="en-US" sz="3400" dirty="0"/>
          </a:p>
        </p:txBody>
      </p:sp>
      <p:sp>
        <p:nvSpPr>
          <p:cNvPr id="4" name="Shape 2"/>
          <p:cNvSpPr/>
          <p:nvPr/>
        </p:nvSpPr>
        <p:spPr>
          <a:xfrm>
            <a:off x="507987" y="961330"/>
            <a:ext cx="10921727" cy="5115322"/>
          </a:xfrm>
          <a:prstGeom prst="roundRect">
            <a:avLst>
              <a:gd name="adj" fmla="val 3575"/>
            </a:avLst>
          </a:prstGeom>
          <a:noFill/>
          <a:ln w="12700">
            <a:solidFill>
              <a:srgbClr val="E2D6CA"/>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520687" y="974030"/>
            <a:ext cx="11175720" cy="5089922"/>
          </a:xfrm>
          <a:prstGeom prst="rect">
            <a:avLst/>
          </a:prstGeom>
        </p:spPr>
      </p:pic>
      <p:pic>
        <p:nvPicPr>
          <p:cNvPr id="7" name="Graphic 6" descr="Agriculture with solid fill">
            <a:extLst>
              <a:ext uri="{FF2B5EF4-FFF2-40B4-BE49-F238E27FC236}">
                <a16:creationId xmlns:a16="http://schemas.microsoft.com/office/drawing/2014/main" id="{D2FDABFB-7957-4CF4-D7DC-B09B1FF7F4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2092" y="4196"/>
            <a:ext cx="1102659" cy="79203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3642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Social media calendar: October (continued)</a:t>
            </a:r>
            <a:endParaRPr lang="en-US" sz="3400" dirty="0"/>
          </a:p>
        </p:txBody>
      </p:sp>
      <p:sp>
        <p:nvSpPr>
          <p:cNvPr id="4" name="Shape 2"/>
          <p:cNvSpPr/>
          <p:nvPr/>
        </p:nvSpPr>
        <p:spPr>
          <a:xfrm>
            <a:off x="507987" y="961330"/>
            <a:ext cx="10540736" cy="5302250"/>
          </a:xfrm>
          <a:prstGeom prst="roundRect">
            <a:avLst>
              <a:gd name="adj" fmla="val 3449"/>
            </a:avLst>
          </a:prstGeom>
          <a:noFill/>
          <a:ln w="12700">
            <a:solidFill>
              <a:srgbClr val="E2D6CA"/>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520687" y="974030"/>
            <a:ext cx="11375478" cy="5276850"/>
          </a:xfrm>
          <a:prstGeom prst="rect">
            <a:avLst/>
          </a:prstGeom>
        </p:spPr>
      </p:pic>
      <p:pic>
        <p:nvPicPr>
          <p:cNvPr id="7" name="Graphic 6" descr="Agriculture with solid fill">
            <a:extLst>
              <a:ext uri="{FF2B5EF4-FFF2-40B4-BE49-F238E27FC236}">
                <a16:creationId xmlns:a16="http://schemas.microsoft.com/office/drawing/2014/main" id="{B1DDDFC0-BF45-E4E2-7CA7-02D8D7CF4A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2092" y="4196"/>
            <a:ext cx="1102659" cy="792034"/>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12191695" cy="6858000"/>
          </a:xfrm>
          <a:prstGeom prst="roundRect">
            <a:avLst>
              <a:gd name="adj" fmla="val 444"/>
            </a:avLst>
          </a:prstGeom>
          <a:solidFill>
            <a:schemeClr val="accent4">
              <a:lumMod val="40000"/>
              <a:lumOff val="60000"/>
            </a:schemeClr>
          </a:solidFill>
          <a:ln/>
        </p:spPr>
        <p:txBody>
          <a:bodyPr/>
          <a:lstStyle/>
          <a:p>
            <a:endParaRPr lang="en-IN"/>
          </a:p>
        </p:txBody>
      </p:sp>
      <p:sp>
        <p:nvSpPr>
          <p:cNvPr id="3" name="Text 1"/>
          <p:cNvSpPr/>
          <p:nvPr/>
        </p:nvSpPr>
        <p:spPr>
          <a:xfrm>
            <a:off x="1193770" y="1321117"/>
            <a:ext cx="3555911"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Section</a:t>
            </a:r>
            <a:endParaRPr lang="en-US" sz="1600" dirty="0"/>
          </a:p>
        </p:txBody>
      </p:sp>
      <p:sp>
        <p:nvSpPr>
          <p:cNvPr id="4" name="Shape 2"/>
          <p:cNvSpPr/>
          <p:nvPr/>
        </p:nvSpPr>
        <p:spPr>
          <a:xfrm>
            <a:off x="1142971" y="1905000"/>
            <a:ext cx="9905752" cy="3048000"/>
          </a:xfrm>
          <a:prstGeom prst="roundRect">
            <a:avLst>
              <a:gd name="adj" fmla="val 19999"/>
            </a:avLst>
          </a:prstGeom>
          <a:solidFill>
            <a:srgbClr val="FE829A"/>
          </a:solidFill>
          <a:ln/>
        </p:spPr>
        <p:txBody>
          <a:bodyPr/>
          <a:lstStyle/>
          <a:p>
            <a:endParaRPr lang="en-IN"/>
          </a:p>
        </p:txBody>
      </p:sp>
      <p:sp>
        <p:nvSpPr>
          <p:cNvPr id="5" name="Shape 3"/>
          <p:cNvSpPr/>
          <p:nvPr/>
        </p:nvSpPr>
        <p:spPr>
          <a:xfrm>
            <a:off x="8127797" y="1422400"/>
            <a:ext cx="2412940" cy="711200"/>
          </a:xfrm>
          <a:prstGeom prst="roundRect">
            <a:avLst>
              <a:gd name="adj" fmla="val 49999"/>
            </a:avLst>
          </a:prstGeom>
          <a:solidFill>
            <a:srgbClr val="F9B440"/>
          </a:solidFill>
          <a:ln/>
        </p:spPr>
        <p:txBody>
          <a:bodyPr/>
          <a:lstStyle/>
          <a:p>
            <a:endParaRPr lang="en-IN"/>
          </a:p>
        </p:txBody>
      </p:sp>
      <p:sp>
        <p:nvSpPr>
          <p:cNvPr id="6" name="Shape 4"/>
          <p:cNvSpPr/>
          <p:nvPr/>
        </p:nvSpPr>
        <p:spPr>
          <a:xfrm>
            <a:off x="9778755" y="4191000"/>
            <a:ext cx="888978" cy="889000"/>
          </a:xfrm>
          <a:prstGeom prst="ellipse">
            <a:avLst/>
          </a:prstGeom>
          <a:solidFill>
            <a:srgbClr val="FC9FA5"/>
          </a:solidFill>
          <a:ln/>
        </p:spPr>
        <p:txBody>
          <a:bodyPr/>
          <a:lstStyle/>
          <a:p>
            <a:endParaRPr lang="en-IN"/>
          </a:p>
        </p:txBody>
      </p:sp>
      <p:sp>
        <p:nvSpPr>
          <p:cNvPr id="7" name="Text 5"/>
          <p:cNvSpPr/>
          <p:nvPr/>
        </p:nvSpPr>
        <p:spPr>
          <a:xfrm>
            <a:off x="1701757" y="3134218"/>
            <a:ext cx="7772206" cy="693341"/>
          </a:xfrm>
          <a:prstGeom prst="rect">
            <a:avLst/>
          </a:prstGeom>
          <a:noFill/>
          <a:ln/>
        </p:spPr>
        <p:txBody>
          <a:bodyPr wrap="none" lIns="0" tIns="0" rIns="0" bIns="0" rtlCol="0" anchor="t"/>
          <a:lstStyle/>
          <a:p>
            <a:pPr marL="0" indent="0" algn="l">
              <a:lnSpc>
                <a:spcPct val="88000"/>
              </a:lnSpc>
              <a:buNone/>
            </a:pPr>
            <a:r>
              <a:rPr lang="en-US" sz="5200" b="1" dirty="0">
                <a:solidFill>
                  <a:srgbClr val="2B1D1A"/>
                </a:solidFill>
                <a:latin typeface="Fredoka Bold" pitchFamily="34" charset="0"/>
                <a:ea typeface="Fredoka Bold" pitchFamily="34" charset="-122"/>
                <a:cs typeface="Fredoka Bold" pitchFamily="34" charset="-120"/>
              </a:rPr>
              <a:t>PPC part analysis</a:t>
            </a:r>
            <a:endParaRPr lang="en-US" sz="5200" dirty="0"/>
          </a:p>
        </p:txBody>
      </p:sp>
      <p:sp>
        <p:nvSpPr>
          <p:cNvPr id="8" name="Shape 6"/>
          <p:cNvSpPr/>
          <p:nvPr/>
        </p:nvSpPr>
        <p:spPr>
          <a:xfrm>
            <a:off x="1650959" y="5461000"/>
            <a:ext cx="279393" cy="279400"/>
          </a:xfrm>
          <a:prstGeom prst="ellipse">
            <a:avLst/>
          </a:prstGeom>
          <a:solidFill>
            <a:srgbClr val="FE829A"/>
          </a:solidFill>
          <a:ln/>
        </p:spPr>
        <p:txBody>
          <a:bodyPr/>
          <a:lstStyle/>
          <a:p>
            <a:endParaRPr lang="en-IN"/>
          </a:p>
        </p:txBody>
      </p:sp>
      <p:sp>
        <p:nvSpPr>
          <p:cNvPr id="9" name="Shape 7"/>
          <p:cNvSpPr/>
          <p:nvPr/>
        </p:nvSpPr>
        <p:spPr>
          <a:xfrm>
            <a:off x="2082748" y="5461000"/>
            <a:ext cx="279393" cy="279400"/>
          </a:xfrm>
          <a:prstGeom prst="ellipse">
            <a:avLst/>
          </a:prstGeom>
          <a:solidFill>
            <a:srgbClr val="F9B440"/>
          </a:solidFill>
          <a:ln/>
        </p:spPr>
        <p:txBody>
          <a:bodyPr/>
          <a:lstStyle/>
          <a:p>
            <a:endParaRPr lang="en-IN"/>
          </a:p>
        </p:txBody>
      </p:sp>
      <p:sp>
        <p:nvSpPr>
          <p:cNvPr id="10" name="Shape 8"/>
          <p:cNvSpPr/>
          <p:nvPr/>
        </p:nvSpPr>
        <p:spPr>
          <a:xfrm>
            <a:off x="2514537" y="5461000"/>
            <a:ext cx="279393" cy="279400"/>
          </a:xfrm>
          <a:prstGeom prst="ellipse">
            <a:avLst/>
          </a:prstGeom>
          <a:solidFill>
            <a:srgbClr val="FC9FA5"/>
          </a:solidFill>
          <a:ln/>
        </p:spPr>
        <p:txBody>
          <a:bodyPr/>
          <a:lstStyle/>
          <a:p>
            <a:endParaRPr lang="en-IN"/>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3388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Google Search Ads campaign</a:t>
            </a:r>
            <a:endParaRPr lang="en-US" sz="3400" dirty="0"/>
          </a:p>
        </p:txBody>
      </p:sp>
      <p:sp>
        <p:nvSpPr>
          <p:cNvPr id="4" name="Shape 2"/>
          <p:cNvSpPr/>
          <p:nvPr/>
        </p:nvSpPr>
        <p:spPr>
          <a:xfrm>
            <a:off x="507987" y="961330"/>
            <a:ext cx="6062908" cy="1379141"/>
          </a:xfrm>
          <a:prstGeom prst="roundRect">
            <a:avLst>
              <a:gd name="adj" fmla="val 26520"/>
            </a:avLst>
          </a:prstGeom>
          <a:solidFill>
            <a:srgbClr val="FE829A"/>
          </a:solidFill>
          <a:ln/>
        </p:spPr>
        <p:txBody>
          <a:bodyPr/>
          <a:lstStyle/>
          <a:p>
            <a:endParaRPr lang="en-IN"/>
          </a:p>
        </p:txBody>
      </p:sp>
      <p:sp>
        <p:nvSpPr>
          <p:cNvPr id="5" name="Text 3"/>
          <p:cNvSpPr/>
          <p:nvPr/>
        </p:nvSpPr>
        <p:spPr>
          <a:xfrm>
            <a:off x="711182" y="1126113"/>
            <a:ext cx="5656518"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Campaign</a:t>
            </a:r>
            <a:endParaRPr lang="en-US" sz="1800" dirty="0"/>
          </a:p>
        </p:txBody>
      </p:sp>
      <p:sp>
        <p:nvSpPr>
          <p:cNvPr id="6" name="Text 4"/>
          <p:cNvSpPr/>
          <p:nvPr/>
        </p:nvSpPr>
        <p:spPr>
          <a:xfrm>
            <a:off x="711182" y="1534021"/>
            <a:ext cx="5656518" cy="654050"/>
          </a:xfrm>
          <a:prstGeom prst="rect">
            <a:avLst/>
          </a:prstGeom>
          <a:noFill/>
          <a:ln/>
        </p:spPr>
        <p:txBody>
          <a:bodyPr wrap="square" lIns="0" tIns="0" rIns="0" bIns="0" rtlCol="0" anchor="t"/>
          <a:lstStyle/>
          <a:p>
            <a:pPr marL="0" indent="0" algn="l">
              <a:lnSpc>
                <a:spcPct val="117000"/>
              </a:lnSpc>
              <a:spcAft>
                <a:spcPts val="900"/>
              </a:spcAft>
              <a:buNone/>
            </a:pPr>
            <a:r>
              <a:rPr lang="en-US" sz="1500" b="1" dirty="0">
                <a:solidFill>
                  <a:srgbClr val="1F1F1F"/>
                </a:solidFill>
                <a:latin typeface="Space Grotesk Bold" pitchFamily="34" charset="0"/>
                <a:ea typeface="Space Grotesk Bold" pitchFamily="34" charset="-122"/>
                <a:cs typeface="Space Grotesk Bold" pitchFamily="34" charset="-120"/>
              </a:rPr>
              <a:t>Campaign name:</a:t>
            </a:r>
            <a:r>
              <a:rPr lang="en-US" sz="1500" dirty="0">
                <a:solidFill>
                  <a:srgbClr val="1F1F1F"/>
                </a:solidFill>
                <a:latin typeface="Space Grotesk" pitchFamily="34" charset="0"/>
                <a:ea typeface="Space Grotesk" pitchFamily="34" charset="-122"/>
                <a:cs typeface="Space Grotesk" pitchFamily="34" charset="-120"/>
              </a:rPr>
              <a:t> OORJA Search Ad Campaign-Leads</a:t>
            </a:r>
            <a:endParaRPr lang="en-US" sz="1500" dirty="0"/>
          </a:p>
          <a:p>
            <a:pPr marL="0" indent="0" algn="l">
              <a:lnSpc>
                <a:spcPct val="117000"/>
              </a:lnSpc>
              <a:buNone/>
            </a:pPr>
            <a:r>
              <a:rPr lang="en-US" sz="1500" b="1" dirty="0">
                <a:solidFill>
                  <a:srgbClr val="1F1F1F"/>
                </a:solidFill>
                <a:latin typeface="Space Grotesk Bold" pitchFamily="34" charset="0"/>
                <a:ea typeface="Space Grotesk Bold" pitchFamily="34" charset="-122"/>
                <a:cs typeface="Space Grotesk Bold" pitchFamily="34" charset="-120"/>
              </a:rPr>
              <a:t>Bidding strategy:</a:t>
            </a:r>
            <a:r>
              <a:rPr lang="en-US" sz="1500" dirty="0">
                <a:solidFill>
                  <a:srgbClr val="1F1F1F"/>
                </a:solidFill>
                <a:latin typeface="Space Grotesk" pitchFamily="34" charset="0"/>
                <a:ea typeface="Space Grotesk" pitchFamily="34" charset="-122"/>
                <a:cs typeface="Space Grotesk" pitchFamily="34" charset="-120"/>
              </a:rPr>
              <a:t> Clicks</a:t>
            </a:r>
            <a:endParaRPr lang="en-US" sz="1500" dirty="0"/>
          </a:p>
        </p:txBody>
      </p:sp>
      <p:sp>
        <p:nvSpPr>
          <p:cNvPr id="7" name="Shape 5"/>
          <p:cNvSpPr/>
          <p:nvPr/>
        </p:nvSpPr>
        <p:spPr>
          <a:xfrm>
            <a:off x="507987" y="2492871"/>
            <a:ext cx="6062908" cy="3319066"/>
          </a:xfrm>
          <a:prstGeom prst="roundRect">
            <a:avLst>
              <a:gd name="adj" fmla="val 11020"/>
            </a:avLst>
          </a:prstGeom>
          <a:solidFill>
            <a:srgbClr val="F9B440"/>
          </a:solidFill>
          <a:ln/>
        </p:spPr>
        <p:txBody>
          <a:bodyPr/>
          <a:lstStyle/>
          <a:p>
            <a:endParaRPr lang="en-IN"/>
          </a:p>
        </p:txBody>
      </p:sp>
      <p:sp>
        <p:nvSpPr>
          <p:cNvPr id="8" name="Text 6"/>
          <p:cNvSpPr/>
          <p:nvPr/>
        </p:nvSpPr>
        <p:spPr>
          <a:xfrm>
            <a:off x="711182" y="2657654"/>
            <a:ext cx="5656518"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Campaign settings</a:t>
            </a:r>
            <a:endParaRPr lang="en-US" sz="1800" dirty="0"/>
          </a:p>
        </p:txBody>
      </p:sp>
      <p:sp>
        <p:nvSpPr>
          <p:cNvPr id="9" name="Text 7"/>
          <p:cNvSpPr/>
          <p:nvPr/>
        </p:nvSpPr>
        <p:spPr>
          <a:xfrm>
            <a:off x="711182" y="3065562"/>
            <a:ext cx="5656518" cy="2593975"/>
          </a:xfrm>
          <a:prstGeom prst="rect">
            <a:avLst/>
          </a:prstGeom>
          <a:noFill/>
          <a:ln/>
        </p:spPr>
        <p:txBody>
          <a:bodyPr wrap="square" lIns="0" tIns="0" rIns="0" bIns="0" rtlCol="0" anchor="t"/>
          <a:lstStyle/>
          <a:p>
            <a:pPr marL="0" indent="0" algn="l">
              <a:lnSpc>
                <a:spcPct val="117000"/>
              </a:lnSpc>
              <a:spcAft>
                <a:spcPts val="900"/>
              </a:spcAft>
              <a:buNone/>
            </a:pPr>
            <a:r>
              <a:rPr lang="en-US" sz="1400" b="1" dirty="0">
                <a:solidFill>
                  <a:srgbClr val="1F1F1F"/>
                </a:solidFill>
                <a:latin typeface="Space Grotesk Bold" pitchFamily="34" charset="0"/>
                <a:ea typeface="Space Grotesk Bold" pitchFamily="34" charset="-122"/>
                <a:cs typeface="Space Grotesk Bold" pitchFamily="34" charset="-120"/>
              </a:rPr>
              <a:t>Location:</a:t>
            </a:r>
            <a:r>
              <a:rPr lang="en-US" sz="1400" dirty="0">
                <a:solidFill>
                  <a:srgbClr val="1F1F1F"/>
                </a:solidFill>
                <a:latin typeface="Space Grotesk" pitchFamily="34" charset="0"/>
                <a:ea typeface="Space Grotesk" pitchFamily="34" charset="-122"/>
                <a:cs typeface="Space Grotesk" pitchFamily="34" charset="-120"/>
              </a:rPr>
              <a:t> India</a:t>
            </a:r>
            <a:endParaRPr lang="en-US" sz="1400" dirty="0"/>
          </a:p>
          <a:p>
            <a:pPr marL="0" indent="0" algn="l">
              <a:lnSpc>
                <a:spcPct val="117000"/>
              </a:lnSpc>
              <a:spcAft>
                <a:spcPts val="900"/>
              </a:spcAft>
              <a:buNone/>
            </a:pPr>
            <a:r>
              <a:rPr lang="en-US" sz="1400" b="1" dirty="0">
                <a:solidFill>
                  <a:srgbClr val="1F1F1F"/>
                </a:solidFill>
                <a:latin typeface="Space Grotesk Bold" pitchFamily="34" charset="0"/>
                <a:ea typeface="Space Grotesk Bold" pitchFamily="34" charset="-122"/>
                <a:cs typeface="Space Grotesk Bold" pitchFamily="34" charset="-120"/>
              </a:rPr>
              <a:t>Ad schedule:</a:t>
            </a:r>
            <a:r>
              <a:rPr lang="en-US" sz="1400" dirty="0">
                <a:solidFill>
                  <a:srgbClr val="1F1F1F"/>
                </a:solidFill>
                <a:latin typeface="Space Grotesk" pitchFamily="34" charset="0"/>
                <a:ea typeface="Space Grotesk" pitchFamily="34" charset="-122"/>
                <a:cs typeface="Space Grotesk" pitchFamily="34" charset="-120"/>
              </a:rPr>
              <a:t> 8:00 am, 10:00 pm (farmer's active hours)</a:t>
            </a:r>
            <a:endParaRPr lang="en-US" sz="1400" dirty="0"/>
          </a:p>
          <a:p>
            <a:pPr marL="0" indent="0" algn="l">
              <a:lnSpc>
                <a:spcPct val="117000"/>
              </a:lnSpc>
              <a:spcAft>
                <a:spcPts val="900"/>
              </a:spcAft>
              <a:buNone/>
            </a:pPr>
            <a:r>
              <a:rPr lang="en-US" sz="1400" b="1" dirty="0">
                <a:solidFill>
                  <a:srgbClr val="1F1F1F"/>
                </a:solidFill>
                <a:latin typeface="Space Grotesk Bold" pitchFamily="34" charset="0"/>
                <a:ea typeface="Space Grotesk Bold" pitchFamily="34" charset="-122"/>
                <a:cs typeface="Space Grotesk Bold" pitchFamily="34" charset="-120"/>
              </a:rPr>
              <a:t>Language:</a:t>
            </a:r>
            <a:r>
              <a:rPr lang="en-US" sz="1400" dirty="0">
                <a:solidFill>
                  <a:srgbClr val="1F1F1F"/>
                </a:solidFill>
                <a:latin typeface="Space Grotesk" pitchFamily="34" charset="0"/>
                <a:ea typeface="Space Grotesk" pitchFamily="34" charset="-122"/>
                <a:cs typeface="Space Grotesk" pitchFamily="34" charset="-120"/>
              </a:rPr>
              <a:t> All languages</a:t>
            </a:r>
            <a:endParaRPr lang="en-US" sz="1400" dirty="0"/>
          </a:p>
          <a:p>
            <a:pPr marL="0" indent="0" algn="l">
              <a:lnSpc>
                <a:spcPct val="117000"/>
              </a:lnSpc>
              <a:spcAft>
                <a:spcPts val="900"/>
              </a:spcAft>
              <a:buNone/>
            </a:pPr>
            <a:r>
              <a:rPr lang="en-US" sz="1400" b="1" dirty="0">
                <a:solidFill>
                  <a:srgbClr val="1F1F1F"/>
                </a:solidFill>
                <a:latin typeface="Space Grotesk Bold" pitchFamily="34" charset="0"/>
                <a:ea typeface="Space Grotesk Bold" pitchFamily="34" charset="-122"/>
                <a:cs typeface="Space Grotesk Bold" pitchFamily="34" charset="-120"/>
              </a:rPr>
              <a:t>Audience:</a:t>
            </a:r>
            <a:r>
              <a:rPr lang="en-US" sz="1400" dirty="0">
                <a:solidFill>
                  <a:srgbClr val="1F1F1F"/>
                </a:solidFill>
                <a:latin typeface="Space Grotesk" pitchFamily="34" charset="0"/>
                <a:ea typeface="Space Grotesk" pitchFamily="34" charset="-122"/>
                <a:cs typeface="Space Grotesk" pitchFamily="34" charset="-120"/>
              </a:rPr>
              <a:t> Business professionals, Green living enthusiasts</a:t>
            </a:r>
            <a:endParaRPr lang="en-US" sz="1400" dirty="0"/>
          </a:p>
          <a:p>
            <a:pPr marL="0" indent="0" algn="l">
              <a:lnSpc>
                <a:spcPct val="117000"/>
              </a:lnSpc>
              <a:spcAft>
                <a:spcPts val="900"/>
              </a:spcAft>
              <a:buNone/>
            </a:pPr>
            <a:r>
              <a:rPr lang="en-US" sz="1400" b="1" dirty="0">
                <a:solidFill>
                  <a:srgbClr val="1F1F1F"/>
                </a:solidFill>
                <a:latin typeface="Space Grotesk Bold" pitchFamily="34" charset="0"/>
                <a:ea typeface="Space Grotesk Bold" pitchFamily="34" charset="-122"/>
                <a:cs typeface="Space Grotesk Bold" pitchFamily="34" charset="-120"/>
              </a:rPr>
              <a:t>Targeting setting:</a:t>
            </a:r>
            <a:r>
              <a:rPr lang="en-US" sz="1400" dirty="0">
                <a:solidFill>
                  <a:srgbClr val="1F1F1F"/>
                </a:solidFill>
                <a:latin typeface="Space Grotesk" pitchFamily="34" charset="0"/>
                <a:ea typeface="Space Grotesk" pitchFamily="34" charset="-122"/>
                <a:cs typeface="Space Grotesk" pitchFamily="34" charset="-120"/>
              </a:rPr>
              <a:t> Observation (don't narrow the reach of your campaign, with the option to adjust the bids on the selected segments)</a:t>
            </a:r>
            <a:endParaRPr lang="en-US" sz="1400" dirty="0"/>
          </a:p>
          <a:p>
            <a:pPr marL="0" indent="0" algn="l">
              <a:lnSpc>
                <a:spcPct val="117000"/>
              </a:lnSpc>
              <a:buNone/>
            </a:pPr>
            <a:r>
              <a:rPr lang="en-US" sz="1400" b="1" dirty="0">
                <a:solidFill>
                  <a:srgbClr val="1F1F1F"/>
                </a:solidFill>
                <a:latin typeface="Space Grotesk Bold" pitchFamily="34" charset="0"/>
                <a:ea typeface="Space Grotesk Bold" pitchFamily="34" charset="-122"/>
                <a:cs typeface="Space Grotesk Bold" pitchFamily="34" charset="-120"/>
              </a:rPr>
              <a:t>Ad rotation:</a:t>
            </a:r>
            <a:r>
              <a:rPr lang="en-US" sz="1400" dirty="0">
                <a:solidFill>
                  <a:srgbClr val="1F1F1F"/>
                </a:solidFill>
                <a:latin typeface="Space Grotesk" pitchFamily="34" charset="0"/>
                <a:ea typeface="Space Grotesk" pitchFamily="34" charset="-122"/>
                <a:cs typeface="Space Grotesk" pitchFamily="34" charset="-120"/>
              </a:rPr>
              <a:t> Optimised</a:t>
            </a:r>
            <a:endParaRPr lang="en-US" sz="1400" dirty="0"/>
          </a:p>
        </p:txBody>
      </p:sp>
      <p:sp>
        <p:nvSpPr>
          <p:cNvPr id="10" name="Shape 8"/>
          <p:cNvSpPr/>
          <p:nvPr/>
        </p:nvSpPr>
        <p:spPr>
          <a:xfrm>
            <a:off x="6723192" y="961330"/>
            <a:ext cx="4960516" cy="1961753"/>
          </a:xfrm>
          <a:prstGeom prst="roundRect">
            <a:avLst>
              <a:gd name="adj" fmla="val 18644"/>
            </a:avLst>
          </a:prstGeom>
          <a:solidFill>
            <a:srgbClr val="FC9FA5"/>
          </a:solidFill>
          <a:ln/>
        </p:spPr>
        <p:txBody>
          <a:bodyPr/>
          <a:lstStyle/>
          <a:p>
            <a:endParaRPr lang="en-IN"/>
          </a:p>
        </p:txBody>
      </p:sp>
      <p:sp>
        <p:nvSpPr>
          <p:cNvPr id="11" name="Text 9"/>
          <p:cNvSpPr/>
          <p:nvPr/>
        </p:nvSpPr>
        <p:spPr>
          <a:xfrm>
            <a:off x="6926387" y="1126113"/>
            <a:ext cx="4554126"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Ad group 1</a:t>
            </a:r>
            <a:endParaRPr lang="en-US" sz="1800" dirty="0"/>
          </a:p>
        </p:txBody>
      </p:sp>
      <p:sp>
        <p:nvSpPr>
          <p:cNvPr id="12" name="Text 10"/>
          <p:cNvSpPr/>
          <p:nvPr/>
        </p:nvSpPr>
        <p:spPr>
          <a:xfrm>
            <a:off x="6926387" y="1534021"/>
            <a:ext cx="4554126" cy="1236663"/>
          </a:xfrm>
          <a:prstGeom prst="rect">
            <a:avLst/>
          </a:prstGeom>
          <a:noFill/>
          <a:ln/>
        </p:spPr>
        <p:txBody>
          <a:bodyPr wrap="square" lIns="0" tIns="0" rIns="0" bIns="0" rtlCol="0" anchor="t"/>
          <a:lstStyle/>
          <a:p>
            <a:pPr marL="0" indent="0" algn="l">
              <a:lnSpc>
                <a:spcPct val="117000"/>
              </a:lnSpc>
              <a:spcAft>
                <a:spcPts val="900"/>
              </a:spcAft>
              <a:buNone/>
            </a:pPr>
            <a:r>
              <a:rPr lang="en-US" sz="1400" b="1" dirty="0">
                <a:solidFill>
                  <a:srgbClr val="1F1F1F"/>
                </a:solidFill>
                <a:latin typeface="Space Grotesk Bold" pitchFamily="34" charset="0"/>
                <a:ea typeface="Space Grotesk Bold" pitchFamily="34" charset="-122"/>
                <a:cs typeface="Space Grotesk Bold" pitchFamily="34" charset="-120"/>
              </a:rPr>
              <a:t>Headline 1:</a:t>
            </a:r>
            <a:r>
              <a:rPr lang="en-US" sz="1400" dirty="0">
                <a:solidFill>
                  <a:srgbClr val="1F1F1F"/>
                </a:solidFill>
                <a:latin typeface="Space Grotesk" pitchFamily="34" charset="0"/>
                <a:ea typeface="Space Grotesk" pitchFamily="34" charset="-122"/>
                <a:cs typeface="Space Grotesk" pitchFamily="34" charset="-120"/>
              </a:rPr>
              <a:t> Affordable Solar Pumps </a:t>
            </a:r>
            <a:r>
              <a:rPr lang="en-US" sz="1100" dirty="0">
                <a:solidFill>
                  <a:srgbClr val="000000"/>
                </a:solidFill>
                <a:highlight>
                  <a:srgbClr val="FFF8F2"/>
                </a:highlight>
                <a:latin typeface="Space Grotesk" pitchFamily="34" charset="0"/>
                <a:ea typeface="Space Grotesk" pitchFamily="34" charset="-122"/>
                <a:cs typeface="Space Grotesk" pitchFamily="34" charset="-120"/>
              </a:rPr>
              <a:t>22/30 characters</a:t>
            </a:r>
            <a:endParaRPr lang="en-US" sz="1400" dirty="0"/>
          </a:p>
          <a:p>
            <a:pPr marL="0" indent="0" algn="l">
              <a:lnSpc>
                <a:spcPct val="117000"/>
              </a:lnSpc>
              <a:spcAft>
                <a:spcPts val="900"/>
              </a:spcAft>
              <a:buNone/>
            </a:pPr>
            <a:r>
              <a:rPr lang="en-US" sz="1400" b="1" dirty="0">
                <a:solidFill>
                  <a:srgbClr val="1F1F1F"/>
                </a:solidFill>
                <a:latin typeface="Space Grotesk Bold" pitchFamily="34" charset="0"/>
                <a:ea typeface="Space Grotesk Bold" pitchFamily="34" charset="-122"/>
                <a:cs typeface="Space Grotesk Bold" pitchFamily="34" charset="-120"/>
              </a:rPr>
              <a:t>Headline 2:</a:t>
            </a:r>
            <a:r>
              <a:rPr lang="en-US" sz="1400" dirty="0">
                <a:solidFill>
                  <a:srgbClr val="1F1F1F"/>
                </a:solidFill>
                <a:latin typeface="Space Grotesk" pitchFamily="34" charset="0"/>
                <a:ea typeface="Space Grotesk" pitchFamily="34" charset="-122"/>
                <a:cs typeface="Space Grotesk" pitchFamily="34" charset="-120"/>
              </a:rPr>
              <a:t> Stop Using Diesel Pumps </a:t>
            </a:r>
            <a:r>
              <a:rPr lang="en-US" sz="1100" dirty="0">
                <a:solidFill>
                  <a:srgbClr val="000000"/>
                </a:solidFill>
                <a:highlight>
                  <a:srgbClr val="FFF8F2"/>
                </a:highlight>
                <a:latin typeface="Space Grotesk" pitchFamily="34" charset="0"/>
                <a:ea typeface="Space Grotesk" pitchFamily="34" charset="-122"/>
                <a:cs typeface="Space Grotesk" pitchFamily="34" charset="-120"/>
              </a:rPr>
              <a:t>21/30 characters</a:t>
            </a:r>
            <a:endParaRPr lang="en-US" sz="1400" dirty="0"/>
          </a:p>
          <a:p>
            <a:pPr marL="0" indent="0" algn="l">
              <a:lnSpc>
                <a:spcPct val="117000"/>
              </a:lnSpc>
              <a:buNone/>
            </a:pPr>
            <a:r>
              <a:rPr lang="en-US" sz="1400" b="1" dirty="0">
                <a:solidFill>
                  <a:srgbClr val="1F1F1F"/>
                </a:solidFill>
                <a:latin typeface="Space Grotesk Bold" pitchFamily="34" charset="0"/>
                <a:ea typeface="Space Grotesk Bold" pitchFamily="34" charset="-122"/>
                <a:cs typeface="Space Grotesk Bold" pitchFamily="34" charset="-120"/>
              </a:rPr>
              <a:t>Description:</a:t>
            </a:r>
            <a:r>
              <a:rPr lang="en-US" sz="1400" dirty="0">
                <a:solidFill>
                  <a:srgbClr val="1F1F1F"/>
                </a:solidFill>
                <a:latin typeface="Space Grotesk" pitchFamily="34" charset="0"/>
                <a:ea typeface="Space Grotesk" pitchFamily="34" charset="-122"/>
                <a:cs typeface="Space Grotesk" pitchFamily="34" charset="-120"/>
              </a:rPr>
              <a:t> Reduce irrigation costs by 60%. Switch from diesel to clean solar power </a:t>
            </a:r>
            <a:r>
              <a:rPr lang="en-US" sz="1100" dirty="0">
                <a:solidFill>
                  <a:srgbClr val="000000"/>
                </a:solidFill>
                <a:highlight>
                  <a:srgbClr val="FFF8F2"/>
                </a:highlight>
                <a:latin typeface="Space Grotesk" pitchFamily="34" charset="0"/>
                <a:ea typeface="Space Grotesk" pitchFamily="34" charset="-122"/>
                <a:cs typeface="Space Grotesk" pitchFamily="34" charset="-120"/>
              </a:rPr>
              <a:t>71/90 characters</a:t>
            </a:r>
            <a:endParaRPr lang="en-US" sz="1400" dirty="0"/>
          </a:p>
        </p:txBody>
      </p:sp>
      <p:sp>
        <p:nvSpPr>
          <p:cNvPr id="13" name="Text 11"/>
          <p:cNvSpPr/>
          <p:nvPr/>
        </p:nvSpPr>
        <p:spPr>
          <a:xfrm>
            <a:off x="6723192" y="3075484"/>
            <a:ext cx="4960516" cy="231080"/>
          </a:xfrm>
          <a:prstGeom prst="rect">
            <a:avLst/>
          </a:prstGeom>
          <a:noFill/>
          <a:ln/>
        </p:spPr>
        <p:txBody>
          <a:bodyPr wrap="none" lIns="0" tIns="0" rIns="0" bIns="0" rtlCol="0" anchor="t"/>
          <a:lstStyle/>
          <a:p>
            <a:pPr marL="0" indent="0" algn="l">
              <a:lnSpc>
                <a:spcPct val="117000"/>
              </a:lnSpc>
              <a:buNone/>
            </a:pPr>
            <a:r>
              <a:rPr lang="en-US" sz="1300" b="1" dirty="0">
                <a:solidFill>
                  <a:srgbClr val="1F1F1F"/>
                </a:solidFill>
                <a:latin typeface="Space Grotesk Bold" pitchFamily="34" charset="0"/>
                <a:ea typeface="Space Grotesk Bold" pitchFamily="34" charset="-122"/>
                <a:cs typeface="Space Grotesk Bold" pitchFamily="34" charset="-120"/>
              </a:rPr>
              <a:t>Ad preview</a:t>
            </a:r>
            <a:endParaRPr lang="en-US" sz="1300" dirty="0"/>
          </a:p>
        </p:txBody>
      </p:sp>
      <p:sp>
        <p:nvSpPr>
          <p:cNvPr id="14" name="Shape 12"/>
          <p:cNvSpPr/>
          <p:nvPr/>
        </p:nvSpPr>
        <p:spPr>
          <a:xfrm>
            <a:off x="6723192" y="3484364"/>
            <a:ext cx="4960516" cy="1879501"/>
          </a:xfrm>
          <a:prstGeom prst="roundRect">
            <a:avLst>
              <a:gd name="adj" fmla="val 9730"/>
            </a:avLst>
          </a:prstGeom>
          <a:noFill/>
          <a:ln w="12700">
            <a:solidFill>
              <a:srgbClr val="D9CFC4"/>
            </a:solidFill>
            <a:prstDash val="solid"/>
          </a:ln>
        </p:spPr>
        <p:txBody>
          <a:bodyPr/>
          <a:lstStyle/>
          <a:p>
            <a:endParaRPr lang="en-IN"/>
          </a:p>
        </p:txBody>
      </p:sp>
      <p:pic>
        <p:nvPicPr>
          <p:cNvPr id="15" name="Image 0" descr="preencoded.png"/>
          <p:cNvPicPr>
            <a:picLocks noChangeAspect="1"/>
          </p:cNvPicPr>
          <p:nvPr/>
        </p:nvPicPr>
        <p:blipFill>
          <a:blip r:embed="rId3"/>
          <a:stretch>
            <a:fillRect/>
          </a:stretch>
        </p:blipFill>
        <p:spPr>
          <a:xfrm>
            <a:off x="6735892" y="3497064"/>
            <a:ext cx="4809905" cy="1854101"/>
          </a:xfrm>
          <a:prstGeom prst="rect">
            <a:avLst/>
          </a:prstGeom>
        </p:spPr>
      </p:pic>
      <p:pic>
        <p:nvPicPr>
          <p:cNvPr id="17" name="Graphic 16" descr="Agriculture with solid fill">
            <a:extLst>
              <a:ext uri="{FF2B5EF4-FFF2-40B4-BE49-F238E27FC236}">
                <a16:creationId xmlns:a16="http://schemas.microsoft.com/office/drawing/2014/main" id="{A657B125-330B-EBE4-31A1-0E9157532F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2092" y="4196"/>
            <a:ext cx="1102659" cy="792034"/>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3388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Google Search Ads campaign: ad extensions</a:t>
            </a:r>
            <a:endParaRPr lang="en-US" sz="3400" dirty="0"/>
          </a:p>
        </p:txBody>
      </p:sp>
      <p:sp>
        <p:nvSpPr>
          <p:cNvPr id="4" name="Shape 2"/>
          <p:cNvSpPr/>
          <p:nvPr/>
        </p:nvSpPr>
        <p:spPr>
          <a:xfrm>
            <a:off x="507987" y="961330"/>
            <a:ext cx="5511662" cy="1563291"/>
          </a:xfrm>
          <a:prstGeom prst="roundRect">
            <a:avLst>
              <a:gd name="adj" fmla="val 23396"/>
            </a:avLst>
          </a:prstGeom>
          <a:solidFill>
            <a:srgbClr val="FE829A"/>
          </a:solidFill>
          <a:ln/>
        </p:spPr>
        <p:txBody>
          <a:bodyPr/>
          <a:lstStyle/>
          <a:p>
            <a:endParaRPr lang="en-IN"/>
          </a:p>
        </p:txBody>
      </p:sp>
      <p:sp>
        <p:nvSpPr>
          <p:cNvPr id="5" name="Text 3"/>
          <p:cNvSpPr/>
          <p:nvPr/>
        </p:nvSpPr>
        <p:spPr>
          <a:xfrm>
            <a:off x="736582" y="1151513"/>
            <a:ext cx="5054474"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Site links</a:t>
            </a:r>
            <a:endParaRPr lang="en-US" sz="1800" dirty="0"/>
          </a:p>
        </p:txBody>
      </p:sp>
      <p:sp>
        <p:nvSpPr>
          <p:cNvPr id="6" name="Shape 4"/>
          <p:cNvSpPr/>
          <p:nvPr/>
        </p:nvSpPr>
        <p:spPr>
          <a:xfrm>
            <a:off x="736582" y="1559421"/>
            <a:ext cx="1583194" cy="787400"/>
          </a:xfrm>
          <a:prstGeom prst="roundRect">
            <a:avLst>
              <a:gd name="adj" fmla="val 49999"/>
            </a:avLst>
          </a:prstGeom>
          <a:solidFill>
            <a:srgbClr val="FFF8F2"/>
          </a:solidFill>
          <a:ln/>
        </p:spPr>
        <p:txBody>
          <a:bodyPr/>
          <a:lstStyle/>
          <a:p>
            <a:endParaRPr lang="en-IN"/>
          </a:p>
        </p:txBody>
      </p:sp>
      <p:sp>
        <p:nvSpPr>
          <p:cNvPr id="7" name="Text 5"/>
          <p:cNvSpPr/>
          <p:nvPr/>
        </p:nvSpPr>
        <p:spPr>
          <a:xfrm>
            <a:off x="863578" y="1686421"/>
            <a:ext cx="1329200" cy="5334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Our solar solutions</a:t>
            </a:r>
            <a:endParaRPr lang="en-US" sz="1500" dirty="0"/>
          </a:p>
        </p:txBody>
      </p:sp>
      <p:sp>
        <p:nvSpPr>
          <p:cNvPr id="8" name="Shape 6"/>
          <p:cNvSpPr/>
          <p:nvPr/>
        </p:nvSpPr>
        <p:spPr>
          <a:xfrm>
            <a:off x="2472172" y="1559421"/>
            <a:ext cx="1583194" cy="787400"/>
          </a:xfrm>
          <a:prstGeom prst="roundRect">
            <a:avLst>
              <a:gd name="adj" fmla="val 49999"/>
            </a:avLst>
          </a:prstGeom>
          <a:solidFill>
            <a:srgbClr val="FFF8F2"/>
          </a:solidFill>
          <a:ln/>
        </p:spPr>
        <p:txBody>
          <a:bodyPr/>
          <a:lstStyle/>
          <a:p>
            <a:endParaRPr lang="en-IN"/>
          </a:p>
        </p:txBody>
      </p:sp>
      <p:sp>
        <p:nvSpPr>
          <p:cNvPr id="9" name="Text 7"/>
          <p:cNvSpPr/>
          <p:nvPr/>
        </p:nvSpPr>
        <p:spPr>
          <a:xfrm>
            <a:off x="2599169" y="1686421"/>
            <a:ext cx="1329200" cy="5334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Partner with us</a:t>
            </a:r>
            <a:endParaRPr lang="en-US" sz="1500" dirty="0"/>
          </a:p>
        </p:txBody>
      </p:sp>
      <p:sp>
        <p:nvSpPr>
          <p:cNvPr id="10" name="Shape 8"/>
          <p:cNvSpPr/>
          <p:nvPr/>
        </p:nvSpPr>
        <p:spPr>
          <a:xfrm>
            <a:off x="4207762" y="1559421"/>
            <a:ext cx="1583293" cy="787400"/>
          </a:xfrm>
          <a:prstGeom prst="roundRect">
            <a:avLst>
              <a:gd name="adj" fmla="val 49999"/>
            </a:avLst>
          </a:prstGeom>
          <a:solidFill>
            <a:srgbClr val="FFF8F2"/>
          </a:solidFill>
          <a:ln/>
        </p:spPr>
        <p:txBody>
          <a:bodyPr/>
          <a:lstStyle/>
          <a:p>
            <a:endParaRPr lang="en-IN"/>
          </a:p>
        </p:txBody>
      </p:sp>
      <p:sp>
        <p:nvSpPr>
          <p:cNvPr id="11" name="Text 9"/>
          <p:cNvSpPr/>
          <p:nvPr/>
        </p:nvSpPr>
        <p:spPr>
          <a:xfrm>
            <a:off x="4334759" y="1819771"/>
            <a:ext cx="1456296" cy="266700"/>
          </a:xfrm>
          <a:prstGeom prst="rect">
            <a:avLst/>
          </a:prstGeom>
          <a:noFill/>
          <a:ln/>
        </p:spPr>
        <p:txBody>
          <a:bodyPr wrap="none" lIns="0" tIns="0" rIns="0" bIns="0" rtlCol="0" anchor="t"/>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About us</a:t>
            </a:r>
            <a:endParaRPr lang="en-US" sz="1500" dirty="0"/>
          </a:p>
        </p:txBody>
      </p:sp>
      <p:sp>
        <p:nvSpPr>
          <p:cNvPr id="12" name="Shape 10"/>
          <p:cNvSpPr/>
          <p:nvPr/>
        </p:nvSpPr>
        <p:spPr>
          <a:xfrm>
            <a:off x="507987" y="2676922"/>
            <a:ext cx="5511662" cy="1563489"/>
          </a:xfrm>
          <a:prstGeom prst="roundRect">
            <a:avLst>
              <a:gd name="adj" fmla="val 23393"/>
            </a:avLst>
          </a:prstGeom>
          <a:solidFill>
            <a:srgbClr val="F9B440"/>
          </a:solidFill>
          <a:ln/>
        </p:spPr>
        <p:txBody>
          <a:bodyPr/>
          <a:lstStyle/>
          <a:p>
            <a:endParaRPr lang="en-IN"/>
          </a:p>
        </p:txBody>
      </p:sp>
      <p:sp>
        <p:nvSpPr>
          <p:cNvPr id="13" name="Text 11"/>
          <p:cNvSpPr/>
          <p:nvPr/>
        </p:nvSpPr>
        <p:spPr>
          <a:xfrm>
            <a:off x="736582" y="2867104"/>
            <a:ext cx="5054474"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Call-outs</a:t>
            </a:r>
            <a:endParaRPr lang="en-US" sz="1800" dirty="0"/>
          </a:p>
        </p:txBody>
      </p:sp>
      <p:sp>
        <p:nvSpPr>
          <p:cNvPr id="14" name="Shape 12"/>
          <p:cNvSpPr/>
          <p:nvPr/>
        </p:nvSpPr>
        <p:spPr>
          <a:xfrm>
            <a:off x="736582" y="3275012"/>
            <a:ext cx="1583194" cy="787400"/>
          </a:xfrm>
          <a:prstGeom prst="roundRect">
            <a:avLst>
              <a:gd name="adj" fmla="val 49999"/>
            </a:avLst>
          </a:prstGeom>
          <a:solidFill>
            <a:srgbClr val="FFF8F2"/>
          </a:solidFill>
          <a:ln/>
        </p:spPr>
        <p:txBody>
          <a:bodyPr/>
          <a:lstStyle/>
          <a:p>
            <a:endParaRPr lang="en-IN"/>
          </a:p>
        </p:txBody>
      </p:sp>
      <p:sp>
        <p:nvSpPr>
          <p:cNvPr id="15" name="Text 13"/>
          <p:cNvSpPr/>
          <p:nvPr/>
        </p:nvSpPr>
        <p:spPr>
          <a:xfrm>
            <a:off x="863578" y="3402013"/>
            <a:ext cx="1329200" cy="5334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Save 60% on irrigation</a:t>
            </a:r>
            <a:endParaRPr lang="en-US" sz="1500" dirty="0"/>
          </a:p>
        </p:txBody>
      </p:sp>
      <p:sp>
        <p:nvSpPr>
          <p:cNvPr id="16" name="Shape 14"/>
          <p:cNvSpPr/>
          <p:nvPr/>
        </p:nvSpPr>
        <p:spPr>
          <a:xfrm>
            <a:off x="2472172" y="3275012"/>
            <a:ext cx="1583194" cy="787400"/>
          </a:xfrm>
          <a:prstGeom prst="roundRect">
            <a:avLst>
              <a:gd name="adj" fmla="val 49999"/>
            </a:avLst>
          </a:prstGeom>
          <a:solidFill>
            <a:srgbClr val="FFF8F2"/>
          </a:solidFill>
          <a:ln/>
        </p:spPr>
        <p:txBody>
          <a:bodyPr/>
          <a:lstStyle/>
          <a:p>
            <a:endParaRPr lang="en-IN"/>
          </a:p>
        </p:txBody>
      </p:sp>
      <p:sp>
        <p:nvSpPr>
          <p:cNvPr id="17" name="Text 15"/>
          <p:cNvSpPr/>
          <p:nvPr/>
        </p:nvSpPr>
        <p:spPr>
          <a:xfrm>
            <a:off x="2599169" y="3402013"/>
            <a:ext cx="1329200" cy="5334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Farming-as-a-service</a:t>
            </a:r>
            <a:endParaRPr lang="en-US" sz="1500" dirty="0"/>
          </a:p>
        </p:txBody>
      </p:sp>
      <p:sp>
        <p:nvSpPr>
          <p:cNvPr id="18" name="Shape 16"/>
          <p:cNvSpPr/>
          <p:nvPr/>
        </p:nvSpPr>
        <p:spPr>
          <a:xfrm>
            <a:off x="4207762" y="3275012"/>
            <a:ext cx="1583293" cy="787400"/>
          </a:xfrm>
          <a:prstGeom prst="roundRect">
            <a:avLst>
              <a:gd name="adj" fmla="val 49999"/>
            </a:avLst>
          </a:prstGeom>
          <a:solidFill>
            <a:srgbClr val="FFF8F2"/>
          </a:solidFill>
          <a:ln/>
        </p:spPr>
        <p:txBody>
          <a:bodyPr/>
          <a:lstStyle/>
          <a:p>
            <a:endParaRPr lang="en-IN"/>
          </a:p>
        </p:txBody>
      </p:sp>
      <p:sp>
        <p:nvSpPr>
          <p:cNvPr id="19" name="Text 17"/>
          <p:cNvSpPr/>
          <p:nvPr/>
        </p:nvSpPr>
        <p:spPr>
          <a:xfrm>
            <a:off x="4334759" y="3402013"/>
            <a:ext cx="1329300" cy="5334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Pay-per-use Solar</a:t>
            </a:r>
            <a:endParaRPr lang="en-US" sz="1500" dirty="0"/>
          </a:p>
        </p:txBody>
      </p:sp>
      <p:sp>
        <p:nvSpPr>
          <p:cNvPr id="20" name="Shape 18"/>
          <p:cNvSpPr/>
          <p:nvPr/>
        </p:nvSpPr>
        <p:spPr>
          <a:xfrm>
            <a:off x="507987" y="4392712"/>
            <a:ext cx="5511662" cy="1563291"/>
          </a:xfrm>
          <a:prstGeom prst="roundRect">
            <a:avLst>
              <a:gd name="adj" fmla="val 23396"/>
            </a:avLst>
          </a:prstGeom>
          <a:solidFill>
            <a:srgbClr val="FC9FA5"/>
          </a:solidFill>
          <a:ln/>
        </p:spPr>
        <p:txBody>
          <a:bodyPr/>
          <a:lstStyle/>
          <a:p>
            <a:endParaRPr lang="en-IN"/>
          </a:p>
        </p:txBody>
      </p:sp>
      <p:sp>
        <p:nvSpPr>
          <p:cNvPr id="21" name="Text 19"/>
          <p:cNvSpPr/>
          <p:nvPr/>
        </p:nvSpPr>
        <p:spPr>
          <a:xfrm>
            <a:off x="736582" y="4582894"/>
            <a:ext cx="5054474"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Structured snippets</a:t>
            </a:r>
            <a:endParaRPr lang="en-US" sz="1800" dirty="0"/>
          </a:p>
        </p:txBody>
      </p:sp>
      <p:sp>
        <p:nvSpPr>
          <p:cNvPr id="22" name="Shape 20"/>
          <p:cNvSpPr/>
          <p:nvPr/>
        </p:nvSpPr>
        <p:spPr>
          <a:xfrm>
            <a:off x="736582" y="4990802"/>
            <a:ext cx="1583194" cy="787400"/>
          </a:xfrm>
          <a:prstGeom prst="roundRect">
            <a:avLst>
              <a:gd name="adj" fmla="val 49999"/>
            </a:avLst>
          </a:prstGeom>
          <a:solidFill>
            <a:srgbClr val="FFF8F2"/>
          </a:solidFill>
          <a:ln/>
        </p:spPr>
        <p:txBody>
          <a:bodyPr/>
          <a:lstStyle/>
          <a:p>
            <a:endParaRPr lang="en-IN"/>
          </a:p>
        </p:txBody>
      </p:sp>
      <p:sp>
        <p:nvSpPr>
          <p:cNvPr id="23" name="Text 21"/>
          <p:cNvSpPr/>
          <p:nvPr/>
        </p:nvSpPr>
        <p:spPr>
          <a:xfrm>
            <a:off x="863578" y="5117802"/>
            <a:ext cx="1329200" cy="5334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Pay-Per-Use Models</a:t>
            </a:r>
            <a:endParaRPr lang="en-US" sz="1500" dirty="0"/>
          </a:p>
        </p:txBody>
      </p:sp>
      <p:sp>
        <p:nvSpPr>
          <p:cNvPr id="24" name="Shape 22"/>
          <p:cNvSpPr/>
          <p:nvPr/>
        </p:nvSpPr>
        <p:spPr>
          <a:xfrm>
            <a:off x="2472172" y="4990802"/>
            <a:ext cx="1583194" cy="787400"/>
          </a:xfrm>
          <a:prstGeom prst="roundRect">
            <a:avLst>
              <a:gd name="adj" fmla="val 49999"/>
            </a:avLst>
          </a:prstGeom>
          <a:solidFill>
            <a:srgbClr val="FFF8F2"/>
          </a:solidFill>
          <a:ln/>
        </p:spPr>
        <p:txBody>
          <a:bodyPr/>
          <a:lstStyle/>
          <a:p>
            <a:endParaRPr lang="en-IN"/>
          </a:p>
        </p:txBody>
      </p:sp>
      <p:sp>
        <p:nvSpPr>
          <p:cNvPr id="25" name="Text 23"/>
          <p:cNvSpPr/>
          <p:nvPr/>
        </p:nvSpPr>
        <p:spPr>
          <a:xfrm>
            <a:off x="2599169" y="5117802"/>
            <a:ext cx="1329200" cy="5334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Community Solar Hubs</a:t>
            </a:r>
            <a:endParaRPr lang="en-US" sz="1500" dirty="0"/>
          </a:p>
        </p:txBody>
      </p:sp>
      <p:sp>
        <p:nvSpPr>
          <p:cNvPr id="26" name="Shape 24"/>
          <p:cNvSpPr/>
          <p:nvPr/>
        </p:nvSpPr>
        <p:spPr>
          <a:xfrm>
            <a:off x="4207762" y="4990802"/>
            <a:ext cx="1583293" cy="787400"/>
          </a:xfrm>
          <a:prstGeom prst="roundRect">
            <a:avLst>
              <a:gd name="adj" fmla="val 49999"/>
            </a:avLst>
          </a:prstGeom>
          <a:solidFill>
            <a:srgbClr val="FFF8F2"/>
          </a:solidFill>
          <a:ln/>
        </p:spPr>
        <p:txBody>
          <a:bodyPr/>
          <a:lstStyle/>
          <a:p>
            <a:endParaRPr lang="en-IN"/>
          </a:p>
        </p:txBody>
      </p:sp>
      <p:sp>
        <p:nvSpPr>
          <p:cNvPr id="27" name="Text 25"/>
          <p:cNvSpPr/>
          <p:nvPr/>
        </p:nvSpPr>
        <p:spPr>
          <a:xfrm>
            <a:off x="4296660" y="5117802"/>
            <a:ext cx="1329300" cy="5334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Climate-Smart Agri</a:t>
            </a:r>
            <a:endParaRPr lang="en-US" sz="1500" dirty="0"/>
          </a:p>
        </p:txBody>
      </p:sp>
      <p:sp>
        <p:nvSpPr>
          <p:cNvPr id="28" name="Text 26"/>
          <p:cNvSpPr/>
          <p:nvPr/>
        </p:nvSpPr>
        <p:spPr>
          <a:xfrm>
            <a:off x="6172046" y="961648"/>
            <a:ext cx="5511662" cy="284460"/>
          </a:xfrm>
          <a:prstGeom prst="rect">
            <a:avLst/>
          </a:prstGeom>
          <a:noFill/>
          <a:ln/>
        </p:spPr>
        <p:txBody>
          <a:bodyPr wrap="none" lIns="0" tIns="0" rIns="0" bIns="0" rtlCol="0" anchor="t"/>
          <a:lstStyle/>
          <a:p>
            <a:pPr marL="0" indent="0" algn="l">
              <a:lnSpc>
                <a:spcPct val="117000"/>
              </a:lnSpc>
              <a:buNone/>
            </a:pPr>
            <a:r>
              <a:rPr lang="en-US" sz="1600" b="1" dirty="0">
                <a:solidFill>
                  <a:srgbClr val="1F1F1F"/>
                </a:solidFill>
                <a:latin typeface="Space Grotesk Bold" pitchFamily="34" charset="0"/>
                <a:ea typeface="Space Grotesk Bold" pitchFamily="34" charset="-122"/>
                <a:cs typeface="Space Grotesk Bold" pitchFamily="34" charset="-120"/>
              </a:rPr>
              <a:t>Ad preview</a:t>
            </a:r>
            <a:endParaRPr lang="en-US" sz="1600" dirty="0"/>
          </a:p>
        </p:txBody>
      </p:sp>
      <p:sp>
        <p:nvSpPr>
          <p:cNvPr id="29" name="Shape 27"/>
          <p:cNvSpPr/>
          <p:nvPr/>
        </p:nvSpPr>
        <p:spPr>
          <a:xfrm>
            <a:off x="6172046" y="1372791"/>
            <a:ext cx="5511662" cy="2368550"/>
          </a:xfrm>
          <a:prstGeom prst="roundRect">
            <a:avLst>
              <a:gd name="adj" fmla="val 7721"/>
            </a:avLst>
          </a:prstGeom>
          <a:noFill/>
          <a:ln w="12700">
            <a:solidFill>
              <a:srgbClr val="D9CFC4"/>
            </a:solidFill>
            <a:prstDash val="solid"/>
          </a:ln>
        </p:spPr>
        <p:txBody>
          <a:bodyPr/>
          <a:lstStyle/>
          <a:p>
            <a:endParaRPr lang="en-IN"/>
          </a:p>
        </p:txBody>
      </p:sp>
      <p:pic>
        <p:nvPicPr>
          <p:cNvPr id="30" name="Image 0" descr="preencoded.png"/>
          <p:cNvPicPr>
            <a:picLocks noChangeAspect="1"/>
          </p:cNvPicPr>
          <p:nvPr/>
        </p:nvPicPr>
        <p:blipFill>
          <a:blip r:embed="rId3"/>
          <a:stretch>
            <a:fillRect/>
          </a:stretch>
        </p:blipFill>
        <p:spPr>
          <a:xfrm>
            <a:off x="6184745" y="1385491"/>
            <a:ext cx="5333867" cy="2343150"/>
          </a:xfrm>
          <a:prstGeom prst="rect">
            <a:avLst/>
          </a:prstGeom>
        </p:spPr>
      </p:pic>
      <p:pic>
        <p:nvPicPr>
          <p:cNvPr id="32" name="Graphic 31" descr="Agriculture with solid fill">
            <a:extLst>
              <a:ext uri="{FF2B5EF4-FFF2-40B4-BE49-F238E27FC236}">
                <a16:creationId xmlns:a16="http://schemas.microsoft.com/office/drawing/2014/main" id="{0BB32B13-E7EB-F79D-58E8-07C8B87DAB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2092" y="4196"/>
            <a:ext cx="1102659" cy="79203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3388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Google Display Ads campaign</a:t>
            </a:r>
            <a:endParaRPr lang="en-US" sz="3400" dirty="0"/>
          </a:p>
        </p:txBody>
      </p:sp>
      <p:sp>
        <p:nvSpPr>
          <p:cNvPr id="4" name="Shape 2"/>
          <p:cNvSpPr/>
          <p:nvPr/>
        </p:nvSpPr>
        <p:spPr>
          <a:xfrm>
            <a:off x="507987" y="961330"/>
            <a:ext cx="6062908" cy="1918891"/>
          </a:xfrm>
          <a:prstGeom prst="roundRect">
            <a:avLst>
              <a:gd name="adj" fmla="val 19061"/>
            </a:avLst>
          </a:prstGeom>
          <a:solidFill>
            <a:srgbClr val="FE829A"/>
          </a:solidFill>
          <a:ln/>
        </p:spPr>
        <p:txBody>
          <a:bodyPr/>
          <a:lstStyle/>
          <a:p>
            <a:endParaRPr lang="en-IN"/>
          </a:p>
        </p:txBody>
      </p:sp>
      <p:sp>
        <p:nvSpPr>
          <p:cNvPr id="5" name="Text 3"/>
          <p:cNvSpPr/>
          <p:nvPr/>
        </p:nvSpPr>
        <p:spPr>
          <a:xfrm>
            <a:off x="787380" y="1202313"/>
            <a:ext cx="5504122"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Campaign</a:t>
            </a:r>
            <a:endParaRPr lang="en-US" sz="1800" dirty="0"/>
          </a:p>
        </p:txBody>
      </p:sp>
      <p:sp>
        <p:nvSpPr>
          <p:cNvPr id="6" name="Text 4"/>
          <p:cNvSpPr/>
          <p:nvPr/>
        </p:nvSpPr>
        <p:spPr>
          <a:xfrm>
            <a:off x="787380" y="1610221"/>
            <a:ext cx="5504122" cy="1041400"/>
          </a:xfrm>
          <a:prstGeom prst="rect">
            <a:avLst/>
          </a:prstGeom>
          <a:noFill/>
          <a:ln/>
        </p:spPr>
        <p:txBody>
          <a:bodyPr wrap="square" lIns="0" tIns="0" rIns="0" bIns="0" rtlCol="0" anchor="t"/>
          <a:lstStyle/>
          <a:p>
            <a:pPr marL="0" indent="0" algn="l">
              <a:lnSpc>
                <a:spcPct val="117000"/>
              </a:lnSpc>
              <a:spcAft>
                <a:spcPts val="900"/>
              </a:spcAft>
              <a:buNone/>
            </a:pPr>
            <a:r>
              <a:rPr lang="en-US" sz="1500" b="1" dirty="0">
                <a:solidFill>
                  <a:srgbClr val="1F1F1F"/>
                </a:solidFill>
                <a:latin typeface="Space Grotesk Bold" pitchFamily="34" charset="0"/>
                <a:ea typeface="Space Grotesk Bold" pitchFamily="34" charset="-122"/>
                <a:cs typeface="Space Grotesk Bold" pitchFamily="34" charset="-120"/>
              </a:rPr>
              <a:t>Campaign name:</a:t>
            </a:r>
            <a:r>
              <a:rPr lang="en-US" sz="1500" dirty="0">
                <a:solidFill>
                  <a:srgbClr val="1F1F1F"/>
                </a:solidFill>
                <a:latin typeface="Space Grotesk" pitchFamily="34" charset="0"/>
                <a:ea typeface="Space Grotesk" pitchFamily="34" charset="-122"/>
                <a:cs typeface="Space Grotesk" pitchFamily="34" charset="-120"/>
              </a:rPr>
              <a:t> OORJ SOLUTIONS Display ad</a:t>
            </a:r>
            <a:endParaRPr lang="en-US" sz="1500" dirty="0"/>
          </a:p>
          <a:p>
            <a:pPr marL="0" indent="0" algn="l">
              <a:lnSpc>
                <a:spcPct val="117000"/>
              </a:lnSpc>
              <a:spcAft>
                <a:spcPts val="900"/>
              </a:spcAft>
              <a:buNone/>
            </a:pPr>
            <a:r>
              <a:rPr lang="en-US" sz="1500" b="1" dirty="0">
                <a:solidFill>
                  <a:srgbClr val="1F1F1F"/>
                </a:solidFill>
                <a:latin typeface="Space Grotesk Bold" pitchFamily="34" charset="0"/>
                <a:ea typeface="Space Grotesk Bold" pitchFamily="34" charset="-122"/>
                <a:cs typeface="Space Grotesk Bold" pitchFamily="34" charset="-120"/>
              </a:rPr>
              <a:t>Bidding strategy:</a:t>
            </a:r>
            <a:r>
              <a:rPr lang="en-US" sz="1500" dirty="0">
                <a:solidFill>
                  <a:srgbClr val="1F1F1F"/>
                </a:solidFill>
                <a:latin typeface="Space Grotesk" pitchFamily="34" charset="0"/>
                <a:ea typeface="Space Grotesk" pitchFamily="34" charset="-122"/>
                <a:cs typeface="Space Grotesk" pitchFamily="34" charset="-120"/>
              </a:rPr>
              <a:t> Maximise Conversions</a:t>
            </a:r>
            <a:endParaRPr lang="en-US" sz="1500" dirty="0"/>
          </a:p>
          <a:p>
            <a:pPr marL="0" indent="0" algn="l">
              <a:lnSpc>
                <a:spcPct val="117000"/>
              </a:lnSpc>
              <a:buNone/>
            </a:pPr>
            <a:r>
              <a:rPr lang="en-US" sz="1500" b="1" dirty="0">
                <a:solidFill>
                  <a:srgbClr val="1F1F1F"/>
                </a:solidFill>
                <a:latin typeface="Space Grotesk Bold" pitchFamily="34" charset="0"/>
                <a:ea typeface="Space Grotesk Bold" pitchFamily="34" charset="-122"/>
                <a:cs typeface="Space Grotesk Bold" pitchFamily="34" charset="-120"/>
              </a:rPr>
              <a:t>Location:</a:t>
            </a:r>
            <a:r>
              <a:rPr lang="en-US" sz="1500" dirty="0">
                <a:solidFill>
                  <a:srgbClr val="1F1F1F"/>
                </a:solidFill>
                <a:latin typeface="Space Grotesk" pitchFamily="34" charset="0"/>
                <a:ea typeface="Space Grotesk" pitchFamily="34" charset="-122"/>
                <a:cs typeface="Space Grotesk" pitchFamily="34" charset="-120"/>
              </a:rPr>
              <a:t> India</a:t>
            </a:r>
            <a:endParaRPr lang="en-US" sz="1500" dirty="0"/>
          </a:p>
        </p:txBody>
      </p:sp>
      <p:sp>
        <p:nvSpPr>
          <p:cNvPr id="7" name="Shape 5"/>
          <p:cNvSpPr/>
          <p:nvPr/>
        </p:nvSpPr>
        <p:spPr>
          <a:xfrm>
            <a:off x="507987" y="3032621"/>
            <a:ext cx="6062908" cy="2306241"/>
          </a:xfrm>
          <a:prstGeom prst="roundRect">
            <a:avLst>
              <a:gd name="adj" fmla="val 15859"/>
            </a:avLst>
          </a:prstGeom>
          <a:solidFill>
            <a:srgbClr val="F9B440"/>
          </a:solidFill>
          <a:ln/>
        </p:spPr>
        <p:txBody>
          <a:bodyPr/>
          <a:lstStyle/>
          <a:p>
            <a:endParaRPr lang="en-IN"/>
          </a:p>
        </p:txBody>
      </p:sp>
      <p:sp>
        <p:nvSpPr>
          <p:cNvPr id="8" name="Text 6"/>
          <p:cNvSpPr/>
          <p:nvPr/>
        </p:nvSpPr>
        <p:spPr>
          <a:xfrm>
            <a:off x="787380" y="3273604"/>
            <a:ext cx="5504122"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Targeting</a:t>
            </a:r>
            <a:endParaRPr lang="en-US" sz="1800" dirty="0"/>
          </a:p>
        </p:txBody>
      </p:sp>
      <p:sp>
        <p:nvSpPr>
          <p:cNvPr id="9" name="Text 7"/>
          <p:cNvSpPr/>
          <p:nvPr/>
        </p:nvSpPr>
        <p:spPr>
          <a:xfrm>
            <a:off x="787380" y="3681512"/>
            <a:ext cx="5504122" cy="1428750"/>
          </a:xfrm>
          <a:prstGeom prst="rect">
            <a:avLst/>
          </a:prstGeom>
          <a:noFill/>
          <a:ln/>
        </p:spPr>
        <p:txBody>
          <a:bodyPr wrap="square" lIns="0" tIns="0" rIns="0" bIns="0" rtlCol="0" anchor="t"/>
          <a:lstStyle/>
          <a:p>
            <a:pPr marL="0" indent="0" algn="l">
              <a:lnSpc>
                <a:spcPct val="117000"/>
              </a:lnSpc>
              <a:spcAft>
                <a:spcPts val="900"/>
              </a:spcAft>
              <a:buNone/>
            </a:pPr>
            <a:r>
              <a:rPr lang="en-US" sz="1500" b="1" dirty="0">
                <a:solidFill>
                  <a:srgbClr val="1F1F1F"/>
                </a:solidFill>
                <a:latin typeface="Space Grotesk Bold" pitchFamily="34" charset="0"/>
                <a:ea typeface="Space Grotesk Bold" pitchFamily="34" charset="-122"/>
                <a:cs typeface="Space Grotesk Bold" pitchFamily="34" charset="-120"/>
              </a:rPr>
              <a:t>Demographic:</a:t>
            </a:r>
            <a:r>
              <a:rPr lang="en-US" sz="1500" dirty="0">
                <a:solidFill>
                  <a:srgbClr val="1F1F1F"/>
                </a:solidFill>
                <a:latin typeface="Space Grotesk" pitchFamily="34" charset="0"/>
                <a:ea typeface="Space Grotesk" pitchFamily="34" charset="-122"/>
                <a:cs typeface="Space Grotesk" pitchFamily="34" charset="-120"/>
              </a:rPr>
              <a:t> 18-65 years old</a:t>
            </a:r>
            <a:endParaRPr lang="en-US" sz="1500" dirty="0"/>
          </a:p>
          <a:p>
            <a:pPr marL="0" indent="0" algn="l">
              <a:lnSpc>
                <a:spcPct val="117000"/>
              </a:lnSpc>
              <a:spcAft>
                <a:spcPts val="900"/>
              </a:spcAft>
              <a:buNone/>
            </a:pPr>
            <a:r>
              <a:rPr lang="en-US" sz="1500" b="1" dirty="0">
                <a:solidFill>
                  <a:srgbClr val="1F1F1F"/>
                </a:solidFill>
                <a:latin typeface="Space Grotesk Bold" pitchFamily="34" charset="0"/>
                <a:ea typeface="Space Grotesk Bold" pitchFamily="34" charset="-122"/>
                <a:cs typeface="Space Grotesk Bold" pitchFamily="34" charset="-120"/>
              </a:rPr>
              <a:t>Ad schedule:</a:t>
            </a:r>
            <a:r>
              <a:rPr lang="en-US" sz="1500" dirty="0">
                <a:solidFill>
                  <a:srgbClr val="1F1F1F"/>
                </a:solidFill>
                <a:latin typeface="Space Grotesk" pitchFamily="34" charset="0"/>
                <a:ea typeface="Space Grotesk" pitchFamily="34" charset="-122"/>
                <a:cs typeface="Space Grotesk" pitchFamily="34" charset="-120"/>
              </a:rPr>
              <a:t> 8:00 am, 10:00 pm (farmer's active hours)</a:t>
            </a:r>
            <a:endParaRPr lang="en-US" sz="1500" dirty="0"/>
          </a:p>
          <a:p>
            <a:pPr marL="0" indent="0" algn="l">
              <a:lnSpc>
                <a:spcPct val="117000"/>
              </a:lnSpc>
              <a:spcAft>
                <a:spcPts val="900"/>
              </a:spcAft>
              <a:buNone/>
            </a:pPr>
            <a:r>
              <a:rPr lang="en-US" sz="1500" b="1" dirty="0">
                <a:solidFill>
                  <a:srgbClr val="1F1F1F"/>
                </a:solidFill>
                <a:latin typeface="Space Grotesk Bold" pitchFamily="34" charset="0"/>
                <a:ea typeface="Space Grotesk Bold" pitchFamily="34" charset="-122"/>
                <a:cs typeface="Space Grotesk Bold" pitchFamily="34" charset="-120"/>
              </a:rPr>
              <a:t>Language:</a:t>
            </a:r>
            <a:r>
              <a:rPr lang="en-US" sz="1500" dirty="0">
                <a:solidFill>
                  <a:srgbClr val="1F1F1F"/>
                </a:solidFill>
                <a:latin typeface="Space Grotesk" pitchFamily="34" charset="0"/>
                <a:ea typeface="Space Grotesk" pitchFamily="34" charset="-122"/>
                <a:cs typeface="Space Grotesk" pitchFamily="34" charset="-120"/>
              </a:rPr>
              <a:t> All languages</a:t>
            </a:r>
            <a:endParaRPr lang="en-US" sz="1500" dirty="0"/>
          </a:p>
          <a:p>
            <a:pPr marL="0" indent="0" algn="l">
              <a:lnSpc>
                <a:spcPct val="117000"/>
              </a:lnSpc>
              <a:buNone/>
            </a:pPr>
            <a:r>
              <a:rPr lang="en-US" sz="1500" b="1" dirty="0">
                <a:solidFill>
                  <a:srgbClr val="1F1F1F"/>
                </a:solidFill>
                <a:latin typeface="Space Grotesk Bold" pitchFamily="34" charset="0"/>
                <a:ea typeface="Space Grotesk Bold" pitchFamily="34" charset="-122"/>
                <a:cs typeface="Space Grotesk Bold" pitchFamily="34" charset="-120"/>
              </a:rPr>
              <a:t>Audience:</a:t>
            </a:r>
            <a:r>
              <a:rPr lang="en-US" sz="1500" dirty="0">
                <a:solidFill>
                  <a:srgbClr val="1F1F1F"/>
                </a:solidFill>
                <a:latin typeface="Space Grotesk" pitchFamily="34" charset="0"/>
                <a:ea typeface="Space Grotesk" pitchFamily="34" charset="-122"/>
                <a:cs typeface="Space Grotesk" pitchFamily="34" charset="-120"/>
              </a:rPr>
              <a:t> Solar Energy, Solar Power, Agriculture Technology</a:t>
            </a:r>
            <a:endParaRPr lang="en-US" sz="1500" dirty="0"/>
          </a:p>
        </p:txBody>
      </p:sp>
      <p:sp>
        <p:nvSpPr>
          <p:cNvPr id="10" name="Text 8"/>
          <p:cNvSpPr/>
          <p:nvPr/>
        </p:nvSpPr>
        <p:spPr>
          <a:xfrm>
            <a:off x="6723192" y="961648"/>
            <a:ext cx="4960516" cy="284460"/>
          </a:xfrm>
          <a:prstGeom prst="rect">
            <a:avLst/>
          </a:prstGeom>
          <a:noFill/>
          <a:ln/>
        </p:spPr>
        <p:txBody>
          <a:bodyPr wrap="none" lIns="0" tIns="0" rIns="0" bIns="0" rtlCol="0" anchor="t"/>
          <a:lstStyle/>
          <a:p>
            <a:pPr marL="0" indent="0" algn="l">
              <a:lnSpc>
                <a:spcPct val="117000"/>
              </a:lnSpc>
              <a:buNone/>
            </a:pPr>
            <a:r>
              <a:rPr lang="en-US" sz="1600" b="1" dirty="0">
                <a:solidFill>
                  <a:srgbClr val="1F1F1F"/>
                </a:solidFill>
                <a:latin typeface="Space Grotesk Bold" pitchFamily="34" charset="0"/>
                <a:ea typeface="Space Grotesk Bold" pitchFamily="34" charset="-122"/>
                <a:cs typeface="Space Grotesk Bold" pitchFamily="34" charset="-120"/>
              </a:rPr>
              <a:t>Ad preview</a:t>
            </a:r>
            <a:endParaRPr lang="en-US" sz="1600" dirty="0"/>
          </a:p>
        </p:txBody>
      </p:sp>
      <p:sp>
        <p:nvSpPr>
          <p:cNvPr id="11" name="Shape 9"/>
          <p:cNvSpPr/>
          <p:nvPr/>
        </p:nvSpPr>
        <p:spPr>
          <a:xfrm>
            <a:off x="6723192" y="1372791"/>
            <a:ext cx="4960516" cy="2810470"/>
          </a:xfrm>
          <a:prstGeom prst="roundRect">
            <a:avLst>
              <a:gd name="adj" fmla="val 6507"/>
            </a:avLst>
          </a:prstGeom>
          <a:noFill/>
          <a:ln w="12700">
            <a:solidFill>
              <a:srgbClr val="D9CFC4"/>
            </a:solidFill>
            <a:prstDash val="solid"/>
          </a:ln>
        </p:spPr>
        <p:txBody>
          <a:bodyPr/>
          <a:lstStyle/>
          <a:p>
            <a:endParaRPr lang="en-IN"/>
          </a:p>
        </p:txBody>
      </p:sp>
      <p:pic>
        <p:nvPicPr>
          <p:cNvPr id="12" name="Image 0" descr="preencoded.png"/>
          <p:cNvPicPr>
            <a:picLocks noChangeAspect="1"/>
          </p:cNvPicPr>
          <p:nvPr/>
        </p:nvPicPr>
        <p:blipFill>
          <a:blip r:embed="rId3"/>
          <a:stretch>
            <a:fillRect/>
          </a:stretch>
        </p:blipFill>
        <p:spPr>
          <a:xfrm>
            <a:off x="6735892" y="1385491"/>
            <a:ext cx="4935116" cy="2785070"/>
          </a:xfrm>
          <a:prstGeom prst="rect">
            <a:avLst/>
          </a:prstGeom>
        </p:spPr>
      </p:pic>
      <p:pic>
        <p:nvPicPr>
          <p:cNvPr id="14" name="Graphic 13" descr="Agriculture with solid fill">
            <a:extLst>
              <a:ext uri="{FF2B5EF4-FFF2-40B4-BE49-F238E27FC236}">
                <a16:creationId xmlns:a16="http://schemas.microsoft.com/office/drawing/2014/main" id="{A16D0A20-81DC-47ED-EE4E-506851BCD4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2092" y="4196"/>
            <a:ext cx="1102659" cy="79203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3388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Google Display Ads campaign: ad creation</a:t>
            </a:r>
            <a:endParaRPr lang="en-US" sz="3400" dirty="0"/>
          </a:p>
        </p:txBody>
      </p:sp>
      <p:sp>
        <p:nvSpPr>
          <p:cNvPr id="4" name="Shape 2"/>
          <p:cNvSpPr/>
          <p:nvPr/>
        </p:nvSpPr>
        <p:spPr>
          <a:xfrm>
            <a:off x="507987" y="942280"/>
            <a:ext cx="6430206" cy="1144191"/>
          </a:xfrm>
          <a:prstGeom prst="roundRect">
            <a:avLst>
              <a:gd name="adj" fmla="val 31966"/>
            </a:avLst>
          </a:prstGeom>
          <a:solidFill>
            <a:srgbClr val="FE829A"/>
          </a:solidFill>
          <a:ln/>
        </p:spPr>
        <p:txBody>
          <a:bodyPr/>
          <a:lstStyle/>
          <a:p>
            <a:endParaRPr lang="en-IN"/>
          </a:p>
        </p:txBody>
      </p:sp>
      <p:sp>
        <p:nvSpPr>
          <p:cNvPr id="5" name="Text 3"/>
          <p:cNvSpPr/>
          <p:nvPr/>
        </p:nvSpPr>
        <p:spPr>
          <a:xfrm>
            <a:off x="787380" y="1183263"/>
            <a:ext cx="5871420"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Targeting</a:t>
            </a:r>
            <a:endParaRPr lang="en-US" sz="1800" dirty="0"/>
          </a:p>
        </p:txBody>
      </p:sp>
      <p:sp>
        <p:nvSpPr>
          <p:cNvPr id="6" name="Text 4"/>
          <p:cNvSpPr/>
          <p:nvPr/>
        </p:nvSpPr>
        <p:spPr>
          <a:xfrm>
            <a:off x="787380" y="1591171"/>
            <a:ext cx="6150813" cy="266700"/>
          </a:xfrm>
          <a:prstGeom prst="rect">
            <a:avLst/>
          </a:prstGeom>
          <a:noFill/>
          <a:ln/>
        </p:spPr>
        <p:txBody>
          <a:bodyPr wrap="none" lIns="0" tIns="0" rIns="0" bIns="0" rtlCol="0" anchor="t"/>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Placements: Agriculture blogs, YouTube Channels</a:t>
            </a:r>
            <a:endParaRPr lang="en-US" sz="1500" dirty="0"/>
          </a:p>
        </p:txBody>
      </p:sp>
      <p:sp>
        <p:nvSpPr>
          <p:cNvPr id="7" name="Shape 5"/>
          <p:cNvSpPr/>
          <p:nvPr/>
        </p:nvSpPr>
        <p:spPr>
          <a:xfrm>
            <a:off x="507987" y="2238871"/>
            <a:ext cx="6430206" cy="3840956"/>
          </a:xfrm>
          <a:prstGeom prst="roundRect">
            <a:avLst>
              <a:gd name="adj" fmla="val 9522"/>
            </a:avLst>
          </a:prstGeom>
          <a:solidFill>
            <a:srgbClr val="F9B440"/>
          </a:solidFill>
          <a:ln/>
        </p:spPr>
        <p:txBody>
          <a:bodyPr/>
          <a:lstStyle/>
          <a:p>
            <a:endParaRPr lang="en-IN"/>
          </a:p>
        </p:txBody>
      </p:sp>
      <p:sp>
        <p:nvSpPr>
          <p:cNvPr id="8" name="Text 6"/>
          <p:cNvSpPr/>
          <p:nvPr/>
        </p:nvSpPr>
        <p:spPr>
          <a:xfrm>
            <a:off x="787380" y="2479854"/>
            <a:ext cx="5871420"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Ads creation</a:t>
            </a:r>
            <a:endParaRPr lang="en-US" sz="1800" dirty="0"/>
          </a:p>
        </p:txBody>
      </p:sp>
      <p:sp>
        <p:nvSpPr>
          <p:cNvPr id="9" name="Text 7"/>
          <p:cNvSpPr/>
          <p:nvPr/>
        </p:nvSpPr>
        <p:spPr>
          <a:xfrm>
            <a:off x="787380" y="2887762"/>
            <a:ext cx="5871420" cy="2963466"/>
          </a:xfrm>
          <a:prstGeom prst="rect">
            <a:avLst/>
          </a:prstGeom>
          <a:noFill/>
          <a:ln/>
        </p:spPr>
        <p:txBody>
          <a:bodyPr wrap="square" lIns="0" tIns="0" rIns="0" bIns="0" rtlCol="0" anchor="t"/>
          <a:lstStyle/>
          <a:p>
            <a:pPr marL="0" indent="0" algn="l">
              <a:lnSpc>
                <a:spcPct val="117000"/>
              </a:lnSpc>
              <a:spcAft>
                <a:spcPts val="900"/>
              </a:spcAft>
              <a:buNone/>
            </a:pPr>
            <a:r>
              <a:rPr lang="en-US" sz="1400" b="1" dirty="0">
                <a:solidFill>
                  <a:srgbClr val="1F1F1F"/>
                </a:solidFill>
                <a:latin typeface="Space Grotesk Bold" pitchFamily="34" charset="0"/>
                <a:ea typeface="Space Grotesk Bold" pitchFamily="34" charset="-122"/>
                <a:cs typeface="Space Grotesk Bold" pitchFamily="34" charset="-120"/>
              </a:rPr>
              <a:t>URL:</a:t>
            </a:r>
            <a:r>
              <a:rPr lang="en-US" sz="1400" dirty="0">
                <a:solidFill>
                  <a:srgbClr val="1F1F1F"/>
                </a:solidFill>
                <a:latin typeface="Space Grotesk" pitchFamily="34" charset="0"/>
                <a:ea typeface="Space Grotesk" pitchFamily="34" charset="-122"/>
                <a:cs typeface="Space Grotesk" pitchFamily="34" charset="-120"/>
              </a:rPr>
              <a:t> https://oorjasolutions.org</a:t>
            </a:r>
            <a:endParaRPr lang="en-US" sz="1400" dirty="0"/>
          </a:p>
          <a:p>
            <a:pPr marL="0" indent="0" algn="l">
              <a:lnSpc>
                <a:spcPct val="117000"/>
              </a:lnSpc>
              <a:spcAft>
                <a:spcPts val="900"/>
              </a:spcAft>
              <a:buNone/>
            </a:pPr>
            <a:r>
              <a:rPr lang="en-US" sz="1400" b="1" dirty="0">
                <a:solidFill>
                  <a:srgbClr val="1F1F1F"/>
                </a:solidFill>
                <a:latin typeface="Space Grotesk Bold" pitchFamily="34" charset="0"/>
                <a:ea typeface="Space Grotesk Bold" pitchFamily="34" charset="-122"/>
                <a:cs typeface="Space Grotesk Bold" pitchFamily="34" charset="-120"/>
              </a:rPr>
              <a:t>Ad format:</a:t>
            </a:r>
            <a:r>
              <a:rPr lang="en-US" sz="1400" dirty="0">
                <a:solidFill>
                  <a:srgbClr val="1F1F1F"/>
                </a:solidFill>
                <a:latin typeface="Space Grotesk" pitchFamily="34" charset="0"/>
                <a:ea typeface="Space Grotesk" pitchFamily="34" charset="-122"/>
                <a:cs typeface="Space Grotesk" pitchFamily="34" charset="-120"/>
              </a:rPr>
              <a:t> Responsive Display Ads (image, logo, text)</a:t>
            </a:r>
            <a:endParaRPr lang="en-US" sz="1400" dirty="0"/>
          </a:p>
          <a:p>
            <a:pPr marL="0" indent="0" algn="l">
              <a:lnSpc>
                <a:spcPct val="117000"/>
              </a:lnSpc>
              <a:spcAft>
                <a:spcPts val="900"/>
              </a:spcAft>
              <a:buNone/>
            </a:pPr>
            <a:r>
              <a:rPr lang="en-US" sz="1400" b="1" dirty="0">
                <a:solidFill>
                  <a:srgbClr val="1F1F1F"/>
                </a:solidFill>
                <a:latin typeface="Space Grotesk Bold" pitchFamily="34" charset="0"/>
                <a:ea typeface="Space Grotesk Bold" pitchFamily="34" charset="-122"/>
                <a:cs typeface="Space Grotesk Bold" pitchFamily="34" charset="-120"/>
              </a:rPr>
              <a:t>Headline 1:</a:t>
            </a:r>
            <a:r>
              <a:rPr lang="en-US" sz="1400" dirty="0">
                <a:solidFill>
                  <a:srgbClr val="1F1F1F"/>
                </a:solidFill>
                <a:latin typeface="Space Grotesk" pitchFamily="34" charset="0"/>
                <a:ea typeface="Space Grotesk" pitchFamily="34" charset="-122"/>
                <a:cs typeface="Space Grotesk" pitchFamily="34" charset="-120"/>
              </a:rPr>
              <a:t> Oorja Development Solutions</a:t>
            </a:r>
            <a:endParaRPr lang="en-US" sz="1400" dirty="0"/>
          </a:p>
          <a:p>
            <a:pPr marL="0" indent="0" algn="l">
              <a:lnSpc>
                <a:spcPct val="117000"/>
              </a:lnSpc>
              <a:spcAft>
                <a:spcPts val="900"/>
              </a:spcAft>
              <a:buNone/>
            </a:pPr>
            <a:r>
              <a:rPr lang="en-US" sz="1400" b="1" dirty="0">
                <a:solidFill>
                  <a:srgbClr val="1F1F1F"/>
                </a:solidFill>
                <a:latin typeface="Space Grotesk Bold" pitchFamily="34" charset="0"/>
                <a:ea typeface="Space Grotesk Bold" pitchFamily="34" charset="-122"/>
                <a:cs typeface="Space Grotesk Bold" pitchFamily="34" charset="-120"/>
              </a:rPr>
              <a:t>Headline 2:</a:t>
            </a:r>
            <a:r>
              <a:rPr lang="en-US" sz="1400" dirty="0">
                <a:solidFill>
                  <a:srgbClr val="1F1F1F"/>
                </a:solidFill>
                <a:latin typeface="Space Grotesk" pitchFamily="34" charset="0"/>
                <a:ea typeface="Space Grotesk" pitchFamily="34" charset="-122"/>
                <a:cs typeface="Space Grotesk" pitchFamily="34" charset="-120"/>
              </a:rPr>
              <a:t> Solar power water pumps</a:t>
            </a:r>
            <a:endParaRPr lang="en-US" sz="1400" dirty="0"/>
          </a:p>
          <a:p>
            <a:pPr marL="0" indent="0" algn="l">
              <a:lnSpc>
                <a:spcPct val="117000"/>
              </a:lnSpc>
              <a:spcAft>
                <a:spcPts val="900"/>
              </a:spcAft>
              <a:buNone/>
            </a:pPr>
            <a:r>
              <a:rPr lang="en-US" sz="1400" b="1" dirty="0">
                <a:solidFill>
                  <a:srgbClr val="1F1F1F"/>
                </a:solidFill>
                <a:latin typeface="Space Grotesk Bold" pitchFamily="34" charset="0"/>
                <a:ea typeface="Space Grotesk Bold" pitchFamily="34" charset="-122"/>
                <a:cs typeface="Space Grotesk Bold" pitchFamily="34" charset="-120"/>
              </a:rPr>
              <a:t>Long headline:</a:t>
            </a:r>
            <a:r>
              <a:rPr lang="en-US" sz="1400" dirty="0">
                <a:solidFill>
                  <a:srgbClr val="1F1F1F"/>
                </a:solidFill>
                <a:latin typeface="Space Grotesk" pitchFamily="34" charset="0"/>
                <a:ea typeface="Space Grotesk" pitchFamily="34" charset="-122"/>
                <a:cs typeface="Space Grotesk" pitchFamily="34" charset="-120"/>
              </a:rPr>
              <a:t> Boost your crop yield and farm revenue with affordable Pay-Per-Use irrigation.</a:t>
            </a:r>
            <a:endParaRPr lang="en-US" sz="1400" dirty="0"/>
          </a:p>
          <a:p>
            <a:pPr marL="0" indent="0" algn="l">
              <a:lnSpc>
                <a:spcPct val="117000"/>
              </a:lnSpc>
              <a:spcAft>
                <a:spcPts val="900"/>
              </a:spcAft>
              <a:buNone/>
            </a:pPr>
            <a:r>
              <a:rPr lang="en-US" sz="1400" b="1" dirty="0">
                <a:solidFill>
                  <a:srgbClr val="1F1F1F"/>
                </a:solidFill>
                <a:latin typeface="Space Grotesk Bold" pitchFamily="34" charset="0"/>
                <a:ea typeface="Space Grotesk Bold" pitchFamily="34" charset="-122"/>
                <a:cs typeface="Space Grotesk Bold" pitchFamily="34" charset="-120"/>
              </a:rPr>
              <a:t>Description:</a:t>
            </a:r>
            <a:r>
              <a:rPr lang="en-US" sz="1400" dirty="0">
                <a:solidFill>
                  <a:srgbClr val="1F1F1F"/>
                </a:solidFill>
                <a:latin typeface="Space Grotesk" pitchFamily="34" charset="0"/>
                <a:ea typeface="Space Grotesk" pitchFamily="34" charset="-122"/>
                <a:cs typeface="Space Grotesk" pitchFamily="34" charset="-120"/>
              </a:rPr>
              <a:t> Get reliable, year-round solar pump water with zero upfront machinery cost</a:t>
            </a:r>
            <a:endParaRPr lang="en-US" sz="1400" dirty="0"/>
          </a:p>
          <a:p>
            <a:pPr marL="0" indent="0" algn="l">
              <a:lnSpc>
                <a:spcPct val="117000"/>
              </a:lnSpc>
              <a:buNone/>
            </a:pPr>
            <a:r>
              <a:rPr lang="en-US" sz="1400" b="1" dirty="0">
                <a:solidFill>
                  <a:srgbClr val="1F1F1F"/>
                </a:solidFill>
                <a:latin typeface="Space Grotesk Bold" pitchFamily="34" charset="0"/>
                <a:ea typeface="Space Grotesk Bold" pitchFamily="34" charset="-122"/>
                <a:cs typeface="Space Grotesk Bold" pitchFamily="34" charset="-120"/>
              </a:rPr>
              <a:t>Call to action:</a:t>
            </a:r>
            <a:r>
              <a:rPr lang="en-US" sz="1400" dirty="0">
                <a:solidFill>
                  <a:srgbClr val="1F1F1F"/>
                </a:solidFill>
                <a:latin typeface="Space Grotesk" pitchFamily="34" charset="0"/>
                <a:ea typeface="Space Grotesk" pitchFamily="34" charset="-122"/>
                <a:cs typeface="Space Grotesk" pitchFamily="34" charset="-120"/>
              </a:rPr>
              <a:t> Contact-us</a:t>
            </a:r>
            <a:endParaRPr lang="en-US" sz="1400" dirty="0"/>
          </a:p>
        </p:txBody>
      </p:sp>
      <p:sp>
        <p:nvSpPr>
          <p:cNvPr id="10" name="Text 8"/>
          <p:cNvSpPr/>
          <p:nvPr/>
        </p:nvSpPr>
        <p:spPr>
          <a:xfrm>
            <a:off x="7090590" y="942598"/>
            <a:ext cx="4593118" cy="284460"/>
          </a:xfrm>
          <a:prstGeom prst="rect">
            <a:avLst/>
          </a:prstGeom>
          <a:noFill/>
          <a:ln/>
        </p:spPr>
        <p:txBody>
          <a:bodyPr wrap="none" lIns="0" tIns="0" rIns="0" bIns="0" rtlCol="0" anchor="t"/>
          <a:lstStyle/>
          <a:p>
            <a:pPr marL="0" indent="0" algn="l">
              <a:lnSpc>
                <a:spcPct val="117000"/>
              </a:lnSpc>
              <a:buNone/>
            </a:pPr>
            <a:r>
              <a:rPr lang="en-US" sz="1600" b="1" dirty="0">
                <a:solidFill>
                  <a:srgbClr val="1F1F1F"/>
                </a:solidFill>
                <a:latin typeface="Space Grotesk Bold" pitchFamily="34" charset="0"/>
                <a:ea typeface="Space Grotesk Bold" pitchFamily="34" charset="-122"/>
                <a:cs typeface="Space Grotesk Bold" pitchFamily="34" charset="-120"/>
              </a:rPr>
              <a:t>Ad preview</a:t>
            </a:r>
            <a:endParaRPr lang="en-US" sz="1600" dirty="0"/>
          </a:p>
        </p:txBody>
      </p:sp>
      <p:sp>
        <p:nvSpPr>
          <p:cNvPr id="11" name="Shape 9"/>
          <p:cNvSpPr/>
          <p:nvPr/>
        </p:nvSpPr>
        <p:spPr>
          <a:xfrm>
            <a:off x="7090590" y="1353741"/>
            <a:ext cx="4593118" cy="2603202"/>
          </a:xfrm>
          <a:prstGeom prst="roundRect">
            <a:avLst>
              <a:gd name="adj" fmla="val 7025"/>
            </a:avLst>
          </a:prstGeom>
          <a:noFill/>
          <a:ln w="12700">
            <a:solidFill>
              <a:srgbClr val="D9CFC4"/>
            </a:solidFill>
            <a:prstDash val="solid"/>
          </a:ln>
        </p:spPr>
        <p:txBody>
          <a:bodyPr/>
          <a:lstStyle/>
          <a:p>
            <a:endParaRPr lang="en-IN"/>
          </a:p>
        </p:txBody>
      </p:sp>
      <p:pic>
        <p:nvPicPr>
          <p:cNvPr id="12" name="Image 0" descr="preencoded.png"/>
          <p:cNvPicPr>
            <a:picLocks noChangeAspect="1"/>
          </p:cNvPicPr>
          <p:nvPr/>
        </p:nvPicPr>
        <p:blipFill>
          <a:blip r:embed="rId3"/>
          <a:stretch>
            <a:fillRect/>
          </a:stretch>
        </p:blipFill>
        <p:spPr>
          <a:xfrm>
            <a:off x="7103289" y="1366441"/>
            <a:ext cx="4567719" cy="2577802"/>
          </a:xfrm>
          <a:prstGeom prst="rect">
            <a:avLst/>
          </a:prstGeom>
        </p:spPr>
      </p:pic>
      <p:pic>
        <p:nvPicPr>
          <p:cNvPr id="14" name="Graphic 13" descr="Agriculture with solid fill">
            <a:extLst>
              <a:ext uri="{FF2B5EF4-FFF2-40B4-BE49-F238E27FC236}">
                <a16:creationId xmlns:a16="http://schemas.microsoft.com/office/drawing/2014/main" id="{2C4E1B39-E338-830F-ACD2-2AA2EA7A8D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2092" y="4196"/>
            <a:ext cx="1102659" cy="792034"/>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3388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Google Video Ads campaign</a:t>
            </a:r>
            <a:endParaRPr lang="en-US" sz="3400" dirty="0"/>
          </a:p>
        </p:txBody>
      </p:sp>
      <p:sp>
        <p:nvSpPr>
          <p:cNvPr id="4" name="Shape 2"/>
          <p:cNvSpPr/>
          <p:nvPr/>
        </p:nvSpPr>
        <p:spPr>
          <a:xfrm>
            <a:off x="507987" y="961330"/>
            <a:ext cx="6062908" cy="2185591"/>
          </a:xfrm>
          <a:prstGeom prst="roundRect">
            <a:avLst>
              <a:gd name="adj" fmla="val 16735"/>
            </a:avLst>
          </a:prstGeom>
          <a:solidFill>
            <a:srgbClr val="FE829A"/>
          </a:solidFill>
          <a:ln/>
        </p:spPr>
        <p:txBody>
          <a:bodyPr/>
          <a:lstStyle/>
          <a:p>
            <a:endParaRPr lang="en-IN"/>
          </a:p>
        </p:txBody>
      </p:sp>
      <p:sp>
        <p:nvSpPr>
          <p:cNvPr id="5" name="Text 3"/>
          <p:cNvSpPr/>
          <p:nvPr/>
        </p:nvSpPr>
        <p:spPr>
          <a:xfrm>
            <a:off x="787380" y="1202313"/>
            <a:ext cx="5504122"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Campaign</a:t>
            </a:r>
            <a:endParaRPr lang="en-US" sz="1800" dirty="0"/>
          </a:p>
        </p:txBody>
      </p:sp>
      <p:sp>
        <p:nvSpPr>
          <p:cNvPr id="6" name="Text 4"/>
          <p:cNvSpPr/>
          <p:nvPr/>
        </p:nvSpPr>
        <p:spPr>
          <a:xfrm>
            <a:off x="787380" y="1610221"/>
            <a:ext cx="5504122" cy="1308100"/>
          </a:xfrm>
          <a:prstGeom prst="rect">
            <a:avLst/>
          </a:prstGeom>
          <a:noFill/>
          <a:ln/>
        </p:spPr>
        <p:txBody>
          <a:bodyPr wrap="square" lIns="0" tIns="0" rIns="0" bIns="0" rtlCol="0" anchor="t"/>
          <a:lstStyle/>
          <a:p>
            <a:pPr marL="0" indent="0" algn="l">
              <a:lnSpc>
                <a:spcPct val="117000"/>
              </a:lnSpc>
              <a:spcAft>
                <a:spcPts val="900"/>
              </a:spcAft>
              <a:buNone/>
            </a:pPr>
            <a:r>
              <a:rPr lang="en-US" sz="1500" b="1" dirty="0">
                <a:solidFill>
                  <a:srgbClr val="1F1F1F"/>
                </a:solidFill>
                <a:latin typeface="Space Grotesk Bold" pitchFamily="34" charset="0"/>
                <a:ea typeface="Space Grotesk Bold" pitchFamily="34" charset="-122"/>
                <a:cs typeface="Space Grotesk Bold" pitchFamily="34" charset="-120"/>
              </a:rPr>
              <a:t>Campaign name:</a:t>
            </a:r>
            <a:r>
              <a:rPr lang="en-US" sz="1500" dirty="0">
                <a:solidFill>
                  <a:srgbClr val="1F1F1F"/>
                </a:solidFill>
                <a:latin typeface="Space Grotesk" pitchFamily="34" charset="0"/>
                <a:ea typeface="Space Grotesk" pitchFamily="34" charset="-122"/>
                <a:cs typeface="Space Grotesk" pitchFamily="34" charset="-120"/>
              </a:rPr>
              <a:t> oorja solutions video ads</a:t>
            </a:r>
            <a:endParaRPr lang="en-US" sz="1500" dirty="0"/>
          </a:p>
          <a:p>
            <a:pPr marL="0" indent="0" algn="l">
              <a:lnSpc>
                <a:spcPct val="117000"/>
              </a:lnSpc>
              <a:spcAft>
                <a:spcPts val="900"/>
              </a:spcAft>
              <a:buNone/>
            </a:pPr>
            <a:r>
              <a:rPr lang="en-US" sz="1500" b="1" dirty="0">
                <a:solidFill>
                  <a:srgbClr val="1F1F1F"/>
                </a:solidFill>
                <a:latin typeface="Space Grotesk Bold" pitchFamily="34" charset="0"/>
                <a:ea typeface="Space Grotesk Bold" pitchFamily="34" charset="-122"/>
                <a:cs typeface="Space Grotesk Bold" pitchFamily="34" charset="-120"/>
              </a:rPr>
              <a:t>Ad formats:</a:t>
            </a:r>
            <a:r>
              <a:rPr lang="en-US" sz="1500" dirty="0">
                <a:solidFill>
                  <a:srgbClr val="1F1F1F"/>
                </a:solidFill>
                <a:latin typeface="Space Grotesk" pitchFamily="34" charset="0"/>
                <a:ea typeface="Space Grotesk" pitchFamily="34" charset="-122"/>
                <a:cs typeface="Space Grotesk" pitchFamily="34" charset="-120"/>
              </a:rPr>
              <a:t> Skippable in-stream ads, in-feed ads, short ads (it will help in 40% more views)</a:t>
            </a:r>
            <a:endParaRPr lang="en-US" sz="1500" dirty="0"/>
          </a:p>
          <a:p>
            <a:pPr marL="0" indent="0" algn="l">
              <a:lnSpc>
                <a:spcPct val="117000"/>
              </a:lnSpc>
              <a:buNone/>
            </a:pPr>
            <a:r>
              <a:rPr lang="en-US" sz="1500" b="1" dirty="0">
                <a:solidFill>
                  <a:srgbClr val="1F1F1F"/>
                </a:solidFill>
                <a:latin typeface="Space Grotesk Bold" pitchFamily="34" charset="0"/>
                <a:ea typeface="Space Grotesk Bold" pitchFamily="34" charset="-122"/>
                <a:cs typeface="Space Grotesk Bold" pitchFamily="34" charset="-120"/>
              </a:rPr>
              <a:t>Bid strategy:</a:t>
            </a:r>
            <a:r>
              <a:rPr lang="en-US" sz="1500" dirty="0">
                <a:solidFill>
                  <a:srgbClr val="1F1F1F"/>
                </a:solidFill>
                <a:latin typeface="Space Grotesk" pitchFamily="34" charset="0"/>
                <a:ea typeface="Space Grotesk" pitchFamily="34" charset="-122"/>
                <a:cs typeface="Space Grotesk" pitchFamily="34" charset="-120"/>
              </a:rPr>
              <a:t> Target CPV</a:t>
            </a:r>
            <a:endParaRPr lang="en-US" sz="1500" dirty="0"/>
          </a:p>
        </p:txBody>
      </p:sp>
      <p:sp>
        <p:nvSpPr>
          <p:cNvPr id="7" name="Shape 5"/>
          <p:cNvSpPr/>
          <p:nvPr/>
        </p:nvSpPr>
        <p:spPr>
          <a:xfrm>
            <a:off x="507987" y="3299321"/>
            <a:ext cx="6062908" cy="2693591"/>
          </a:xfrm>
          <a:prstGeom prst="roundRect">
            <a:avLst>
              <a:gd name="adj" fmla="val 13579"/>
            </a:avLst>
          </a:prstGeom>
          <a:solidFill>
            <a:srgbClr val="F9B440"/>
          </a:solidFill>
          <a:ln/>
        </p:spPr>
        <p:txBody>
          <a:bodyPr/>
          <a:lstStyle/>
          <a:p>
            <a:endParaRPr lang="en-IN"/>
          </a:p>
        </p:txBody>
      </p:sp>
      <p:sp>
        <p:nvSpPr>
          <p:cNvPr id="8" name="Text 6"/>
          <p:cNvSpPr/>
          <p:nvPr/>
        </p:nvSpPr>
        <p:spPr>
          <a:xfrm>
            <a:off x="787380" y="3540304"/>
            <a:ext cx="5504122"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Budget, dates &amp; targeting</a:t>
            </a:r>
            <a:endParaRPr lang="en-US" sz="1800" dirty="0"/>
          </a:p>
        </p:txBody>
      </p:sp>
      <p:sp>
        <p:nvSpPr>
          <p:cNvPr id="9" name="Text 7"/>
          <p:cNvSpPr/>
          <p:nvPr/>
        </p:nvSpPr>
        <p:spPr>
          <a:xfrm>
            <a:off x="787380" y="3948212"/>
            <a:ext cx="5504122" cy="1816100"/>
          </a:xfrm>
          <a:prstGeom prst="rect">
            <a:avLst/>
          </a:prstGeom>
          <a:noFill/>
          <a:ln/>
        </p:spPr>
        <p:txBody>
          <a:bodyPr wrap="square" lIns="0" tIns="0" rIns="0" bIns="0" rtlCol="0" anchor="t"/>
          <a:lstStyle/>
          <a:p>
            <a:pPr marL="0" indent="0" algn="l">
              <a:lnSpc>
                <a:spcPct val="117000"/>
              </a:lnSpc>
              <a:spcAft>
                <a:spcPts val="900"/>
              </a:spcAft>
              <a:buNone/>
            </a:pPr>
            <a:r>
              <a:rPr lang="en-US" sz="1500" b="1" dirty="0">
                <a:solidFill>
                  <a:srgbClr val="1F1F1F"/>
                </a:solidFill>
                <a:latin typeface="Space Grotesk Bold" pitchFamily="34" charset="0"/>
                <a:ea typeface="Space Grotesk Bold" pitchFamily="34" charset="-122"/>
                <a:cs typeface="Space Grotesk Bold" pitchFamily="34" charset="-120"/>
              </a:rPr>
              <a:t>Campaign total budget:</a:t>
            </a:r>
            <a:r>
              <a:rPr lang="en-US" sz="1500" dirty="0">
                <a:solidFill>
                  <a:srgbClr val="1F1F1F"/>
                </a:solidFill>
                <a:latin typeface="Space Grotesk" pitchFamily="34" charset="0"/>
                <a:ea typeface="Space Grotesk" pitchFamily="34" charset="-122"/>
                <a:cs typeface="Space Grotesk" pitchFamily="34" charset="-120"/>
              </a:rPr>
              <a:t> 7000</a:t>
            </a:r>
            <a:endParaRPr lang="en-US" sz="1500" dirty="0"/>
          </a:p>
          <a:p>
            <a:pPr marL="0" indent="0" algn="l">
              <a:lnSpc>
                <a:spcPct val="117000"/>
              </a:lnSpc>
              <a:spcAft>
                <a:spcPts val="900"/>
              </a:spcAft>
              <a:buNone/>
            </a:pPr>
            <a:r>
              <a:rPr lang="en-US" sz="1500" b="1" dirty="0">
                <a:solidFill>
                  <a:srgbClr val="1F1F1F"/>
                </a:solidFill>
                <a:latin typeface="Space Grotesk Bold" pitchFamily="34" charset="0"/>
                <a:ea typeface="Space Grotesk Bold" pitchFamily="34" charset="-122"/>
                <a:cs typeface="Space Grotesk Bold" pitchFamily="34" charset="-120"/>
              </a:rPr>
              <a:t>Dates:</a:t>
            </a:r>
            <a:r>
              <a:rPr lang="en-US" sz="1500" dirty="0">
                <a:solidFill>
                  <a:srgbClr val="1F1F1F"/>
                </a:solidFill>
                <a:latin typeface="Space Grotesk" pitchFamily="34" charset="0"/>
                <a:ea typeface="Space Grotesk" pitchFamily="34" charset="-122"/>
                <a:cs typeface="Space Grotesk" pitchFamily="34" charset="-120"/>
              </a:rPr>
              <a:t> 5th Oct 2026, ends in 2 weeks</a:t>
            </a:r>
            <a:endParaRPr lang="en-US" sz="1500" dirty="0"/>
          </a:p>
          <a:p>
            <a:pPr marL="0" indent="0" algn="l">
              <a:lnSpc>
                <a:spcPct val="117000"/>
              </a:lnSpc>
              <a:spcAft>
                <a:spcPts val="900"/>
              </a:spcAft>
              <a:buNone/>
            </a:pPr>
            <a:r>
              <a:rPr lang="en-US" sz="1500" b="1" dirty="0">
                <a:solidFill>
                  <a:srgbClr val="1F1F1F"/>
                </a:solidFill>
                <a:latin typeface="Space Grotesk Bold" pitchFamily="34" charset="0"/>
                <a:ea typeface="Space Grotesk Bold" pitchFamily="34" charset="-122"/>
                <a:cs typeface="Space Grotesk Bold" pitchFamily="34" charset="-120"/>
              </a:rPr>
              <a:t>Networks:</a:t>
            </a:r>
            <a:r>
              <a:rPr lang="en-US" sz="1500" dirty="0">
                <a:solidFill>
                  <a:srgbClr val="1F1F1F"/>
                </a:solidFill>
                <a:latin typeface="Space Grotesk" pitchFamily="34" charset="0"/>
                <a:ea typeface="Space Grotesk" pitchFamily="34" charset="-122"/>
                <a:cs typeface="Space Grotesk" pitchFamily="34" charset="-120"/>
              </a:rPr>
              <a:t> YouTube</a:t>
            </a:r>
            <a:endParaRPr lang="en-US" sz="1500" dirty="0"/>
          </a:p>
          <a:p>
            <a:pPr marL="0" indent="0" algn="l">
              <a:lnSpc>
                <a:spcPct val="117000"/>
              </a:lnSpc>
              <a:spcAft>
                <a:spcPts val="900"/>
              </a:spcAft>
              <a:buNone/>
            </a:pPr>
            <a:r>
              <a:rPr lang="en-US" sz="1500" b="1" dirty="0">
                <a:solidFill>
                  <a:srgbClr val="1F1F1F"/>
                </a:solidFill>
                <a:latin typeface="Space Grotesk Bold" pitchFamily="34" charset="0"/>
                <a:ea typeface="Space Grotesk Bold" pitchFamily="34" charset="-122"/>
                <a:cs typeface="Space Grotesk Bold" pitchFamily="34" charset="-120"/>
              </a:rPr>
              <a:t>Location:</a:t>
            </a:r>
            <a:r>
              <a:rPr lang="en-US" sz="1500" dirty="0">
                <a:solidFill>
                  <a:srgbClr val="1F1F1F"/>
                </a:solidFill>
                <a:latin typeface="Space Grotesk" pitchFamily="34" charset="0"/>
                <a:ea typeface="Space Grotesk" pitchFamily="34" charset="-122"/>
                <a:cs typeface="Space Grotesk" pitchFamily="34" charset="-120"/>
              </a:rPr>
              <a:t> India</a:t>
            </a:r>
            <a:endParaRPr lang="en-US" sz="1500" dirty="0"/>
          </a:p>
          <a:p>
            <a:pPr marL="0" indent="0" algn="l">
              <a:lnSpc>
                <a:spcPct val="117000"/>
              </a:lnSpc>
              <a:buNone/>
            </a:pPr>
            <a:r>
              <a:rPr lang="en-US" sz="1500" b="1" dirty="0">
                <a:solidFill>
                  <a:srgbClr val="1F1F1F"/>
                </a:solidFill>
                <a:latin typeface="Space Grotesk Bold" pitchFamily="34" charset="0"/>
                <a:ea typeface="Space Grotesk Bold" pitchFamily="34" charset="-122"/>
                <a:cs typeface="Space Grotesk Bold" pitchFamily="34" charset="-120"/>
              </a:rPr>
              <a:t>Languages:</a:t>
            </a:r>
            <a:r>
              <a:rPr lang="en-US" sz="1500" dirty="0">
                <a:solidFill>
                  <a:srgbClr val="1F1F1F"/>
                </a:solidFill>
                <a:latin typeface="Space Grotesk" pitchFamily="34" charset="0"/>
                <a:ea typeface="Space Grotesk" pitchFamily="34" charset="-122"/>
                <a:cs typeface="Space Grotesk" pitchFamily="34" charset="-120"/>
              </a:rPr>
              <a:t> All languages</a:t>
            </a:r>
            <a:endParaRPr lang="en-US" sz="1500" dirty="0"/>
          </a:p>
        </p:txBody>
      </p:sp>
      <p:sp>
        <p:nvSpPr>
          <p:cNvPr id="10" name="Text 8"/>
          <p:cNvSpPr/>
          <p:nvPr/>
        </p:nvSpPr>
        <p:spPr>
          <a:xfrm>
            <a:off x="6723192" y="961648"/>
            <a:ext cx="4960516" cy="284460"/>
          </a:xfrm>
          <a:prstGeom prst="rect">
            <a:avLst/>
          </a:prstGeom>
          <a:noFill/>
          <a:ln/>
        </p:spPr>
        <p:txBody>
          <a:bodyPr wrap="none" lIns="0" tIns="0" rIns="0" bIns="0" rtlCol="0" anchor="t"/>
          <a:lstStyle/>
          <a:p>
            <a:pPr marL="0" indent="0" algn="l">
              <a:lnSpc>
                <a:spcPct val="117000"/>
              </a:lnSpc>
              <a:buNone/>
            </a:pPr>
            <a:r>
              <a:rPr lang="en-US" sz="1600" b="1" dirty="0">
                <a:solidFill>
                  <a:srgbClr val="1F1F1F"/>
                </a:solidFill>
                <a:latin typeface="Space Grotesk Bold" pitchFamily="34" charset="0"/>
                <a:ea typeface="Space Grotesk Bold" pitchFamily="34" charset="-122"/>
                <a:cs typeface="Space Grotesk Bold" pitchFamily="34" charset="-120"/>
              </a:rPr>
              <a:t>Ad preview</a:t>
            </a:r>
            <a:endParaRPr lang="en-US" sz="1600" dirty="0"/>
          </a:p>
        </p:txBody>
      </p:sp>
      <p:sp>
        <p:nvSpPr>
          <p:cNvPr id="11" name="Shape 9"/>
          <p:cNvSpPr/>
          <p:nvPr/>
        </p:nvSpPr>
        <p:spPr>
          <a:xfrm>
            <a:off x="6723192" y="1372791"/>
            <a:ext cx="4960516" cy="2765326"/>
          </a:xfrm>
          <a:prstGeom prst="roundRect">
            <a:avLst>
              <a:gd name="adj" fmla="val 6613"/>
            </a:avLst>
          </a:prstGeom>
          <a:noFill/>
          <a:ln w="12700">
            <a:solidFill>
              <a:srgbClr val="D9CFC4"/>
            </a:solidFill>
            <a:prstDash val="solid"/>
          </a:ln>
        </p:spPr>
        <p:txBody>
          <a:bodyPr/>
          <a:lstStyle/>
          <a:p>
            <a:endParaRPr lang="en-IN"/>
          </a:p>
        </p:txBody>
      </p:sp>
      <p:pic>
        <p:nvPicPr>
          <p:cNvPr id="12" name="Image 0" descr="preencoded.png"/>
          <p:cNvPicPr>
            <a:picLocks noChangeAspect="1"/>
          </p:cNvPicPr>
          <p:nvPr/>
        </p:nvPicPr>
        <p:blipFill>
          <a:blip r:embed="rId3"/>
          <a:stretch>
            <a:fillRect/>
          </a:stretch>
        </p:blipFill>
        <p:spPr>
          <a:xfrm>
            <a:off x="6735892" y="1385491"/>
            <a:ext cx="4935116" cy="2739926"/>
          </a:xfrm>
          <a:prstGeom prst="rect">
            <a:avLst/>
          </a:prstGeom>
        </p:spPr>
      </p:pic>
      <p:pic>
        <p:nvPicPr>
          <p:cNvPr id="14" name="Graphic 13" descr="Agriculture with solid fill">
            <a:extLst>
              <a:ext uri="{FF2B5EF4-FFF2-40B4-BE49-F238E27FC236}">
                <a16:creationId xmlns:a16="http://schemas.microsoft.com/office/drawing/2014/main" id="{D57E9C3D-DD1E-0F7A-D25A-9EF28DAC78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2092" y="4196"/>
            <a:ext cx="1102659" cy="792034"/>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2118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Google Video Ads campaign: ad group</a:t>
            </a:r>
            <a:endParaRPr lang="en-US" sz="3400" dirty="0"/>
          </a:p>
        </p:txBody>
      </p:sp>
      <p:sp>
        <p:nvSpPr>
          <p:cNvPr id="4" name="Shape 2"/>
          <p:cNvSpPr/>
          <p:nvPr/>
        </p:nvSpPr>
        <p:spPr>
          <a:xfrm>
            <a:off x="507987" y="758130"/>
            <a:ext cx="6146646" cy="1910953"/>
          </a:xfrm>
          <a:prstGeom prst="roundRect">
            <a:avLst>
              <a:gd name="adj" fmla="val 19140"/>
            </a:avLst>
          </a:prstGeom>
          <a:solidFill>
            <a:srgbClr val="FE829A"/>
          </a:solidFill>
          <a:ln/>
        </p:spPr>
        <p:txBody>
          <a:bodyPr/>
          <a:lstStyle/>
          <a:p>
            <a:endParaRPr lang="en-IN"/>
          </a:p>
        </p:txBody>
      </p:sp>
      <p:sp>
        <p:nvSpPr>
          <p:cNvPr id="5" name="Text 3"/>
          <p:cNvSpPr/>
          <p:nvPr/>
        </p:nvSpPr>
        <p:spPr>
          <a:xfrm>
            <a:off x="761981" y="897513"/>
            <a:ext cx="5638659"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Ad group</a:t>
            </a:r>
            <a:endParaRPr lang="en-US" sz="1800" dirty="0"/>
          </a:p>
        </p:txBody>
      </p:sp>
      <p:sp>
        <p:nvSpPr>
          <p:cNvPr id="6" name="Text 4"/>
          <p:cNvSpPr/>
          <p:nvPr/>
        </p:nvSpPr>
        <p:spPr>
          <a:xfrm>
            <a:off x="761981" y="1305421"/>
            <a:ext cx="5638659" cy="1236663"/>
          </a:xfrm>
          <a:prstGeom prst="rect">
            <a:avLst/>
          </a:prstGeom>
          <a:noFill/>
          <a:ln/>
        </p:spPr>
        <p:txBody>
          <a:bodyPr wrap="square" lIns="0" tIns="0" rIns="0" bIns="0" rtlCol="0" anchor="t"/>
          <a:lstStyle/>
          <a:p>
            <a:pPr marL="0" indent="0" algn="l">
              <a:lnSpc>
                <a:spcPct val="117000"/>
              </a:lnSpc>
              <a:spcAft>
                <a:spcPts val="900"/>
              </a:spcAft>
              <a:buNone/>
            </a:pPr>
            <a:r>
              <a:rPr lang="en-US" sz="1400" b="1" dirty="0">
                <a:solidFill>
                  <a:srgbClr val="1F1F1F"/>
                </a:solidFill>
                <a:latin typeface="Space Grotesk Bold" pitchFamily="34" charset="0"/>
                <a:ea typeface="Space Grotesk Bold" pitchFamily="34" charset="-122"/>
                <a:cs typeface="Space Grotesk Bold" pitchFamily="34" charset="-120"/>
              </a:rPr>
              <a:t>Ad group name:</a:t>
            </a:r>
            <a:r>
              <a:rPr lang="en-US" sz="1400" dirty="0">
                <a:solidFill>
                  <a:srgbClr val="1F1F1F"/>
                </a:solidFill>
                <a:latin typeface="Space Grotesk" pitchFamily="34" charset="0"/>
                <a:ea typeface="Space Grotesk" pitchFamily="34" charset="-122"/>
                <a:cs typeface="Space Grotesk" pitchFamily="34" charset="-120"/>
              </a:rPr>
              <a:t> OORJa SOLUTIONS demonstration video</a:t>
            </a:r>
            <a:endParaRPr lang="en-US" sz="1400" dirty="0"/>
          </a:p>
          <a:p>
            <a:pPr marL="0" indent="0" algn="l">
              <a:lnSpc>
                <a:spcPct val="117000"/>
              </a:lnSpc>
              <a:spcAft>
                <a:spcPts val="900"/>
              </a:spcAft>
              <a:buNone/>
            </a:pPr>
            <a:r>
              <a:rPr lang="en-US" sz="1400" b="1" dirty="0">
                <a:solidFill>
                  <a:srgbClr val="1F1F1F"/>
                </a:solidFill>
                <a:latin typeface="Space Grotesk Bold" pitchFamily="34" charset="0"/>
                <a:ea typeface="Space Grotesk Bold" pitchFamily="34" charset="-122"/>
                <a:cs typeface="Space Grotesk Bold" pitchFamily="34" charset="-120"/>
              </a:rPr>
              <a:t>Audience demographics:</a:t>
            </a:r>
            <a:r>
              <a:rPr lang="en-US" sz="1400" dirty="0">
                <a:solidFill>
                  <a:srgbClr val="1F1F1F"/>
                </a:solidFill>
                <a:latin typeface="Space Grotesk" pitchFamily="34" charset="0"/>
                <a:ea typeface="Space Grotesk" pitchFamily="34" charset="-122"/>
                <a:cs typeface="Space Grotesk" pitchFamily="34" charset="-120"/>
              </a:rPr>
              <a:t> 18-65</a:t>
            </a:r>
            <a:endParaRPr lang="en-US" sz="1400" dirty="0"/>
          </a:p>
          <a:p>
            <a:pPr marL="0" indent="0" algn="l">
              <a:lnSpc>
                <a:spcPct val="117000"/>
              </a:lnSpc>
              <a:buNone/>
            </a:pPr>
            <a:r>
              <a:rPr lang="en-US" sz="1400" b="1" dirty="0">
                <a:solidFill>
                  <a:srgbClr val="1F1F1F"/>
                </a:solidFill>
                <a:latin typeface="Space Grotesk Bold" pitchFamily="34" charset="0"/>
                <a:ea typeface="Space Grotesk Bold" pitchFamily="34" charset="-122"/>
                <a:cs typeface="Space Grotesk Bold" pitchFamily="34" charset="-120"/>
              </a:rPr>
              <a:t>Audience interest:</a:t>
            </a:r>
            <a:r>
              <a:rPr lang="en-US" sz="1400" dirty="0">
                <a:solidFill>
                  <a:srgbClr val="1F1F1F"/>
                </a:solidFill>
                <a:latin typeface="Space Grotesk" pitchFamily="34" charset="0"/>
                <a:ea typeface="Space Grotesk" pitchFamily="34" charset="-122"/>
                <a:cs typeface="Space Grotesk" pitchFamily="34" charset="-120"/>
              </a:rPr>
              <a:t> Farms, Farming, Agricultural service for food crops</a:t>
            </a:r>
            <a:endParaRPr lang="en-US" sz="1400" dirty="0"/>
          </a:p>
        </p:txBody>
      </p:sp>
      <p:sp>
        <p:nvSpPr>
          <p:cNvPr id="7" name="Shape 5"/>
          <p:cNvSpPr/>
          <p:nvPr/>
        </p:nvSpPr>
        <p:spPr>
          <a:xfrm>
            <a:off x="507987" y="2821484"/>
            <a:ext cx="6146646" cy="1790303"/>
          </a:xfrm>
          <a:prstGeom prst="roundRect">
            <a:avLst>
              <a:gd name="adj" fmla="val 20430"/>
            </a:avLst>
          </a:prstGeom>
          <a:solidFill>
            <a:srgbClr val="F9B440"/>
          </a:solidFill>
          <a:ln/>
        </p:spPr>
        <p:txBody>
          <a:bodyPr/>
          <a:lstStyle/>
          <a:p>
            <a:endParaRPr lang="en-IN"/>
          </a:p>
        </p:txBody>
      </p:sp>
      <p:sp>
        <p:nvSpPr>
          <p:cNvPr id="8" name="Text 6"/>
          <p:cNvSpPr/>
          <p:nvPr/>
        </p:nvSpPr>
        <p:spPr>
          <a:xfrm>
            <a:off x="761981" y="2960866"/>
            <a:ext cx="5638659"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Video ads</a:t>
            </a:r>
            <a:endParaRPr lang="en-US" sz="1800" dirty="0"/>
          </a:p>
        </p:txBody>
      </p:sp>
      <p:sp>
        <p:nvSpPr>
          <p:cNvPr id="9" name="Text 7"/>
          <p:cNvSpPr/>
          <p:nvPr/>
        </p:nvSpPr>
        <p:spPr>
          <a:xfrm>
            <a:off x="761981" y="3368774"/>
            <a:ext cx="5638659" cy="1116013"/>
          </a:xfrm>
          <a:prstGeom prst="rect">
            <a:avLst/>
          </a:prstGeom>
          <a:noFill/>
          <a:ln/>
        </p:spPr>
        <p:txBody>
          <a:bodyPr wrap="square" lIns="0" tIns="0" rIns="0" bIns="0" rtlCol="0" anchor="t">
            <a:normAutofit/>
          </a:bodyPr>
          <a:lstStyle/>
          <a:p>
            <a:pPr marL="0" indent="0" algn="l">
              <a:lnSpc>
                <a:spcPct val="117000"/>
              </a:lnSpc>
              <a:spcAft>
                <a:spcPts val="900"/>
              </a:spcAft>
              <a:buNone/>
            </a:pPr>
            <a:r>
              <a:rPr lang="en-US" sz="1400" b="1" dirty="0">
                <a:solidFill>
                  <a:srgbClr val="1F1F1F"/>
                </a:solidFill>
                <a:latin typeface="Space Grotesk Bold" pitchFamily="34" charset="0"/>
                <a:ea typeface="Space Grotesk Bold" pitchFamily="34" charset="-122"/>
                <a:cs typeface="Space Grotesk Bold" pitchFamily="34" charset="-120"/>
              </a:rPr>
              <a:t>Long headline:</a:t>
            </a:r>
            <a:r>
              <a:rPr lang="en-US" sz="1400" dirty="0">
                <a:solidFill>
                  <a:srgbClr val="1F1F1F"/>
                </a:solidFill>
                <a:latin typeface="Space Grotesk" pitchFamily="34" charset="0"/>
                <a:ea typeface="Space Grotesk" pitchFamily="34" charset="-122"/>
                <a:cs typeface="Space Grotesk" pitchFamily="34" charset="-120"/>
              </a:rPr>
              <a:t> Cut your irrigation costs by 60% with affordable solar power services. </a:t>
            </a:r>
            <a:r>
              <a:rPr lang="en-US" sz="1400" dirty="0">
                <a:solidFill>
                  <a:srgbClr val="000000"/>
                </a:solidFill>
                <a:highlight>
                  <a:srgbClr val="FFF8F2"/>
                </a:highlight>
                <a:latin typeface="Space Grotesk" pitchFamily="34" charset="0"/>
                <a:ea typeface="Space Grotesk" pitchFamily="34" charset="-122"/>
                <a:cs typeface="Space Grotesk" pitchFamily="34" charset="-120"/>
              </a:rPr>
              <a:t>71/90 characters</a:t>
            </a:r>
            <a:endParaRPr lang="en-US" sz="1400" dirty="0"/>
          </a:p>
          <a:p>
            <a:pPr marL="0" indent="0" algn="l">
              <a:lnSpc>
                <a:spcPct val="117000"/>
              </a:lnSpc>
              <a:buNone/>
            </a:pPr>
            <a:r>
              <a:rPr lang="en-US" sz="1400" b="1" dirty="0">
                <a:solidFill>
                  <a:srgbClr val="1F1F1F"/>
                </a:solidFill>
                <a:latin typeface="Space Grotesk Bold" pitchFamily="34" charset="0"/>
                <a:ea typeface="Space Grotesk Bold" pitchFamily="34" charset="-122"/>
                <a:cs typeface="Space Grotesk Bold" pitchFamily="34" charset="-120"/>
              </a:rPr>
              <a:t>Description:</a:t>
            </a:r>
            <a:r>
              <a:rPr lang="en-US" sz="1400" dirty="0">
                <a:solidFill>
                  <a:srgbClr val="1F1F1F"/>
                </a:solidFill>
                <a:latin typeface="Space Grotesk" pitchFamily="34" charset="0"/>
                <a:ea typeface="Space Grotesk" pitchFamily="34" charset="-122"/>
                <a:cs typeface="Space Grotesk" pitchFamily="34" charset="-120"/>
              </a:rPr>
              <a:t> Get reliable, year-round water for your crops with zero upfront costs. </a:t>
            </a:r>
            <a:r>
              <a:rPr lang="en-US" sz="1400" dirty="0">
                <a:solidFill>
                  <a:srgbClr val="000000"/>
                </a:solidFill>
                <a:highlight>
                  <a:srgbClr val="FFF8F2"/>
                </a:highlight>
                <a:latin typeface="Space Grotesk" pitchFamily="34" charset="0"/>
                <a:ea typeface="Space Grotesk" pitchFamily="34" charset="-122"/>
                <a:cs typeface="Space Grotesk" pitchFamily="34" charset="-120"/>
              </a:rPr>
              <a:t>69/90 characters</a:t>
            </a:r>
            <a:endParaRPr lang="en-US" sz="1400" dirty="0"/>
          </a:p>
        </p:txBody>
      </p:sp>
      <p:sp>
        <p:nvSpPr>
          <p:cNvPr id="10" name="Shape 8"/>
          <p:cNvSpPr/>
          <p:nvPr/>
        </p:nvSpPr>
        <p:spPr>
          <a:xfrm>
            <a:off x="507987" y="4764187"/>
            <a:ext cx="6146646" cy="1314351"/>
          </a:xfrm>
          <a:prstGeom prst="roundRect">
            <a:avLst>
              <a:gd name="adj" fmla="val 27827"/>
            </a:avLst>
          </a:prstGeom>
          <a:solidFill>
            <a:srgbClr val="FC9FA5"/>
          </a:solidFill>
          <a:ln/>
        </p:spPr>
        <p:txBody>
          <a:bodyPr/>
          <a:lstStyle/>
          <a:p>
            <a:endParaRPr lang="en-IN"/>
          </a:p>
        </p:txBody>
      </p:sp>
      <p:sp>
        <p:nvSpPr>
          <p:cNvPr id="11" name="Text 9"/>
          <p:cNvSpPr/>
          <p:nvPr/>
        </p:nvSpPr>
        <p:spPr>
          <a:xfrm>
            <a:off x="761981" y="4903569"/>
            <a:ext cx="5638659"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Bid</a:t>
            </a:r>
            <a:endParaRPr lang="en-US" sz="1800" dirty="0"/>
          </a:p>
        </p:txBody>
      </p:sp>
      <p:sp>
        <p:nvSpPr>
          <p:cNvPr id="12" name="Text 10"/>
          <p:cNvSpPr/>
          <p:nvPr/>
        </p:nvSpPr>
        <p:spPr>
          <a:xfrm>
            <a:off x="761981" y="5311795"/>
            <a:ext cx="5638659" cy="640060"/>
          </a:xfrm>
          <a:prstGeom prst="rect">
            <a:avLst/>
          </a:prstGeom>
          <a:noFill/>
          <a:ln/>
        </p:spPr>
        <p:txBody>
          <a:bodyPr wrap="square" lIns="0" tIns="0" rIns="0" bIns="0" rtlCol="0" anchor="t">
            <a:normAutofit/>
          </a:bodyPr>
          <a:lstStyle/>
          <a:p>
            <a:pPr marL="0" indent="0" algn="l">
              <a:lnSpc>
                <a:spcPct val="117000"/>
              </a:lnSpc>
              <a:buNone/>
            </a:pPr>
            <a:r>
              <a:rPr lang="en-US" sz="3600" b="1" dirty="0">
                <a:solidFill>
                  <a:srgbClr val="1F1F1F"/>
                </a:solidFill>
                <a:latin typeface="Space Grotesk Bold" pitchFamily="34" charset="0"/>
                <a:ea typeface="Space Grotesk Bold" pitchFamily="34" charset="-122"/>
                <a:cs typeface="Space Grotesk Bold" pitchFamily="34" charset="-120"/>
              </a:rPr>
              <a:t>1.00</a:t>
            </a:r>
            <a:r>
              <a:rPr lang="en-US" sz="1400" dirty="0">
                <a:solidFill>
                  <a:srgbClr val="1F1F1F"/>
                </a:solidFill>
                <a:latin typeface="Space Grotesk" pitchFamily="34" charset="0"/>
                <a:ea typeface="Space Grotesk" pitchFamily="34" charset="-122"/>
                <a:cs typeface="Space Grotesk" pitchFamily="34" charset="-120"/>
              </a:rPr>
              <a:t>  Target CPV</a:t>
            </a:r>
            <a:endParaRPr lang="en-US" sz="1600" dirty="0"/>
          </a:p>
        </p:txBody>
      </p:sp>
      <p:sp>
        <p:nvSpPr>
          <p:cNvPr id="13" name="Text 11"/>
          <p:cNvSpPr/>
          <p:nvPr/>
        </p:nvSpPr>
        <p:spPr>
          <a:xfrm>
            <a:off x="6959426" y="758448"/>
            <a:ext cx="4724282" cy="284460"/>
          </a:xfrm>
          <a:prstGeom prst="rect">
            <a:avLst/>
          </a:prstGeom>
          <a:noFill/>
          <a:ln/>
        </p:spPr>
        <p:txBody>
          <a:bodyPr wrap="none" lIns="0" tIns="0" rIns="0" bIns="0" rtlCol="0" anchor="t"/>
          <a:lstStyle/>
          <a:p>
            <a:pPr marL="0" indent="0" algn="l">
              <a:lnSpc>
                <a:spcPct val="117000"/>
              </a:lnSpc>
              <a:buNone/>
            </a:pPr>
            <a:r>
              <a:rPr lang="en-US" sz="1600" b="1" dirty="0">
                <a:solidFill>
                  <a:srgbClr val="1F1F1F"/>
                </a:solidFill>
                <a:latin typeface="Space Grotesk Bold" pitchFamily="34" charset="0"/>
                <a:ea typeface="Space Grotesk Bold" pitchFamily="34" charset="-122"/>
                <a:cs typeface="Space Grotesk Bold" pitchFamily="34" charset="-120"/>
              </a:rPr>
              <a:t>Ad preview</a:t>
            </a:r>
            <a:endParaRPr lang="en-US" sz="1600" dirty="0"/>
          </a:p>
        </p:txBody>
      </p:sp>
      <p:sp>
        <p:nvSpPr>
          <p:cNvPr id="14" name="Shape 12"/>
          <p:cNvSpPr/>
          <p:nvPr/>
        </p:nvSpPr>
        <p:spPr>
          <a:xfrm>
            <a:off x="6959426" y="1220391"/>
            <a:ext cx="4724282" cy="2653308"/>
          </a:xfrm>
          <a:prstGeom prst="roundRect">
            <a:avLst>
              <a:gd name="adj" fmla="val 6892"/>
            </a:avLst>
          </a:prstGeom>
          <a:noFill/>
          <a:ln w="12700">
            <a:solidFill>
              <a:srgbClr val="D9CFC4"/>
            </a:solidFill>
            <a:prstDash val="solid"/>
          </a:ln>
        </p:spPr>
        <p:txBody>
          <a:bodyPr/>
          <a:lstStyle/>
          <a:p>
            <a:endParaRPr lang="en-IN"/>
          </a:p>
        </p:txBody>
      </p:sp>
      <p:pic>
        <p:nvPicPr>
          <p:cNvPr id="15" name="Image 0" descr="preencoded.png"/>
          <p:cNvPicPr>
            <a:picLocks noChangeAspect="1"/>
          </p:cNvPicPr>
          <p:nvPr/>
        </p:nvPicPr>
        <p:blipFill>
          <a:blip r:embed="rId3"/>
          <a:stretch>
            <a:fillRect/>
          </a:stretch>
        </p:blipFill>
        <p:spPr>
          <a:xfrm>
            <a:off x="6972126" y="1233091"/>
            <a:ext cx="4571886" cy="2627908"/>
          </a:xfrm>
          <a:prstGeom prst="rect">
            <a:avLst/>
          </a:prstGeom>
        </p:spPr>
      </p:pic>
      <p:pic>
        <p:nvPicPr>
          <p:cNvPr id="17" name="Graphic 16" descr="Agriculture with solid fill">
            <a:extLst>
              <a:ext uri="{FF2B5EF4-FFF2-40B4-BE49-F238E27FC236}">
                <a16:creationId xmlns:a16="http://schemas.microsoft.com/office/drawing/2014/main" id="{AF29068D-B8E4-2219-308C-4178C1205D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2092" y="4196"/>
            <a:ext cx="1102659" cy="792034"/>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2118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Google Performance Max campaign</a:t>
            </a:r>
            <a:endParaRPr lang="en-US" sz="3400" dirty="0"/>
          </a:p>
        </p:txBody>
      </p:sp>
      <p:sp>
        <p:nvSpPr>
          <p:cNvPr id="4" name="Shape 2"/>
          <p:cNvSpPr/>
          <p:nvPr/>
        </p:nvSpPr>
        <p:spPr>
          <a:xfrm>
            <a:off x="507987" y="758130"/>
            <a:ext cx="11175720" cy="1624013"/>
          </a:xfrm>
          <a:prstGeom prst="roundRect">
            <a:avLst>
              <a:gd name="adj" fmla="val 16891"/>
            </a:avLst>
          </a:prstGeom>
          <a:solidFill>
            <a:srgbClr val="FE829A"/>
          </a:solidFill>
          <a:ln/>
        </p:spPr>
        <p:txBody>
          <a:bodyPr/>
          <a:lstStyle/>
          <a:p>
            <a:endParaRPr lang="en-IN"/>
          </a:p>
        </p:txBody>
      </p:sp>
      <p:sp>
        <p:nvSpPr>
          <p:cNvPr id="5" name="Text 3"/>
          <p:cNvSpPr/>
          <p:nvPr/>
        </p:nvSpPr>
        <p:spPr>
          <a:xfrm>
            <a:off x="736582" y="922913"/>
            <a:ext cx="10718532"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Campaign</a:t>
            </a:r>
            <a:endParaRPr lang="en-US" sz="1800" dirty="0"/>
          </a:p>
        </p:txBody>
      </p:sp>
      <p:sp>
        <p:nvSpPr>
          <p:cNvPr id="6" name="Text 4"/>
          <p:cNvSpPr/>
          <p:nvPr/>
        </p:nvSpPr>
        <p:spPr>
          <a:xfrm>
            <a:off x="736582" y="1330821"/>
            <a:ext cx="3496580" cy="497681"/>
          </a:xfrm>
          <a:prstGeom prst="rect">
            <a:avLst/>
          </a:prstGeom>
          <a:noFill/>
          <a:ln/>
        </p:spPr>
        <p:txBody>
          <a:bodyPr wrap="square" lIns="0" tIns="0" rIns="0" bIns="0" rtlCol="0" anchor="t">
            <a:normAutofit/>
          </a:bodyPr>
          <a:lstStyle/>
          <a:p>
            <a:pPr marL="0" indent="0" algn="l">
              <a:lnSpc>
                <a:spcPct val="117000"/>
              </a:lnSpc>
              <a:buNone/>
            </a:pPr>
            <a:r>
              <a:rPr lang="en-US" sz="1400" b="1" dirty="0">
                <a:solidFill>
                  <a:srgbClr val="1F1F1F"/>
                </a:solidFill>
                <a:latin typeface="Space Grotesk Bold" pitchFamily="34" charset="0"/>
                <a:ea typeface="Space Grotesk Bold" pitchFamily="34" charset="-122"/>
                <a:cs typeface="Space Grotesk Bold" pitchFamily="34" charset="-120"/>
              </a:rPr>
              <a:t>Campaign name:</a:t>
            </a:r>
            <a:r>
              <a:rPr lang="en-US" sz="1400" dirty="0">
                <a:solidFill>
                  <a:srgbClr val="1F1F1F"/>
                </a:solidFill>
                <a:latin typeface="Space Grotesk" pitchFamily="34" charset="0"/>
                <a:ea typeface="Space Grotesk" pitchFamily="34" charset="-122"/>
                <a:cs typeface="Space Grotesk" pitchFamily="34" charset="-120"/>
              </a:rPr>
              <a:t> oorja solutions Performance Max</a:t>
            </a:r>
            <a:endParaRPr lang="en-US" sz="1400" dirty="0"/>
          </a:p>
        </p:txBody>
      </p:sp>
      <p:sp>
        <p:nvSpPr>
          <p:cNvPr id="7" name="Text 5"/>
          <p:cNvSpPr/>
          <p:nvPr/>
        </p:nvSpPr>
        <p:spPr>
          <a:xfrm>
            <a:off x="4385557" y="1330821"/>
            <a:ext cx="3445880" cy="248841"/>
          </a:xfrm>
          <a:prstGeom prst="rect">
            <a:avLst/>
          </a:prstGeom>
          <a:noFill/>
          <a:ln/>
        </p:spPr>
        <p:txBody>
          <a:bodyPr wrap="none" lIns="0" tIns="0" rIns="0" bIns="0" rtlCol="0" anchor="t"/>
          <a:lstStyle/>
          <a:p>
            <a:pPr marL="0" indent="0" algn="l">
              <a:lnSpc>
                <a:spcPct val="117000"/>
              </a:lnSpc>
              <a:buNone/>
            </a:pPr>
            <a:r>
              <a:rPr lang="en-US" sz="1400" b="1" dirty="0">
                <a:solidFill>
                  <a:srgbClr val="1F1F1F"/>
                </a:solidFill>
                <a:latin typeface="Space Grotesk Bold" pitchFamily="34" charset="0"/>
                <a:ea typeface="Space Grotesk Bold" pitchFamily="34" charset="-122"/>
                <a:cs typeface="Space Grotesk Bold" pitchFamily="34" charset="-120"/>
              </a:rPr>
              <a:t>Bidding:</a:t>
            </a:r>
            <a:r>
              <a:rPr lang="en-US" sz="1400" dirty="0">
                <a:solidFill>
                  <a:srgbClr val="1F1F1F"/>
                </a:solidFill>
                <a:latin typeface="Space Grotesk" pitchFamily="34" charset="0"/>
                <a:ea typeface="Space Grotesk" pitchFamily="34" charset="-122"/>
                <a:cs typeface="Space Grotesk" pitchFamily="34" charset="-120"/>
              </a:rPr>
              <a:t> Maximize Conversions</a:t>
            </a:r>
            <a:endParaRPr lang="en-US" sz="1400" dirty="0"/>
          </a:p>
        </p:txBody>
      </p:sp>
      <p:sp>
        <p:nvSpPr>
          <p:cNvPr id="8" name="Text 6"/>
          <p:cNvSpPr/>
          <p:nvPr/>
        </p:nvSpPr>
        <p:spPr>
          <a:xfrm>
            <a:off x="7983834" y="1330821"/>
            <a:ext cx="3471180" cy="248841"/>
          </a:xfrm>
          <a:prstGeom prst="rect">
            <a:avLst/>
          </a:prstGeom>
          <a:noFill/>
          <a:ln/>
        </p:spPr>
        <p:txBody>
          <a:bodyPr wrap="none" lIns="0" tIns="0" rIns="0" bIns="0" rtlCol="0" anchor="t"/>
          <a:lstStyle/>
          <a:p>
            <a:pPr marL="0" indent="0" algn="l">
              <a:lnSpc>
                <a:spcPct val="117000"/>
              </a:lnSpc>
              <a:buNone/>
            </a:pPr>
            <a:r>
              <a:rPr lang="en-US" sz="1400" b="1" dirty="0">
                <a:solidFill>
                  <a:srgbClr val="1F1F1F"/>
                </a:solidFill>
                <a:latin typeface="Space Grotesk Bold" pitchFamily="34" charset="0"/>
                <a:ea typeface="Space Grotesk Bold" pitchFamily="34" charset="-122"/>
                <a:cs typeface="Space Grotesk Bold" pitchFamily="34" charset="-120"/>
              </a:rPr>
              <a:t>Location:</a:t>
            </a:r>
            <a:r>
              <a:rPr lang="en-US" sz="1400" dirty="0">
                <a:solidFill>
                  <a:srgbClr val="1F1F1F"/>
                </a:solidFill>
                <a:latin typeface="Space Grotesk" pitchFamily="34" charset="0"/>
                <a:ea typeface="Space Grotesk" pitchFamily="34" charset="-122"/>
                <a:cs typeface="Space Grotesk" pitchFamily="34" charset="-120"/>
              </a:rPr>
              <a:t> India</a:t>
            </a:r>
            <a:endParaRPr lang="en-US" sz="1400" dirty="0"/>
          </a:p>
        </p:txBody>
      </p:sp>
      <p:sp>
        <p:nvSpPr>
          <p:cNvPr id="9" name="Text 7"/>
          <p:cNvSpPr/>
          <p:nvPr/>
        </p:nvSpPr>
        <p:spPr>
          <a:xfrm>
            <a:off x="736582" y="1980902"/>
            <a:ext cx="3496580" cy="248841"/>
          </a:xfrm>
          <a:prstGeom prst="rect">
            <a:avLst/>
          </a:prstGeom>
          <a:noFill/>
          <a:ln/>
        </p:spPr>
        <p:txBody>
          <a:bodyPr wrap="none" lIns="0" tIns="0" rIns="0" bIns="0" rtlCol="0" anchor="t"/>
          <a:lstStyle/>
          <a:p>
            <a:pPr marL="0" indent="0" algn="l">
              <a:lnSpc>
                <a:spcPct val="117000"/>
              </a:lnSpc>
              <a:buNone/>
            </a:pPr>
            <a:r>
              <a:rPr lang="en-US" sz="1400" b="1" dirty="0">
                <a:solidFill>
                  <a:srgbClr val="1F1F1F"/>
                </a:solidFill>
                <a:latin typeface="Space Grotesk Bold" pitchFamily="34" charset="0"/>
                <a:ea typeface="Space Grotesk Bold" pitchFamily="34" charset="-122"/>
                <a:cs typeface="Space Grotesk Bold" pitchFamily="34" charset="-120"/>
              </a:rPr>
              <a:t>Languages:</a:t>
            </a:r>
            <a:r>
              <a:rPr lang="en-US" sz="1400" dirty="0">
                <a:solidFill>
                  <a:srgbClr val="1F1F1F"/>
                </a:solidFill>
                <a:latin typeface="Space Grotesk" pitchFamily="34" charset="0"/>
                <a:ea typeface="Space Grotesk" pitchFamily="34" charset="-122"/>
                <a:cs typeface="Space Grotesk" pitchFamily="34" charset="-120"/>
              </a:rPr>
              <a:t> All</a:t>
            </a:r>
            <a:endParaRPr lang="en-US" sz="1400" dirty="0"/>
          </a:p>
        </p:txBody>
      </p:sp>
      <p:sp>
        <p:nvSpPr>
          <p:cNvPr id="10" name="Text 8"/>
          <p:cNvSpPr/>
          <p:nvPr/>
        </p:nvSpPr>
        <p:spPr>
          <a:xfrm>
            <a:off x="4385557" y="1980902"/>
            <a:ext cx="7069457" cy="248841"/>
          </a:xfrm>
          <a:prstGeom prst="rect">
            <a:avLst/>
          </a:prstGeom>
          <a:noFill/>
          <a:ln/>
        </p:spPr>
        <p:txBody>
          <a:bodyPr wrap="none" lIns="0" tIns="0" rIns="0" bIns="0" rtlCol="0" anchor="t"/>
          <a:lstStyle/>
          <a:p>
            <a:pPr marL="0" indent="0" algn="l">
              <a:lnSpc>
                <a:spcPct val="117000"/>
              </a:lnSpc>
              <a:buNone/>
            </a:pPr>
            <a:r>
              <a:rPr lang="en-US" sz="1400" b="1" dirty="0">
                <a:solidFill>
                  <a:srgbClr val="1F1F1F"/>
                </a:solidFill>
                <a:latin typeface="Space Grotesk Bold" pitchFamily="34" charset="0"/>
                <a:ea typeface="Space Grotesk Bold" pitchFamily="34" charset="-122"/>
                <a:cs typeface="Space Grotesk Bold" pitchFamily="34" charset="-120"/>
              </a:rPr>
              <a:t>Devices:</a:t>
            </a:r>
            <a:r>
              <a:rPr lang="en-US" sz="1400" dirty="0">
                <a:solidFill>
                  <a:srgbClr val="1F1F1F"/>
                </a:solidFill>
                <a:latin typeface="Space Grotesk" pitchFamily="34" charset="0"/>
                <a:ea typeface="Space Grotesk" pitchFamily="34" charset="-122"/>
                <a:cs typeface="Space Grotesk" pitchFamily="34" charset="-120"/>
              </a:rPr>
              <a:t> Computer, Mobile, Tablets</a:t>
            </a:r>
            <a:endParaRPr lang="en-US" sz="1400" dirty="0"/>
          </a:p>
        </p:txBody>
      </p:sp>
      <p:sp>
        <p:nvSpPr>
          <p:cNvPr id="11" name="Shape 9"/>
          <p:cNvSpPr/>
          <p:nvPr/>
        </p:nvSpPr>
        <p:spPr>
          <a:xfrm>
            <a:off x="507987" y="2509143"/>
            <a:ext cx="6430206" cy="3528715"/>
          </a:xfrm>
          <a:prstGeom prst="roundRect">
            <a:avLst>
              <a:gd name="adj" fmla="val 7774"/>
            </a:avLst>
          </a:prstGeom>
          <a:solidFill>
            <a:srgbClr val="F9B440"/>
          </a:solidFill>
          <a:ln/>
        </p:spPr>
        <p:txBody>
          <a:bodyPr/>
          <a:lstStyle/>
          <a:p>
            <a:endParaRPr lang="en-IN"/>
          </a:p>
        </p:txBody>
      </p:sp>
      <p:sp>
        <p:nvSpPr>
          <p:cNvPr id="12" name="Text 10"/>
          <p:cNvSpPr/>
          <p:nvPr/>
        </p:nvSpPr>
        <p:spPr>
          <a:xfrm>
            <a:off x="736582" y="2673925"/>
            <a:ext cx="5973018"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Ad assets</a:t>
            </a:r>
            <a:endParaRPr lang="en-US" sz="1800" dirty="0"/>
          </a:p>
        </p:txBody>
      </p:sp>
      <p:sp>
        <p:nvSpPr>
          <p:cNvPr id="13" name="Text 11"/>
          <p:cNvSpPr/>
          <p:nvPr/>
        </p:nvSpPr>
        <p:spPr>
          <a:xfrm>
            <a:off x="736582" y="3081834"/>
            <a:ext cx="5973018" cy="2803624"/>
          </a:xfrm>
          <a:prstGeom prst="rect">
            <a:avLst/>
          </a:prstGeom>
          <a:noFill/>
          <a:ln/>
        </p:spPr>
        <p:txBody>
          <a:bodyPr wrap="square" lIns="0" tIns="0" rIns="0" bIns="0" rtlCol="0" anchor="t"/>
          <a:lstStyle/>
          <a:p>
            <a:pPr marL="0" indent="0" algn="l">
              <a:lnSpc>
                <a:spcPct val="117000"/>
              </a:lnSpc>
              <a:spcAft>
                <a:spcPts val="900"/>
              </a:spcAft>
              <a:buNone/>
            </a:pPr>
            <a:r>
              <a:rPr lang="en-US" sz="1300" b="1" dirty="0">
                <a:solidFill>
                  <a:srgbClr val="1F1F1F"/>
                </a:solidFill>
                <a:latin typeface="Space Grotesk Bold" pitchFamily="34" charset="0"/>
                <a:ea typeface="Space Grotesk Bold" pitchFamily="34" charset="-122"/>
                <a:cs typeface="Space Grotesk Bold" pitchFamily="34" charset="-120"/>
              </a:rPr>
              <a:t>Headline 1:</a:t>
            </a:r>
            <a:r>
              <a:rPr lang="en-US" sz="1300" dirty="0">
                <a:solidFill>
                  <a:srgbClr val="1F1F1F"/>
                </a:solidFill>
                <a:latin typeface="Space Grotesk" pitchFamily="34" charset="0"/>
                <a:ea typeface="Space Grotesk" pitchFamily="34" charset="-122"/>
                <a:cs typeface="Space Grotesk" pitchFamily="34" charset="-120"/>
              </a:rPr>
              <a:t> Solar Powered Water Pumping</a:t>
            </a:r>
            <a:endParaRPr lang="en-US" sz="1300" dirty="0"/>
          </a:p>
          <a:p>
            <a:pPr marL="0" indent="0" algn="l">
              <a:lnSpc>
                <a:spcPct val="117000"/>
              </a:lnSpc>
              <a:spcAft>
                <a:spcPts val="900"/>
              </a:spcAft>
              <a:buNone/>
            </a:pPr>
            <a:r>
              <a:rPr lang="en-US" sz="1300" b="1" dirty="0">
                <a:solidFill>
                  <a:srgbClr val="1F1F1F"/>
                </a:solidFill>
                <a:latin typeface="Space Grotesk Bold" pitchFamily="34" charset="0"/>
                <a:ea typeface="Space Grotesk Bold" pitchFamily="34" charset="-122"/>
                <a:cs typeface="Space Grotesk Bold" pitchFamily="34" charset="-120"/>
              </a:rPr>
              <a:t>Headline 2:</a:t>
            </a:r>
            <a:r>
              <a:rPr lang="en-US" sz="1300" dirty="0">
                <a:solidFill>
                  <a:srgbClr val="1F1F1F"/>
                </a:solidFill>
                <a:latin typeface="Space Grotesk" pitchFamily="34" charset="0"/>
                <a:ea typeface="Space Grotesk" pitchFamily="34" charset="-122"/>
                <a:cs typeface="Space Grotesk" pitchFamily="34" charset="-120"/>
              </a:rPr>
              <a:t> Cut Irrigation Costs by 60%</a:t>
            </a:r>
            <a:endParaRPr lang="en-US" sz="1300" dirty="0"/>
          </a:p>
          <a:p>
            <a:pPr marL="0" indent="0" algn="l">
              <a:lnSpc>
                <a:spcPct val="117000"/>
              </a:lnSpc>
              <a:spcAft>
                <a:spcPts val="900"/>
              </a:spcAft>
              <a:buNone/>
            </a:pPr>
            <a:r>
              <a:rPr lang="en-US" sz="1300" b="1" dirty="0">
                <a:solidFill>
                  <a:srgbClr val="1F1F1F"/>
                </a:solidFill>
                <a:latin typeface="Space Grotesk Bold" pitchFamily="34" charset="0"/>
                <a:ea typeface="Space Grotesk Bold" pitchFamily="34" charset="-122"/>
                <a:cs typeface="Space Grotesk Bold" pitchFamily="34" charset="-120"/>
              </a:rPr>
              <a:t>Description 1:</a:t>
            </a:r>
            <a:r>
              <a:rPr lang="en-US" sz="1300" dirty="0">
                <a:solidFill>
                  <a:srgbClr val="1F1F1F"/>
                </a:solidFill>
                <a:latin typeface="Space Grotesk" pitchFamily="34" charset="0"/>
                <a:ea typeface="Space Grotesk" pitchFamily="34" charset="-122"/>
                <a:cs typeface="Space Grotesk" pitchFamily="34" charset="-120"/>
              </a:rPr>
              <a:t> Cut Irrigation Costs By Up To 60% With Oorja's Pay-Per-Use Solar Farming Services Today</a:t>
            </a:r>
            <a:endParaRPr lang="en-US" sz="1300" dirty="0"/>
          </a:p>
          <a:p>
            <a:pPr marL="0" indent="0" algn="l">
              <a:lnSpc>
                <a:spcPct val="117000"/>
              </a:lnSpc>
              <a:spcAft>
                <a:spcPts val="900"/>
              </a:spcAft>
              <a:buNone/>
            </a:pPr>
            <a:r>
              <a:rPr lang="en-US" sz="1300" b="1" dirty="0">
                <a:solidFill>
                  <a:srgbClr val="1F1F1F"/>
                </a:solidFill>
                <a:latin typeface="Space Grotesk Bold" pitchFamily="34" charset="0"/>
                <a:ea typeface="Space Grotesk Bold" pitchFamily="34" charset="-122"/>
                <a:cs typeface="Space Grotesk Bold" pitchFamily="34" charset="-120"/>
              </a:rPr>
              <a:t>Description 2:</a:t>
            </a:r>
            <a:r>
              <a:rPr lang="en-US" sz="1300" dirty="0">
                <a:solidFill>
                  <a:srgbClr val="1F1F1F"/>
                </a:solidFill>
                <a:latin typeface="Space Grotesk" pitchFamily="34" charset="0"/>
                <a:ea typeface="Space Grotesk" pitchFamily="34" charset="-122"/>
                <a:cs typeface="Space Grotesk" pitchFamily="34" charset="-120"/>
              </a:rPr>
              <a:t> Eliminate Diesel Reliance &amp; Save Big On Pumping - Switch To Clean Solar Energy Now</a:t>
            </a:r>
            <a:endParaRPr lang="en-US" sz="1300" dirty="0"/>
          </a:p>
          <a:p>
            <a:pPr marL="0" indent="0" algn="l">
              <a:lnSpc>
                <a:spcPct val="117000"/>
              </a:lnSpc>
              <a:spcAft>
                <a:spcPts val="900"/>
              </a:spcAft>
              <a:buNone/>
            </a:pPr>
            <a:r>
              <a:rPr lang="en-US" sz="1300" b="1" dirty="0">
                <a:solidFill>
                  <a:srgbClr val="1F1F1F"/>
                </a:solidFill>
                <a:latin typeface="Space Grotesk Bold" pitchFamily="34" charset="0"/>
                <a:ea typeface="Space Grotesk Bold" pitchFamily="34" charset="-122"/>
                <a:cs typeface="Space Grotesk Bold" pitchFamily="34" charset="-120"/>
              </a:rPr>
              <a:t>Site link 1:</a:t>
            </a:r>
            <a:r>
              <a:rPr lang="en-US" sz="1300" dirty="0">
                <a:solidFill>
                  <a:srgbClr val="1F1F1F"/>
                </a:solidFill>
                <a:latin typeface="Space Grotesk" pitchFamily="34" charset="0"/>
                <a:ea typeface="Space Grotesk" pitchFamily="34" charset="-122"/>
                <a:cs typeface="Space Grotesk" pitchFamily="34" charset="-120"/>
              </a:rPr>
              <a:t> Technology Solutions</a:t>
            </a:r>
            <a:endParaRPr lang="en-US" sz="1300" dirty="0"/>
          </a:p>
          <a:p>
            <a:pPr marL="0" indent="0" algn="l">
              <a:lnSpc>
                <a:spcPct val="117000"/>
              </a:lnSpc>
              <a:spcAft>
                <a:spcPts val="900"/>
              </a:spcAft>
              <a:buNone/>
            </a:pPr>
            <a:r>
              <a:rPr lang="en-US" sz="1300" b="1" dirty="0">
                <a:solidFill>
                  <a:srgbClr val="1F1F1F"/>
                </a:solidFill>
                <a:latin typeface="Space Grotesk Bold" pitchFamily="34" charset="0"/>
                <a:ea typeface="Space Grotesk Bold" pitchFamily="34" charset="-122"/>
                <a:cs typeface="Space Grotesk Bold" pitchFamily="34" charset="-120"/>
              </a:rPr>
              <a:t>Site link 2:</a:t>
            </a:r>
            <a:r>
              <a:rPr lang="en-US" sz="1300" dirty="0">
                <a:solidFill>
                  <a:srgbClr val="1F1F1F"/>
                </a:solidFill>
                <a:latin typeface="Space Grotesk" pitchFamily="34" charset="0"/>
                <a:ea typeface="Space Grotesk" pitchFamily="34" charset="-122"/>
                <a:cs typeface="Space Grotesk" pitchFamily="34" charset="-120"/>
              </a:rPr>
              <a:t> Case Studies</a:t>
            </a:r>
            <a:endParaRPr lang="en-US" sz="1300" dirty="0"/>
          </a:p>
          <a:p>
            <a:pPr marL="0" indent="0" algn="l">
              <a:lnSpc>
                <a:spcPct val="117000"/>
              </a:lnSpc>
              <a:buNone/>
            </a:pPr>
            <a:r>
              <a:rPr lang="en-US" sz="1300" b="1" dirty="0">
                <a:solidFill>
                  <a:srgbClr val="1F1F1F"/>
                </a:solidFill>
                <a:latin typeface="Space Grotesk Bold" pitchFamily="34" charset="0"/>
                <a:ea typeface="Space Grotesk Bold" pitchFamily="34" charset="-122"/>
                <a:cs typeface="Space Grotesk Bold" pitchFamily="34" charset="-120"/>
              </a:rPr>
              <a:t>Call to action:</a:t>
            </a:r>
            <a:r>
              <a:rPr lang="en-US" sz="1300" dirty="0">
                <a:solidFill>
                  <a:srgbClr val="1F1F1F"/>
                </a:solidFill>
                <a:latin typeface="Space Grotesk" pitchFamily="34" charset="0"/>
                <a:ea typeface="Space Grotesk" pitchFamily="34" charset="-122"/>
                <a:cs typeface="Space Grotesk" pitchFamily="34" charset="-120"/>
              </a:rPr>
              <a:t> Contact Us</a:t>
            </a:r>
            <a:endParaRPr lang="en-US" sz="1300" dirty="0"/>
          </a:p>
        </p:txBody>
      </p:sp>
      <p:sp>
        <p:nvSpPr>
          <p:cNvPr id="14" name="Text 12"/>
          <p:cNvSpPr/>
          <p:nvPr/>
        </p:nvSpPr>
        <p:spPr>
          <a:xfrm>
            <a:off x="7090590" y="2509460"/>
            <a:ext cx="4593118" cy="284460"/>
          </a:xfrm>
          <a:prstGeom prst="rect">
            <a:avLst/>
          </a:prstGeom>
          <a:noFill/>
          <a:ln/>
        </p:spPr>
        <p:txBody>
          <a:bodyPr wrap="none" lIns="0" tIns="0" rIns="0" bIns="0" rtlCol="0" anchor="t"/>
          <a:lstStyle/>
          <a:p>
            <a:pPr marL="0" indent="0" algn="l">
              <a:lnSpc>
                <a:spcPct val="117000"/>
              </a:lnSpc>
              <a:buNone/>
            </a:pPr>
            <a:r>
              <a:rPr lang="en-US" sz="1600" b="1" dirty="0">
                <a:solidFill>
                  <a:srgbClr val="1F1F1F"/>
                </a:solidFill>
                <a:latin typeface="Space Grotesk Bold" pitchFamily="34" charset="0"/>
                <a:ea typeface="Space Grotesk Bold" pitchFamily="34" charset="-122"/>
                <a:cs typeface="Space Grotesk Bold" pitchFamily="34" charset="-120"/>
              </a:rPr>
              <a:t>Ad preview</a:t>
            </a:r>
            <a:endParaRPr lang="en-US" sz="1600" dirty="0"/>
          </a:p>
        </p:txBody>
      </p:sp>
      <p:sp>
        <p:nvSpPr>
          <p:cNvPr id="15" name="Shape 13"/>
          <p:cNvSpPr/>
          <p:nvPr/>
        </p:nvSpPr>
        <p:spPr>
          <a:xfrm>
            <a:off x="7090590" y="2920603"/>
            <a:ext cx="4593118" cy="1538883"/>
          </a:xfrm>
          <a:prstGeom prst="roundRect">
            <a:avLst>
              <a:gd name="adj" fmla="val 11884"/>
            </a:avLst>
          </a:prstGeom>
          <a:noFill/>
          <a:ln w="12700">
            <a:solidFill>
              <a:srgbClr val="D9CFC4"/>
            </a:solidFill>
            <a:prstDash val="solid"/>
          </a:ln>
        </p:spPr>
        <p:txBody>
          <a:bodyPr/>
          <a:lstStyle/>
          <a:p>
            <a:endParaRPr lang="en-IN"/>
          </a:p>
        </p:txBody>
      </p:sp>
      <p:pic>
        <p:nvPicPr>
          <p:cNvPr id="16" name="Image 0" descr="preencoded.png"/>
          <p:cNvPicPr>
            <a:picLocks noChangeAspect="1"/>
          </p:cNvPicPr>
          <p:nvPr/>
        </p:nvPicPr>
        <p:blipFill>
          <a:blip r:embed="rId3"/>
          <a:stretch>
            <a:fillRect/>
          </a:stretch>
        </p:blipFill>
        <p:spPr>
          <a:xfrm>
            <a:off x="7103289" y="2933303"/>
            <a:ext cx="4580418" cy="1513483"/>
          </a:xfrm>
          <a:prstGeom prst="rect">
            <a:avLst/>
          </a:prstGeom>
        </p:spPr>
      </p:pic>
      <p:sp>
        <p:nvSpPr>
          <p:cNvPr id="17" name="Shape 14"/>
          <p:cNvSpPr/>
          <p:nvPr/>
        </p:nvSpPr>
        <p:spPr>
          <a:xfrm>
            <a:off x="7090590" y="4586486"/>
            <a:ext cx="4593118" cy="1563191"/>
          </a:xfrm>
          <a:prstGeom prst="roundRect">
            <a:avLst>
              <a:gd name="adj" fmla="val 17548"/>
            </a:avLst>
          </a:prstGeom>
          <a:solidFill>
            <a:srgbClr val="FC9FA5"/>
          </a:solidFill>
          <a:ln/>
        </p:spPr>
        <p:txBody>
          <a:bodyPr/>
          <a:lstStyle/>
          <a:p>
            <a:endParaRPr lang="en-IN"/>
          </a:p>
        </p:txBody>
      </p:sp>
      <p:sp>
        <p:nvSpPr>
          <p:cNvPr id="18" name="Text 15"/>
          <p:cNvSpPr/>
          <p:nvPr/>
        </p:nvSpPr>
        <p:spPr>
          <a:xfrm>
            <a:off x="7268385" y="4723963"/>
            <a:ext cx="4237527" cy="243780"/>
          </a:xfrm>
          <a:prstGeom prst="rect">
            <a:avLst/>
          </a:prstGeom>
          <a:noFill/>
          <a:ln/>
        </p:spPr>
        <p:txBody>
          <a:bodyPr wrap="none" lIns="0" tIns="0" rIns="0" bIns="0" rtlCol="0" anchor="t"/>
          <a:lstStyle/>
          <a:p>
            <a:pPr marL="0" indent="0" algn="l">
              <a:lnSpc>
                <a:spcPct val="100000"/>
              </a:lnSpc>
              <a:buNone/>
            </a:pPr>
            <a:r>
              <a:rPr lang="en-US" sz="1600" b="1" dirty="0">
                <a:solidFill>
                  <a:srgbClr val="1F1F1F"/>
                </a:solidFill>
                <a:latin typeface="Space Grotesk Bold" pitchFamily="34" charset="0"/>
                <a:ea typeface="Space Grotesk Bold" pitchFamily="34" charset="-122"/>
                <a:cs typeface="Space Grotesk Bold" pitchFamily="34" charset="-120"/>
              </a:rPr>
              <a:t>Search themes</a:t>
            </a:r>
            <a:endParaRPr lang="en-US" sz="1600" dirty="0"/>
          </a:p>
        </p:txBody>
      </p:sp>
      <p:sp>
        <p:nvSpPr>
          <p:cNvPr id="19" name="Shape 16"/>
          <p:cNvSpPr/>
          <p:nvPr/>
        </p:nvSpPr>
        <p:spPr>
          <a:xfrm>
            <a:off x="7268385" y="5103316"/>
            <a:ext cx="4237527" cy="383480"/>
          </a:xfrm>
          <a:prstGeom prst="roundRect">
            <a:avLst>
              <a:gd name="adj" fmla="val 49999"/>
            </a:avLst>
          </a:prstGeom>
          <a:solidFill>
            <a:srgbClr val="FFF8F2"/>
          </a:solidFill>
          <a:ln/>
        </p:spPr>
        <p:txBody>
          <a:bodyPr/>
          <a:lstStyle/>
          <a:p>
            <a:endParaRPr lang="en-IN"/>
          </a:p>
        </p:txBody>
      </p:sp>
      <p:sp>
        <p:nvSpPr>
          <p:cNvPr id="20" name="Text 17"/>
          <p:cNvSpPr/>
          <p:nvPr/>
        </p:nvSpPr>
        <p:spPr>
          <a:xfrm>
            <a:off x="7420782" y="5179516"/>
            <a:ext cx="4085131" cy="231080"/>
          </a:xfrm>
          <a:prstGeom prst="rect">
            <a:avLst/>
          </a:prstGeom>
          <a:noFill/>
          <a:ln/>
        </p:spPr>
        <p:txBody>
          <a:bodyPr wrap="none" lIns="0" tIns="0" rIns="0" bIns="0" rtlCol="0" anchor="t"/>
          <a:lstStyle/>
          <a:p>
            <a:pPr marL="0" indent="0" algn="l">
              <a:lnSpc>
                <a:spcPct val="117000"/>
              </a:lnSpc>
              <a:buNone/>
            </a:pPr>
            <a:r>
              <a:rPr lang="en-US" sz="1300" dirty="0">
                <a:solidFill>
                  <a:srgbClr val="1F1F1F"/>
                </a:solidFill>
                <a:latin typeface="Space Grotesk" pitchFamily="34" charset="0"/>
                <a:ea typeface="Space Grotesk" pitchFamily="34" charset="-122"/>
                <a:cs typeface="Space Grotesk" pitchFamily="34" charset="-120"/>
              </a:rPr>
              <a:t>Agriculture Water Pump</a:t>
            </a:r>
            <a:endParaRPr lang="en-US" sz="1300" dirty="0"/>
          </a:p>
        </p:txBody>
      </p:sp>
      <p:sp>
        <p:nvSpPr>
          <p:cNvPr id="21" name="Shape 18"/>
          <p:cNvSpPr/>
          <p:nvPr/>
        </p:nvSpPr>
        <p:spPr>
          <a:xfrm>
            <a:off x="7268385" y="5639197"/>
            <a:ext cx="2042565" cy="383480"/>
          </a:xfrm>
          <a:prstGeom prst="roundRect">
            <a:avLst>
              <a:gd name="adj" fmla="val 49999"/>
            </a:avLst>
          </a:prstGeom>
          <a:solidFill>
            <a:srgbClr val="FFF8F2"/>
          </a:solidFill>
          <a:ln/>
        </p:spPr>
        <p:txBody>
          <a:bodyPr/>
          <a:lstStyle/>
          <a:p>
            <a:endParaRPr lang="en-IN"/>
          </a:p>
        </p:txBody>
      </p:sp>
      <p:sp>
        <p:nvSpPr>
          <p:cNvPr id="22" name="Text 19"/>
          <p:cNvSpPr/>
          <p:nvPr/>
        </p:nvSpPr>
        <p:spPr>
          <a:xfrm>
            <a:off x="7420782" y="5715397"/>
            <a:ext cx="1890169" cy="231080"/>
          </a:xfrm>
          <a:prstGeom prst="rect">
            <a:avLst/>
          </a:prstGeom>
          <a:noFill/>
          <a:ln/>
        </p:spPr>
        <p:txBody>
          <a:bodyPr wrap="none" lIns="0" tIns="0" rIns="0" bIns="0" rtlCol="0" anchor="t"/>
          <a:lstStyle/>
          <a:p>
            <a:pPr marL="0" indent="0" algn="l">
              <a:lnSpc>
                <a:spcPct val="117000"/>
              </a:lnSpc>
              <a:buNone/>
            </a:pPr>
            <a:r>
              <a:rPr lang="en-US" sz="1300" dirty="0">
                <a:solidFill>
                  <a:srgbClr val="1F1F1F"/>
                </a:solidFill>
                <a:latin typeface="Space Grotesk" pitchFamily="34" charset="0"/>
                <a:ea typeface="Space Grotesk" pitchFamily="34" charset="-122"/>
                <a:cs typeface="Space Grotesk" pitchFamily="34" charset="-120"/>
              </a:rPr>
              <a:t>Solar Pump</a:t>
            </a:r>
            <a:endParaRPr lang="en-US" sz="1300" dirty="0"/>
          </a:p>
        </p:txBody>
      </p:sp>
      <p:sp>
        <p:nvSpPr>
          <p:cNvPr id="23" name="Shape 20"/>
          <p:cNvSpPr/>
          <p:nvPr/>
        </p:nvSpPr>
        <p:spPr>
          <a:xfrm>
            <a:off x="9463347" y="5639197"/>
            <a:ext cx="2042565" cy="383480"/>
          </a:xfrm>
          <a:prstGeom prst="roundRect">
            <a:avLst>
              <a:gd name="adj" fmla="val 49999"/>
            </a:avLst>
          </a:prstGeom>
          <a:solidFill>
            <a:srgbClr val="FFF8F2"/>
          </a:solidFill>
          <a:ln/>
        </p:spPr>
        <p:txBody>
          <a:bodyPr/>
          <a:lstStyle/>
          <a:p>
            <a:endParaRPr lang="en-IN"/>
          </a:p>
        </p:txBody>
      </p:sp>
      <p:sp>
        <p:nvSpPr>
          <p:cNvPr id="24" name="Text 21"/>
          <p:cNvSpPr/>
          <p:nvPr/>
        </p:nvSpPr>
        <p:spPr>
          <a:xfrm>
            <a:off x="9615743" y="5715397"/>
            <a:ext cx="1890169" cy="231080"/>
          </a:xfrm>
          <a:prstGeom prst="rect">
            <a:avLst/>
          </a:prstGeom>
          <a:noFill/>
          <a:ln/>
        </p:spPr>
        <p:txBody>
          <a:bodyPr wrap="none" lIns="0" tIns="0" rIns="0" bIns="0" rtlCol="0" anchor="t"/>
          <a:lstStyle/>
          <a:p>
            <a:pPr marL="0" indent="0" algn="l">
              <a:lnSpc>
                <a:spcPct val="117000"/>
              </a:lnSpc>
              <a:buNone/>
            </a:pPr>
            <a:r>
              <a:rPr lang="en-US" sz="1300" dirty="0">
                <a:solidFill>
                  <a:srgbClr val="1F1F1F"/>
                </a:solidFill>
                <a:latin typeface="Space Grotesk" pitchFamily="34" charset="0"/>
                <a:ea typeface="Space Grotesk" pitchFamily="34" charset="-122"/>
                <a:cs typeface="Space Grotesk" pitchFamily="34" charset="-120"/>
              </a:rPr>
              <a:t>Irrigation water Pump</a:t>
            </a:r>
            <a:endParaRPr lang="en-US" sz="1300" dirty="0"/>
          </a:p>
        </p:txBody>
      </p:sp>
      <p:pic>
        <p:nvPicPr>
          <p:cNvPr id="26" name="Graphic 25" descr="Agriculture with solid fill">
            <a:extLst>
              <a:ext uri="{FF2B5EF4-FFF2-40B4-BE49-F238E27FC236}">
                <a16:creationId xmlns:a16="http://schemas.microsoft.com/office/drawing/2014/main" id="{4AFED7A2-3232-EA93-1EEF-1B9FFF59BC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2092" y="4196"/>
            <a:ext cx="1102659" cy="792034"/>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2626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Google Performance Max campaign: signals and budget</a:t>
            </a:r>
            <a:endParaRPr lang="en-US" sz="3400" dirty="0"/>
          </a:p>
        </p:txBody>
      </p:sp>
      <p:sp>
        <p:nvSpPr>
          <p:cNvPr id="4" name="Shape 2"/>
          <p:cNvSpPr/>
          <p:nvPr/>
        </p:nvSpPr>
        <p:spPr>
          <a:xfrm>
            <a:off x="507987" y="885130"/>
            <a:ext cx="6062908" cy="3112492"/>
          </a:xfrm>
          <a:prstGeom prst="roundRect">
            <a:avLst>
              <a:gd name="adj" fmla="val 8813"/>
            </a:avLst>
          </a:prstGeom>
          <a:solidFill>
            <a:srgbClr val="FE829A"/>
          </a:solidFill>
          <a:ln/>
        </p:spPr>
        <p:txBody>
          <a:bodyPr/>
          <a:lstStyle/>
          <a:p>
            <a:endParaRPr lang="en-IN"/>
          </a:p>
        </p:txBody>
      </p:sp>
      <p:sp>
        <p:nvSpPr>
          <p:cNvPr id="5" name="Text 3"/>
          <p:cNvSpPr/>
          <p:nvPr/>
        </p:nvSpPr>
        <p:spPr>
          <a:xfrm>
            <a:off x="736582" y="1075313"/>
            <a:ext cx="5605719"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Signals</a:t>
            </a:r>
            <a:endParaRPr lang="en-US" sz="1800" dirty="0"/>
          </a:p>
        </p:txBody>
      </p:sp>
      <p:sp>
        <p:nvSpPr>
          <p:cNvPr id="6" name="Text 4"/>
          <p:cNvSpPr/>
          <p:nvPr/>
        </p:nvSpPr>
        <p:spPr>
          <a:xfrm>
            <a:off x="736582" y="1483221"/>
            <a:ext cx="5834313" cy="266700"/>
          </a:xfrm>
          <a:prstGeom prst="rect">
            <a:avLst/>
          </a:prstGeom>
          <a:noFill/>
          <a:ln/>
        </p:spPr>
        <p:txBody>
          <a:bodyPr wrap="none" lIns="0" tIns="0" rIns="0" bIns="0" rtlCol="0" anchor="t"/>
          <a:lstStyle/>
          <a:p>
            <a:pPr marL="0" indent="0" algn="l">
              <a:lnSpc>
                <a:spcPct val="117000"/>
              </a:lnSpc>
              <a:buNone/>
            </a:pPr>
            <a:r>
              <a:rPr lang="en-US" sz="1500" b="1" dirty="0">
                <a:solidFill>
                  <a:srgbClr val="1F1F1F"/>
                </a:solidFill>
                <a:latin typeface="Space Grotesk Bold" pitchFamily="34" charset="0"/>
                <a:ea typeface="Space Grotesk Bold" pitchFamily="34" charset="-122"/>
                <a:cs typeface="Space Grotesk Bold" pitchFamily="34" charset="-120"/>
              </a:rPr>
              <a:t>Search themes</a:t>
            </a:r>
            <a:endParaRPr lang="en-US" sz="1500" dirty="0"/>
          </a:p>
        </p:txBody>
      </p:sp>
      <p:sp>
        <p:nvSpPr>
          <p:cNvPr id="7" name="Shape 5"/>
          <p:cNvSpPr/>
          <p:nvPr/>
        </p:nvSpPr>
        <p:spPr>
          <a:xfrm>
            <a:off x="736582" y="1870571"/>
            <a:ext cx="5605719" cy="419100"/>
          </a:xfrm>
          <a:prstGeom prst="roundRect">
            <a:avLst>
              <a:gd name="adj" fmla="val 49999"/>
            </a:avLst>
          </a:prstGeom>
          <a:solidFill>
            <a:srgbClr val="FFF8F2"/>
          </a:solidFill>
          <a:ln/>
        </p:spPr>
        <p:txBody>
          <a:bodyPr/>
          <a:lstStyle/>
          <a:p>
            <a:endParaRPr lang="en-IN"/>
          </a:p>
        </p:txBody>
      </p:sp>
      <p:sp>
        <p:nvSpPr>
          <p:cNvPr id="8" name="Text 6"/>
          <p:cNvSpPr/>
          <p:nvPr/>
        </p:nvSpPr>
        <p:spPr>
          <a:xfrm>
            <a:off x="888978" y="1946771"/>
            <a:ext cx="5453323" cy="266700"/>
          </a:xfrm>
          <a:prstGeom prst="rect">
            <a:avLst/>
          </a:prstGeom>
          <a:noFill/>
          <a:ln/>
        </p:spPr>
        <p:txBody>
          <a:bodyPr wrap="none" lIns="0" tIns="0" rIns="0" bIns="0" rtlCol="0" anchor="t"/>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Agriculture Water Pump</a:t>
            </a:r>
            <a:endParaRPr lang="en-US" sz="1500" dirty="0"/>
          </a:p>
        </p:txBody>
      </p:sp>
      <p:sp>
        <p:nvSpPr>
          <p:cNvPr id="9" name="Shape 7"/>
          <p:cNvSpPr/>
          <p:nvPr/>
        </p:nvSpPr>
        <p:spPr>
          <a:xfrm>
            <a:off x="736582" y="2441972"/>
            <a:ext cx="5605719" cy="419100"/>
          </a:xfrm>
          <a:prstGeom prst="roundRect">
            <a:avLst>
              <a:gd name="adj" fmla="val 49999"/>
            </a:avLst>
          </a:prstGeom>
          <a:solidFill>
            <a:srgbClr val="FFF8F2"/>
          </a:solidFill>
          <a:ln/>
        </p:spPr>
        <p:txBody>
          <a:bodyPr/>
          <a:lstStyle/>
          <a:p>
            <a:endParaRPr lang="en-IN"/>
          </a:p>
        </p:txBody>
      </p:sp>
      <p:sp>
        <p:nvSpPr>
          <p:cNvPr id="10" name="Text 8"/>
          <p:cNvSpPr/>
          <p:nvPr/>
        </p:nvSpPr>
        <p:spPr>
          <a:xfrm>
            <a:off x="888978" y="2518172"/>
            <a:ext cx="5453323" cy="266700"/>
          </a:xfrm>
          <a:prstGeom prst="rect">
            <a:avLst/>
          </a:prstGeom>
          <a:noFill/>
          <a:ln/>
        </p:spPr>
        <p:txBody>
          <a:bodyPr wrap="none" lIns="0" tIns="0" rIns="0" bIns="0" rtlCol="0" anchor="t"/>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Solar Pump</a:t>
            </a:r>
            <a:endParaRPr lang="en-US" sz="1500" dirty="0"/>
          </a:p>
        </p:txBody>
      </p:sp>
      <p:sp>
        <p:nvSpPr>
          <p:cNvPr id="11" name="Shape 9"/>
          <p:cNvSpPr/>
          <p:nvPr/>
        </p:nvSpPr>
        <p:spPr>
          <a:xfrm>
            <a:off x="736582" y="3013373"/>
            <a:ext cx="5605719" cy="419100"/>
          </a:xfrm>
          <a:prstGeom prst="roundRect">
            <a:avLst>
              <a:gd name="adj" fmla="val 49999"/>
            </a:avLst>
          </a:prstGeom>
          <a:solidFill>
            <a:srgbClr val="FFF8F2"/>
          </a:solidFill>
          <a:ln/>
        </p:spPr>
        <p:txBody>
          <a:bodyPr/>
          <a:lstStyle/>
          <a:p>
            <a:endParaRPr lang="en-IN"/>
          </a:p>
        </p:txBody>
      </p:sp>
      <p:sp>
        <p:nvSpPr>
          <p:cNvPr id="12" name="Text 10"/>
          <p:cNvSpPr/>
          <p:nvPr/>
        </p:nvSpPr>
        <p:spPr>
          <a:xfrm>
            <a:off x="888978" y="3089573"/>
            <a:ext cx="5453323" cy="266700"/>
          </a:xfrm>
          <a:prstGeom prst="rect">
            <a:avLst/>
          </a:prstGeom>
          <a:noFill/>
          <a:ln/>
        </p:spPr>
        <p:txBody>
          <a:bodyPr wrap="none" lIns="0" tIns="0" rIns="0" bIns="0" rtlCol="0" anchor="t"/>
          <a:lstStyle/>
          <a:p>
            <a:pPr marL="0" indent="0" algn="l">
              <a:lnSpc>
                <a:spcPct val="117000"/>
              </a:lnSpc>
              <a:buNone/>
            </a:pPr>
            <a:r>
              <a:rPr lang="en-US" sz="1500" dirty="0">
                <a:solidFill>
                  <a:srgbClr val="1F1F1F"/>
                </a:solidFill>
                <a:latin typeface="Space Grotesk" pitchFamily="34" charset="0"/>
                <a:ea typeface="Space Grotesk" pitchFamily="34" charset="-122"/>
                <a:cs typeface="Space Grotesk" pitchFamily="34" charset="-120"/>
              </a:rPr>
              <a:t>Irrigation water Pump</a:t>
            </a:r>
            <a:endParaRPr lang="en-US" sz="1500" dirty="0"/>
          </a:p>
        </p:txBody>
      </p:sp>
      <p:sp>
        <p:nvSpPr>
          <p:cNvPr id="13" name="Text 11"/>
          <p:cNvSpPr/>
          <p:nvPr/>
        </p:nvSpPr>
        <p:spPr>
          <a:xfrm>
            <a:off x="736582" y="3553123"/>
            <a:ext cx="5834313" cy="266700"/>
          </a:xfrm>
          <a:prstGeom prst="rect">
            <a:avLst/>
          </a:prstGeom>
          <a:noFill/>
          <a:ln/>
        </p:spPr>
        <p:txBody>
          <a:bodyPr wrap="none" lIns="0" tIns="0" rIns="0" bIns="0" rtlCol="0" anchor="t"/>
          <a:lstStyle/>
          <a:p>
            <a:pPr marL="0" indent="0" algn="l">
              <a:lnSpc>
                <a:spcPct val="117000"/>
              </a:lnSpc>
              <a:buNone/>
            </a:pPr>
            <a:r>
              <a:rPr lang="en-US" sz="1500" b="1" dirty="0">
                <a:solidFill>
                  <a:srgbClr val="1F1F1F"/>
                </a:solidFill>
                <a:latin typeface="Space Grotesk Bold" pitchFamily="34" charset="0"/>
                <a:ea typeface="Space Grotesk Bold" pitchFamily="34" charset="-122"/>
                <a:cs typeface="Space Grotesk Bold" pitchFamily="34" charset="-120"/>
              </a:rPr>
              <a:t>Audience:</a:t>
            </a:r>
            <a:r>
              <a:rPr lang="en-US" sz="1500" dirty="0">
                <a:solidFill>
                  <a:srgbClr val="1F1F1F"/>
                </a:solidFill>
                <a:latin typeface="Space Grotesk" pitchFamily="34" charset="0"/>
                <a:ea typeface="Space Grotesk" pitchFamily="34" charset="-122"/>
                <a:cs typeface="Space Grotesk" pitchFamily="34" charset="-120"/>
              </a:rPr>
              <a:t> Demographics All</a:t>
            </a:r>
            <a:endParaRPr lang="en-US" sz="1500" dirty="0"/>
          </a:p>
        </p:txBody>
      </p:sp>
      <p:sp>
        <p:nvSpPr>
          <p:cNvPr id="14" name="Shape 12"/>
          <p:cNvSpPr/>
          <p:nvPr/>
        </p:nvSpPr>
        <p:spPr>
          <a:xfrm>
            <a:off x="507987" y="4150023"/>
            <a:ext cx="6062908" cy="1927622"/>
          </a:xfrm>
          <a:prstGeom prst="roundRect">
            <a:avLst>
              <a:gd name="adj" fmla="val 14231"/>
            </a:avLst>
          </a:prstGeom>
          <a:solidFill>
            <a:srgbClr val="F9B440"/>
          </a:solidFill>
          <a:ln/>
        </p:spPr>
        <p:txBody>
          <a:bodyPr/>
          <a:lstStyle/>
          <a:p>
            <a:endParaRPr lang="en-IN"/>
          </a:p>
        </p:txBody>
      </p:sp>
      <p:sp>
        <p:nvSpPr>
          <p:cNvPr id="15" name="Text 13"/>
          <p:cNvSpPr/>
          <p:nvPr/>
        </p:nvSpPr>
        <p:spPr>
          <a:xfrm>
            <a:off x="736582" y="4340205"/>
            <a:ext cx="5605719" cy="274241"/>
          </a:xfrm>
          <a:prstGeom prst="rect">
            <a:avLst/>
          </a:prstGeom>
          <a:noFill/>
          <a:ln/>
        </p:spPr>
        <p:txBody>
          <a:bodyPr wrap="none" lIns="0" tIns="0" rIns="0" bIns="0" rtlCol="0" anchor="t"/>
          <a:lstStyle/>
          <a:p>
            <a:pPr marL="0" indent="0" algn="l">
              <a:lnSpc>
                <a:spcPct val="100000"/>
              </a:lnSpc>
              <a:buNone/>
            </a:pPr>
            <a:r>
              <a:rPr lang="en-US" sz="1800" b="1" dirty="0">
                <a:solidFill>
                  <a:srgbClr val="1F1F1F"/>
                </a:solidFill>
                <a:latin typeface="Space Grotesk Bold" pitchFamily="34" charset="0"/>
                <a:ea typeface="Space Grotesk Bold" pitchFamily="34" charset="-122"/>
                <a:cs typeface="Space Grotesk Bold" pitchFamily="34" charset="-120"/>
              </a:rPr>
              <a:t>Budget</a:t>
            </a:r>
            <a:endParaRPr lang="en-US" sz="1800" dirty="0"/>
          </a:p>
        </p:txBody>
      </p:sp>
      <p:sp>
        <p:nvSpPr>
          <p:cNvPr id="16" name="Text 14"/>
          <p:cNvSpPr/>
          <p:nvPr/>
        </p:nvSpPr>
        <p:spPr>
          <a:xfrm>
            <a:off x="736582" y="4748113"/>
            <a:ext cx="5834313" cy="782241"/>
          </a:xfrm>
          <a:prstGeom prst="rect">
            <a:avLst/>
          </a:prstGeom>
          <a:noFill/>
          <a:ln/>
        </p:spPr>
        <p:txBody>
          <a:bodyPr wrap="none" lIns="0" tIns="0" rIns="0" bIns="0" rtlCol="0" anchor="t"/>
          <a:lstStyle/>
          <a:p>
            <a:pPr marL="0" indent="0" algn="l">
              <a:lnSpc>
                <a:spcPct val="117000"/>
              </a:lnSpc>
              <a:buNone/>
            </a:pPr>
            <a:r>
              <a:rPr lang="en-US" sz="4400" b="1" dirty="0">
                <a:solidFill>
                  <a:srgbClr val="1F1F1F"/>
                </a:solidFill>
                <a:latin typeface="Space Grotesk Bold" pitchFamily="34" charset="0"/>
                <a:ea typeface="Space Grotesk Bold" pitchFamily="34" charset="-122"/>
                <a:cs typeface="Space Grotesk Bold" pitchFamily="34" charset="-120"/>
              </a:rPr>
              <a:t>20000</a:t>
            </a:r>
            <a:endParaRPr lang="en-US" sz="4400" dirty="0"/>
          </a:p>
        </p:txBody>
      </p:sp>
      <p:sp>
        <p:nvSpPr>
          <p:cNvPr id="17" name="Text 15"/>
          <p:cNvSpPr/>
          <p:nvPr/>
        </p:nvSpPr>
        <p:spPr>
          <a:xfrm>
            <a:off x="736582" y="5651004"/>
            <a:ext cx="5834313" cy="248841"/>
          </a:xfrm>
          <a:prstGeom prst="rect">
            <a:avLst/>
          </a:prstGeom>
          <a:noFill/>
          <a:ln/>
        </p:spPr>
        <p:txBody>
          <a:bodyPr wrap="none" lIns="0" tIns="0" rIns="0" bIns="0" rtlCol="0" anchor="t"/>
          <a:lstStyle/>
          <a:p>
            <a:pPr marL="0" indent="0" algn="l">
              <a:lnSpc>
                <a:spcPct val="117000"/>
              </a:lnSpc>
              <a:buNone/>
            </a:pPr>
            <a:r>
              <a:rPr lang="en-US" sz="1400" dirty="0">
                <a:solidFill>
                  <a:srgbClr val="1F1F1F"/>
                </a:solidFill>
                <a:latin typeface="Space Grotesk" pitchFamily="34" charset="0"/>
                <a:ea typeface="Space Grotesk" pitchFamily="34" charset="-122"/>
                <a:cs typeface="Space Grotesk" pitchFamily="34" charset="-120"/>
              </a:rPr>
              <a:t>Campaign total budget</a:t>
            </a:r>
            <a:endParaRPr lang="en-US" sz="1400" dirty="0"/>
          </a:p>
        </p:txBody>
      </p:sp>
      <p:sp>
        <p:nvSpPr>
          <p:cNvPr id="18" name="Text 16"/>
          <p:cNvSpPr/>
          <p:nvPr/>
        </p:nvSpPr>
        <p:spPr>
          <a:xfrm>
            <a:off x="6723192" y="885448"/>
            <a:ext cx="4960516" cy="284460"/>
          </a:xfrm>
          <a:prstGeom prst="rect">
            <a:avLst/>
          </a:prstGeom>
          <a:noFill/>
          <a:ln/>
        </p:spPr>
        <p:txBody>
          <a:bodyPr wrap="none" lIns="0" tIns="0" rIns="0" bIns="0" rtlCol="0" anchor="t"/>
          <a:lstStyle/>
          <a:p>
            <a:pPr marL="0" indent="0" algn="l">
              <a:lnSpc>
                <a:spcPct val="117000"/>
              </a:lnSpc>
              <a:buNone/>
            </a:pPr>
            <a:r>
              <a:rPr lang="en-US" sz="1600" b="1" dirty="0">
                <a:solidFill>
                  <a:srgbClr val="1F1F1F"/>
                </a:solidFill>
                <a:latin typeface="Space Grotesk Bold" pitchFamily="34" charset="0"/>
                <a:ea typeface="Space Grotesk Bold" pitchFamily="34" charset="-122"/>
                <a:cs typeface="Space Grotesk Bold" pitchFamily="34" charset="-120"/>
              </a:rPr>
              <a:t>Ad preview</a:t>
            </a:r>
            <a:endParaRPr lang="en-US" sz="1600" dirty="0"/>
          </a:p>
        </p:txBody>
      </p:sp>
      <p:sp>
        <p:nvSpPr>
          <p:cNvPr id="19" name="Shape 17"/>
          <p:cNvSpPr/>
          <p:nvPr/>
        </p:nvSpPr>
        <p:spPr>
          <a:xfrm>
            <a:off x="6723192" y="1296591"/>
            <a:ext cx="4960516" cy="2220714"/>
          </a:xfrm>
          <a:prstGeom prst="roundRect">
            <a:avLst>
              <a:gd name="adj" fmla="val 8235"/>
            </a:avLst>
          </a:prstGeom>
          <a:noFill/>
          <a:ln w="12700">
            <a:solidFill>
              <a:srgbClr val="D9CFC4"/>
            </a:solidFill>
            <a:prstDash val="solid"/>
          </a:ln>
        </p:spPr>
        <p:txBody>
          <a:bodyPr/>
          <a:lstStyle/>
          <a:p>
            <a:endParaRPr lang="en-IN"/>
          </a:p>
        </p:txBody>
      </p:sp>
      <p:pic>
        <p:nvPicPr>
          <p:cNvPr id="20" name="Image 0" descr="preencoded.png"/>
          <p:cNvPicPr>
            <a:picLocks noChangeAspect="1"/>
          </p:cNvPicPr>
          <p:nvPr/>
        </p:nvPicPr>
        <p:blipFill>
          <a:blip r:embed="rId3"/>
          <a:stretch>
            <a:fillRect/>
          </a:stretch>
        </p:blipFill>
        <p:spPr>
          <a:xfrm>
            <a:off x="6735892" y="1309291"/>
            <a:ext cx="4935116" cy="2195314"/>
          </a:xfrm>
          <a:prstGeom prst="rect">
            <a:avLst/>
          </a:prstGeom>
        </p:spPr>
      </p:pic>
      <p:sp>
        <p:nvSpPr>
          <p:cNvPr id="21" name="Shape 18"/>
          <p:cNvSpPr/>
          <p:nvPr/>
        </p:nvSpPr>
        <p:spPr>
          <a:xfrm>
            <a:off x="6723192" y="3669705"/>
            <a:ext cx="4960516" cy="751681"/>
          </a:xfrm>
          <a:prstGeom prst="roundRect">
            <a:avLst>
              <a:gd name="adj" fmla="val 36493"/>
            </a:avLst>
          </a:prstGeom>
          <a:solidFill>
            <a:srgbClr val="FC9FA5"/>
          </a:solidFill>
          <a:ln/>
        </p:spPr>
        <p:txBody>
          <a:bodyPr/>
          <a:lstStyle/>
          <a:p>
            <a:endParaRPr lang="en-IN"/>
          </a:p>
        </p:txBody>
      </p:sp>
      <p:sp>
        <p:nvSpPr>
          <p:cNvPr id="22" name="Text 19"/>
          <p:cNvSpPr/>
          <p:nvPr/>
        </p:nvSpPr>
        <p:spPr>
          <a:xfrm>
            <a:off x="6900988" y="3796705"/>
            <a:ext cx="4604925" cy="497681"/>
          </a:xfrm>
          <a:prstGeom prst="rect">
            <a:avLst/>
          </a:prstGeom>
          <a:noFill/>
          <a:ln/>
        </p:spPr>
        <p:txBody>
          <a:bodyPr wrap="square" lIns="0" tIns="0" rIns="0" bIns="0" rtlCol="0" anchor="t">
            <a:normAutofit/>
          </a:bodyPr>
          <a:lstStyle/>
          <a:p>
            <a:pPr marL="0" indent="0" algn="l">
              <a:lnSpc>
                <a:spcPct val="117000"/>
              </a:lnSpc>
              <a:buNone/>
            </a:pPr>
            <a:r>
              <a:rPr lang="en-US" sz="1400" b="1" dirty="0">
                <a:solidFill>
                  <a:srgbClr val="1F1F1F"/>
                </a:solidFill>
                <a:latin typeface="Space Grotesk Bold" pitchFamily="34" charset="0"/>
                <a:ea typeface="Space Grotesk Bold" pitchFamily="34" charset="-122"/>
                <a:cs typeface="Space Grotesk Bold" pitchFamily="34" charset="-120"/>
              </a:rPr>
              <a:t>Site links:</a:t>
            </a:r>
            <a:r>
              <a:rPr lang="en-US" sz="1400" dirty="0">
                <a:solidFill>
                  <a:srgbClr val="1F1F1F"/>
                </a:solidFill>
                <a:latin typeface="Space Grotesk" pitchFamily="34" charset="0"/>
                <a:ea typeface="Space Grotesk" pitchFamily="34" charset="-122"/>
                <a:cs typeface="Space Grotesk" pitchFamily="34" charset="-120"/>
              </a:rPr>
              <a:t> Technology Solutions, Case Studies   |   </a:t>
            </a:r>
            <a:r>
              <a:rPr lang="en-US" sz="1400" b="1" dirty="0">
                <a:solidFill>
                  <a:srgbClr val="1F1F1F"/>
                </a:solidFill>
                <a:latin typeface="Space Grotesk Bold" pitchFamily="34" charset="0"/>
                <a:ea typeface="Space Grotesk Bold" pitchFamily="34" charset="-122"/>
                <a:cs typeface="Space Grotesk Bold" pitchFamily="34" charset="-120"/>
              </a:rPr>
              <a:t>Call to action:</a:t>
            </a:r>
            <a:r>
              <a:rPr lang="en-US" sz="1400" dirty="0">
                <a:solidFill>
                  <a:srgbClr val="1F1F1F"/>
                </a:solidFill>
                <a:latin typeface="Space Grotesk" pitchFamily="34" charset="0"/>
                <a:ea typeface="Space Grotesk" pitchFamily="34" charset="-122"/>
                <a:cs typeface="Space Grotesk" pitchFamily="34" charset="-120"/>
              </a:rPr>
              <a:t> Contact Us</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609585" y="643699"/>
            <a:ext cx="10972526"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Meta Awareness Ads campaign</a:t>
            </a:r>
            <a:endParaRPr lang="en-US" sz="3400" dirty="0"/>
          </a:p>
        </p:txBody>
      </p:sp>
      <p:sp>
        <p:nvSpPr>
          <p:cNvPr id="3" name="Shape 1"/>
          <p:cNvSpPr/>
          <p:nvPr/>
        </p:nvSpPr>
        <p:spPr>
          <a:xfrm>
            <a:off x="609585" y="1266130"/>
            <a:ext cx="10972526" cy="1497112"/>
          </a:xfrm>
          <a:prstGeom prst="roundRect">
            <a:avLst>
              <a:gd name="adj" fmla="val 16287"/>
            </a:avLst>
          </a:prstGeom>
          <a:solidFill>
            <a:srgbClr val="FE829A"/>
          </a:solidFill>
          <a:ln/>
        </p:spPr>
        <p:txBody>
          <a:bodyPr/>
          <a:lstStyle/>
          <a:p>
            <a:endParaRPr lang="en-IN"/>
          </a:p>
        </p:txBody>
      </p:sp>
      <p:sp>
        <p:nvSpPr>
          <p:cNvPr id="4" name="Text 2"/>
          <p:cNvSpPr/>
          <p:nvPr/>
        </p:nvSpPr>
        <p:spPr>
          <a:xfrm>
            <a:off x="888978" y="1394083"/>
            <a:ext cx="10693132"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Campaign</a:t>
            </a:r>
            <a:endParaRPr lang="en-US" sz="1800" dirty="0"/>
          </a:p>
        </p:txBody>
      </p:sp>
      <p:sp>
        <p:nvSpPr>
          <p:cNvPr id="5" name="Text 3"/>
          <p:cNvSpPr/>
          <p:nvPr/>
        </p:nvSpPr>
        <p:spPr>
          <a:xfrm>
            <a:off x="888978" y="1833761"/>
            <a:ext cx="5054474"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Campaign name:</a:t>
            </a:r>
            <a:r>
              <a:rPr lang="en-US" sz="1400" dirty="0">
                <a:solidFill>
                  <a:srgbClr val="000000"/>
                </a:solidFill>
                <a:latin typeface="Space Grotesk" pitchFamily="34" charset="0"/>
                <a:ea typeface="Space Grotesk" pitchFamily="34" charset="-122"/>
                <a:cs typeface="Space Grotesk" pitchFamily="34" charset="-120"/>
              </a:rPr>
              <a:t> OORJA SOLUTIONS Awareness campaign</a:t>
            </a:r>
            <a:endParaRPr lang="en-US" sz="1400" dirty="0"/>
          </a:p>
        </p:txBody>
      </p:sp>
      <p:sp>
        <p:nvSpPr>
          <p:cNvPr id="6" name="Text 4"/>
          <p:cNvSpPr/>
          <p:nvPr/>
        </p:nvSpPr>
        <p:spPr>
          <a:xfrm>
            <a:off x="6248244" y="1833761"/>
            <a:ext cx="5054474"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Buying type:</a:t>
            </a:r>
            <a:r>
              <a:rPr lang="en-US" sz="1400" dirty="0">
                <a:solidFill>
                  <a:srgbClr val="000000"/>
                </a:solidFill>
                <a:latin typeface="Space Grotesk" pitchFamily="34" charset="0"/>
                <a:ea typeface="Space Grotesk" pitchFamily="34" charset="-122"/>
                <a:cs typeface="Space Grotesk" pitchFamily="34" charset="-120"/>
              </a:rPr>
              <a:t> Auction</a:t>
            </a:r>
            <a:endParaRPr lang="en-US" sz="1400" dirty="0"/>
          </a:p>
        </p:txBody>
      </p:sp>
      <p:sp>
        <p:nvSpPr>
          <p:cNvPr id="7" name="Text 5"/>
          <p:cNvSpPr/>
          <p:nvPr/>
        </p:nvSpPr>
        <p:spPr>
          <a:xfrm>
            <a:off x="888978" y="2387402"/>
            <a:ext cx="5054474"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Objective:</a:t>
            </a:r>
            <a:r>
              <a:rPr lang="en-US" sz="1400" dirty="0">
                <a:solidFill>
                  <a:srgbClr val="000000"/>
                </a:solidFill>
                <a:latin typeface="Space Grotesk" pitchFamily="34" charset="0"/>
                <a:ea typeface="Space Grotesk" pitchFamily="34" charset="-122"/>
                <a:cs typeface="Space Grotesk" pitchFamily="34" charset="-120"/>
              </a:rPr>
              <a:t> Awareness</a:t>
            </a:r>
            <a:endParaRPr lang="en-US" sz="1400" dirty="0"/>
          </a:p>
        </p:txBody>
      </p:sp>
      <p:sp>
        <p:nvSpPr>
          <p:cNvPr id="8" name="Text 6"/>
          <p:cNvSpPr/>
          <p:nvPr/>
        </p:nvSpPr>
        <p:spPr>
          <a:xfrm>
            <a:off x="6248244" y="2387402"/>
            <a:ext cx="5054474"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Bid strategy:</a:t>
            </a:r>
            <a:r>
              <a:rPr lang="en-US" sz="1400" dirty="0">
                <a:solidFill>
                  <a:srgbClr val="000000"/>
                </a:solidFill>
                <a:latin typeface="Space Grotesk" pitchFamily="34" charset="0"/>
                <a:ea typeface="Space Grotesk" pitchFamily="34" charset="-122"/>
                <a:cs typeface="Space Grotesk" pitchFamily="34" charset="-120"/>
              </a:rPr>
              <a:t> Highest Volume</a:t>
            </a:r>
            <a:endParaRPr lang="en-US" sz="1400" dirty="0"/>
          </a:p>
        </p:txBody>
      </p:sp>
      <p:sp>
        <p:nvSpPr>
          <p:cNvPr id="9" name="Shape 7"/>
          <p:cNvSpPr/>
          <p:nvPr/>
        </p:nvSpPr>
        <p:spPr>
          <a:xfrm>
            <a:off x="609585" y="2947392"/>
            <a:ext cx="6222844" cy="3383955"/>
          </a:xfrm>
          <a:prstGeom prst="roundRect">
            <a:avLst>
              <a:gd name="adj" fmla="val 7206"/>
            </a:avLst>
          </a:prstGeom>
          <a:solidFill>
            <a:srgbClr val="F9B440"/>
          </a:solidFill>
          <a:ln/>
        </p:spPr>
        <p:txBody>
          <a:bodyPr/>
          <a:lstStyle/>
          <a:p>
            <a:endParaRPr lang="en-IN"/>
          </a:p>
        </p:txBody>
      </p:sp>
      <p:sp>
        <p:nvSpPr>
          <p:cNvPr id="10" name="Text 8"/>
          <p:cNvSpPr/>
          <p:nvPr/>
        </p:nvSpPr>
        <p:spPr>
          <a:xfrm>
            <a:off x="888978" y="3151545"/>
            <a:ext cx="5943451"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Budget &amp; schedule</a:t>
            </a:r>
            <a:endParaRPr lang="en-US" sz="1800" dirty="0"/>
          </a:p>
        </p:txBody>
      </p:sp>
      <p:sp>
        <p:nvSpPr>
          <p:cNvPr id="11" name="Text 9"/>
          <p:cNvSpPr/>
          <p:nvPr/>
        </p:nvSpPr>
        <p:spPr>
          <a:xfrm>
            <a:off x="888978" y="3591223"/>
            <a:ext cx="5664058" cy="1357313"/>
          </a:xfrm>
          <a:prstGeom prst="rect">
            <a:avLst/>
          </a:prstGeom>
          <a:noFill/>
          <a:ln/>
        </p:spPr>
        <p:txBody>
          <a:bodyPr wrap="square" lIns="0" tIns="0" rIns="0" bIns="0" rtlCol="0" anchor="t"/>
          <a:lstStyle/>
          <a:p>
            <a:pPr marL="0" indent="0" algn="l">
              <a:lnSpc>
                <a:spcPct val="117000"/>
              </a:lnSpc>
              <a:spcAft>
                <a:spcPts val="900"/>
              </a:spcAft>
              <a:buNone/>
            </a:pPr>
            <a:r>
              <a:rPr lang="en-US" sz="1400" b="1" dirty="0">
                <a:solidFill>
                  <a:srgbClr val="000000"/>
                </a:solidFill>
                <a:latin typeface="Space Grotesk Bold" pitchFamily="34" charset="0"/>
                <a:ea typeface="Space Grotesk Bold" pitchFamily="34" charset="-122"/>
                <a:cs typeface="Space Grotesk Bold" pitchFamily="34" charset="-120"/>
              </a:rPr>
              <a:t>Budget strategy:</a:t>
            </a:r>
            <a:r>
              <a:rPr lang="en-US" sz="1400" dirty="0">
                <a:solidFill>
                  <a:srgbClr val="000000"/>
                </a:solidFill>
                <a:latin typeface="Space Grotesk" pitchFamily="34" charset="0"/>
                <a:ea typeface="Space Grotesk" pitchFamily="34" charset="-122"/>
                <a:cs typeface="Space Grotesk" pitchFamily="34" charset="-120"/>
              </a:rPr>
              <a:t> Campaign Budget</a:t>
            </a:r>
            <a:endParaRPr lang="en-US" sz="1400" dirty="0"/>
          </a:p>
          <a:p>
            <a:pPr marL="0" indent="0" algn="l">
              <a:lnSpc>
                <a:spcPct val="117000"/>
              </a:lnSpc>
              <a:spcAft>
                <a:spcPts val="900"/>
              </a:spcAft>
              <a:buNone/>
            </a:pPr>
            <a:r>
              <a:rPr lang="en-US" sz="1400" b="1" dirty="0">
                <a:solidFill>
                  <a:srgbClr val="000000"/>
                </a:solidFill>
                <a:latin typeface="Space Grotesk Bold" pitchFamily="34" charset="0"/>
                <a:ea typeface="Space Grotesk Bold" pitchFamily="34" charset="-122"/>
                <a:cs typeface="Space Grotesk Bold" pitchFamily="34" charset="-120"/>
              </a:rPr>
              <a:t>Daily budget:</a:t>
            </a:r>
            <a:r>
              <a:rPr lang="en-US" sz="1400" dirty="0">
                <a:solidFill>
                  <a:srgbClr val="000000"/>
                </a:solidFill>
                <a:latin typeface="Space Grotesk" pitchFamily="34" charset="0"/>
                <a:ea typeface="Space Grotesk" pitchFamily="34" charset="-122"/>
                <a:cs typeface="Space Grotesk" pitchFamily="34" charset="-120"/>
              </a:rPr>
              <a:t> 200</a:t>
            </a:r>
            <a:endParaRPr lang="en-US" sz="1400" dirty="0"/>
          </a:p>
          <a:p>
            <a:pPr marL="0" indent="0" algn="l">
              <a:lnSpc>
                <a:spcPct val="117000"/>
              </a:lnSpc>
              <a:spcAft>
                <a:spcPts val="900"/>
              </a:spcAft>
              <a:buNone/>
            </a:pPr>
            <a:r>
              <a:rPr lang="en-US" sz="1400" b="1" dirty="0">
                <a:solidFill>
                  <a:srgbClr val="000000"/>
                </a:solidFill>
                <a:latin typeface="Space Grotesk Bold" pitchFamily="34" charset="0"/>
                <a:ea typeface="Space Grotesk Bold" pitchFamily="34" charset="-122"/>
                <a:cs typeface="Space Grotesk Bold" pitchFamily="34" charset="-120"/>
              </a:rPr>
              <a:t>Budget scheduling:</a:t>
            </a:r>
            <a:r>
              <a:rPr lang="en-US" sz="1400" dirty="0">
                <a:solidFill>
                  <a:srgbClr val="000000"/>
                </a:solidFill>
                <a:latin typeface="Space Grotesk" pitchFamily="34" charset="0"/>
                <a:ea typeface="Space Grotesk" pitchFamily="34" charset="-122"/>
                <a:cs typeface="Space Grotesk" pitchFamily="34" charset="-120"/>
              </a:rPr>
              <a:t> Start 6th Oct 2026, end 20th Oct 2026</a:t>
            </a:r>
            <a:endParaRPr lang="en-US" sz="1400" dirty="0"/>
          </a:p>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Campaign frequency:</a:t>
            </a:r>
            <a:r>
              <a:rPr lang="en-US" sz="1400" dirty="0">
                <a:solidFill>
                  <a:srgbClr val="000000"/>
                </a:solidFill>
                <a:latin typeface="Space Grotesk" pitchFamily="34" charset="0"/>
                <a:ea typeface="Space Grotesk" pitchFamily="34" charset="-122"/>
                <a:cs typeface="Space Grotesk" pitchFamily="34" charset="-120"/>
              </a:rPr>
              <a:t> 2 times in 7 days</a:t>
            </a:r>
            <a:endParaRPr lang="en-US" sz="1400" dirty="0"/>
          </a:p>
        </p:txBody>
      </p:sp>
      <p:sp>
        <p:nvSpPr>
          <p:cNvPr id="12" name="Text 10"/>
          <p:cNvSpPr/>
          <p:nvPr/>
        </p:nvSpPr>
        <p:spPr>
          <a:xfrm>
            <a:off x="888978" y="5070138"/>
            <a:ext cx="5943451"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Ad set</a:t>
            </a:r>
            <a:endParaRPr lang="en-US" sz="1800" dirty="0"/>
          </a:p>
        </p:txBody>
      </p:sp>
      <p:sp>
        <p:nvSpPr>
          <p:cNvPr id="13" name="Text 11"/>
          <p:cNvSpPr/>
          <p:nvPr/>
        </p:nvSpPr>
        <p:spPr>
          <a:xfrm>
            <a:off x="888978" y="5509816"/>
            <a:ext cx="5664058" cy="618331"/>
          </a:xfrm>
          <a:prstGeom prst="rect">
            <a:avLst/>
          </a:prstGeom>
          <a:noFill/>
          <a:ln/>
        </p:spPr>
        <p:txBody>
          <a:bodyPr wrap="square" lIns="0" tIns="0" rIns="0" bIns="0" rtlCol="0" anchor="t"/>
          <a:lstStyle/>
          <a:p>
            <a:pPr marL="0" indent="0" algn="l">
              <a:lnSpc>
                <a:spcPct val="117000"/>
              </a:lnSpc>
              <a:spcAft>
                <a:spcPts val="900"/>
              </a:spcAft>
              <a:buNone/>
            </a:pPr>
            <a:r>
              <a:rPr lang="en-US" sz="1400" b="1" dirty="0">
                <a:solidFill>
                  <a:srgbClr val="000000"/>
                </a:solidFill>
                <a:latin typeface="Space Grotesk Bold" pitchFamily="34" charset="0"/>
                <a:ea typeface="Space Grotesk Bold" pitchFamily="34" charset="-122"/>
                <a:cs typeface="Space Grotesk Bold" pitchFamily="34" charset="-120"/>
              </a:rPr>
              <a:t>Ad set name:</a:t>
            </a:r>
            <a:r>
              <a:rPr lang="en-US" sz="1400" dirty="0">
                <a:solidFill>
                  <a:srgbClr val="000000"/>
                </a:solidFill>
                <a:latin typeface="Space Grotesk" pitchFamily="34" charset="0"/>
                <a:ea typeface="Space Grotesk" pitchFamily="34" charset="-122"/>
                <a:cs typeface="Space Grotesk" pitchFamily="34" charset="-120"/>
              </a:rPr>
              <a:t> OORJA SOLUTIONS Awareness ad set</a:t>
            </a:r>
            <a:endParaRPr lang="en-US" sz="1400" dirty="0"/>
          </a:p>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Performance goal:</a:t>
            </a:r>
            <a:r>
              <a:rPr lang="en-US" sz="1400" dirty="0">
                <a:solidFill>
                  <a:srgbClr val="000000"/>
                </a:solidFill>
                <a:latin typeface="Space Grotesk" pitchFamily="34" charset="0"/>
                <a:ea typeface="Space Grotesk" pitchFamily="34" charset="-122"/>
                <a:cs typeface="Space Grotesk" pitchFamily="34" charset="-120"/>
              </a:rPr>
              <a:t> Maximise reach of ads</a:t>
            </a:r>
            <a:endParaRPr lang="en-US" sz="1400" dirty="0"/>
          </a:p>
        </p:txBody>
      </p:sp>
      <p:sp>
        <p:nvSpPr>
          <p:cNvPr id="14" name="Text 12"/>
          <p:cNvSpPr/>
          <p:nvPr/>
        </p:nvSpPr>
        <p:spPr>
          <a:xfrm>
            <a:off x="7137221" y="2947710"/>
            <a:ext cx="4444889"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Ad preview</a:t>
            </a:r>
            <a:endParaRPr lang="en-US" sz="1600" dirty="0"/>
          </a:p>
        </p:txBody>
      </p:sp>
      <p:sp>
        <p:nvSpPr>
          <p:cNvPr id="15" name="Shape 13"/>
          <p:cNvSpPr/>
          <p:nvPr/>
        </p:nvSpPr>
        <p:spPr>
          <a:xfrm>
            <a:off x="7137221" y="3352502"/>
            <a:ext cx="2793930" cy="2611934"/>
          </a:xfrm>
          <a:prstGeom prst="roundRect">
            <a:avLst>
              <a:gd name="adj" fmla="val 7002"/>
            </a:avLst>
          </a:prstGeom>
          <a:noFill/>
          <a:ln w="12700">
            <a:solidFill>
              <a:srgbClr val="CCCCCC"/>
            </a:solidFill>
            <a:prstDash val="solid"/>
          </a:ln>
        </p:spPr>
        <p:txBody>
          <a:bodyPr/>
          <a:lstStyle/>
          <a:p>
            <a:endParaRPr lang="en-IN"/>
          </a:p>
        </p:txBody>
      </p:sp>
      <p:pic>
        <p:nvPicPr>
          <p:cNvPr id="16" name="Image 0" descr="preencoded.png"/>
          <p:cNvPicPr>
            <a:picLocks noChangeAspect="1"/>
          </p:cNvPicPr>
          <p:nvPr/>
        </p:nvPicPr>
        <p:blipFill>
          <a:blip r:embed="rId3"/>
          <a:stretch>
            <a:fillRect/>
          </a:stretch>
        </p:blipFill>
        <p:spPr>
          <a:xfrm>
            <a:off x="7149921" y="3365202"/>
            <a:ext cx="2768531" cy="2586534"/>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1864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Meta Awareness Ads campaign: ad details</a:t>
            </a:r>
            <a:endParaRPr lang="en-US" sz="3400" dirty="0"/>
          </a:p>
        </p:txBody>
      </p:sp>
      <p:sp>
        <p:nvSpPr>
          <p:cNvPr id="4" name="Shape 2"/>
          <p:cNvSpPr/>
          <p:nvPr/>
        </p:nvSpPr>
        <p:spPr>
          <a:xfrm>
            <a:off x="507987" y="732730"/>
            <a:ext cx="6553036" cy="2422624"/>
          </a:xfrm>
          <a:prstGeom prst="roundRect">
            <a:avLst>
              <a:gd name="adj" fmla="val 10065"/>
            </a:avLst>
          </a:prstGeom>
          <a:solidFill>
            <a:srgbClr val="FE829A"/>
          </a:solidFill>
          <a:ln/>
        </p:spPr>
        <p:txBody>
          <a:bodyPr/>
          <a:lstStyle/>
          <a:p>
            <a:endParaRPr lang="en-IN"/>
          </a:p>
        </p:txBody>
      </p:sp>
      <p:sp>
        <p:nvSpPr>
          <p:cNvPr id="5" name="Text 3"/>
          <p:cNvSpPr/>
          <p:nvPr/>
        </p:nvSpPr>
        <p:spPr>
          <a:xfrm>
            <a:off x="761981" y="797183"/>
            <a:ext cx="6299042"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Ad</a:t>
            </a:r>
            <a:endParaRPr lang="en-US" sz="1800" dirty="0"/>
          </a:p>
        </p:txBody>
      </p:sp>
      <p:sp>
        <p:nvSpPr>
          <p:cNvPr id="6" name="Text 4"/>
          <p:cNvSpPr/>
          <p:nvPr/>
        </p:nvSpPr>
        <p:spPr>
          <a:xfrm>
            <a:off x="761981" y="1236861"/>
            <a:ext cx="6045049" cy="1854994"/>
          </a:xfrm>
          <a:prstGeom prst="rect">
            <a:avLst/>
          </a:prstGeom>
          <a:noFill/>
          <a:ln/>
        </p:spPr>
        <p:txBody>
          <a:bodyPr wrap="square" lIns="0" tIns="0" rIns="0" bIns="0" rtlCol="0" anchor="t"/>
          <a:lstStyle/>
          <a:p>
            <a:pPr marL="0" indent="0" algn="l">
              <a:lnSpc>
                <a:spcPct val="117000"/>
              </a:lnSpc>
              <a:spcAft>
                <a:spcPts val="900"/>
              </a:spcAft>
              <a:buNone/>
            </a:pPr>
            <a:r>
              <a:rPr lang="en-US" sz="1400" b="1" dirty="0">
                <a:solidFill>
                  <a:srgbClr val="000000"/>
                </a:solidFill>
                <a:latin typeface="Space Grotesk Bold" pitchFamily="34" charset="0"/>
                <a:ea typeface="Space Grotesk Bold" pitchFamily="34" charset="-122"/>
                <a:cs typeface="Space Grotesk Bold" pitchFamily="34" charset="-120"/>
              </a:rPr>
              <a:t>Ad name:</a:t>
            </a:r>
            <a:r>
              <a:rPr lang="en-US" sz="1400" dirty="0">
                <a:solidFill>
                  <a:srgbClr val="000000"/>
                </a:solidFill>
                <a:latin typeface="Space Grotesk" pitchFamily="34" charset="0"/>
                <a:ea typeface="Space Grotesk" pitchFamily="34" charset="-122"/>
                <a:cs typeface="Space Grotesk" pitchFamily="34" charset="-120"/>
              </a:rPr>
              <a:t> OORJA SOLUTIONS Awarness ad</a:t>
            </a:r>
            <a:endParaRPr lang="en-US" sz="1400" dirty="0"/>
          </a:p>
          <a:p>
            <a:pPr marL="0" indent="0" algn="l">
              <a:lnSpc>
                <a:spcPct val="117000"/>
              </a:lnSpc>
              <a:spcAft>
                <a:spcPts val="900"/>
              </a:spcAft>
              <a:buNone/>
            </a:pPr>
            <a:r>
              <a:rPr lang="en-US" sz="1400" b="1" dirty="0">
                <a:solidFill>
                  <a:srgbClr val="000000"/>
                </a:solidFill>
                <a:latin typeface="Space Grotesk Bold" pitchFamily="34" charset="0"/>
                <a:ea typeface="Space Grotesk Bold" pitchFamily="34" charset="-122"/>
                <a:cs typeface="Space Grotesk Bold" pitchFamily="34" charset="-120"/>
              </a:rPr>
              <a:t>Ad setup:</a:t>
            </a:r>
            <a:r>
              <a:rPr lang="en-US" sz="1400" dirty="0">
                <a:solidFill>
                  <a:srgbClr val="000000"/>
                </a:solidFill>
                <a:latin typeface="Space Grotesk" pitchFamily="34" charset="0"/>
                <a:ea typeface="Space Grotesk" pitchFamily="34" charset="-122"/>
                <a:cs typeface="Space Grotesk" pitchFamily="34" charset="-120"/>
              </a:rPr>
              <a:t> Single image</a:t>
            </a:r>
            <a:endParaRPr lang="en-US" sz="1400" dirty="0"/>
          </a:p>
          <a:p>
            <a:pPr marL="0" indent="0" algn="l">
              <a:lnSpc>
                <a:spcPct val="117000"/>
              </a:lnSpc>
              <a:spcAft>
                <a:spcPts val="900"/>
              </a:spcAft>
              <a:buNone/>
            </a:pPr>
            <a:r>
              <a:rPr lang="en-US" sz="1400" b="1" dirty="0">
                <a:solidFill>
                  <a:srgbClr val="000000"/>
                </a:solidFill>
                <a:latin typeface="Space Grotesk Bold" pitchFamily="34" charset="0"/>
                <a:ea typeface="Space Grotesk Bold" pitchFamily="34" charset="-122"/>
                <a:cs typeface="Space Grotesk Bold" pitchFamily="34" charset="-120"/>
              </a:rPr>
              <a:t>Headline:</a:t>
            </a:r>
            <a:r>
              <a:rPr lang="en-US" sz="1400" dirty="0">
                <a:solidFill>
                  <a:srgbClr val="000000"/>
                </a:solidFill>
                <a:latin typeface="Space Grotesk" pitchFamily="34" charset="0"/>
                <a:ea typeface="Space Grotesk" pitchFamily="34" charset="-122"/>
                <a:cs typeface="Space Grotesk" pitchFamily="34" charset="-120"/>
              </a:rPr>
              <a:t> Empowering low-income smallholder farmers with sustainable agritech.</a:t>
            </a:r>
            <a:endParaRPr lang="en-US" sz="1400" dirty="0"/>
          </a:p>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Description:</a:t>
            </a:r>
            <a:r>
              <a:rPr lang="en-US" sz="1400" dirty="0">
                <a:solidFill>
                  <a:srgbClr val="000000"/>
                </a:solidFill>
                <a:latin typeface="Space Grotesk" pitchFamily="34" charset="0"/>
                <a:ea typeface="Space Grotesk" pitchFamily="34" charset="-122"/>
                <a:cs typeface="Space Grotesk" pitchFamily="34" charset="-120"/>
              </a:rPr>
              <a:t> Get reliable, year-round water for your crops with zero upfront costs.</a:t>
            </a:r>
            <a:endParaRPr lang="en-US" sz="1400" dirty="0"/>
          </a:p>
        </p:txBody>
      </p:sp>
      <p:sp>
        <p:nvSpPr>
          <p:cNvPr id="7" name="Shape 5"/>
          <p:cNvSpPr/>
          <p:nvPr/>
        </p:nvSpPr>
        <p:spPr>
          <a:xfrm>
            <a:off x="507987" y="3307755"/>
            <a:ext cx="6553036" cy="1555452"/>
          </a:xfrm>
          <a:prstGeom prst="roundRect">
            <a:avLst>
              <a:gd name="adj" fmla="val 15676"/>
            </a:avLst>
          </a:prstGeom>
          <a:solidFill>
            <a:srgbClr val="F9B440"/>
          </a:solidFill>
          <a:ln/>
        </p:spPr>
        <p:txBody>
          <a:bodyPr/>
          <a:lstStyle/>
          <a:p>
            <a:endParaRPr lang="en-IN"/>
          </a:p>
        </p:txBody>
      </p:sp>
      <p:sp>
        <p:nvSpPr>
          <p:cNvPr id="8" name="Text 6"/>
          <p:cNvSpPr/>
          <p:nvPr/>
        </p:nvSpPr>
        <p:spPr>
          <a:xfrm>
            <a:off x="761981" y="3372207"/>
            <a:ext cx="6299042"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Link &amp; call to action</a:t>
            </a:r>
            <a:endParaRPr lang="en-US" sz="1800" dirty="0"/>
          </a:p>
        </p:txBody>
      </p:sp>
      <p:sp>
        <p:nvSpPr>
          <p:cNvPr id="9" name="Text 7"/>
          <p:cNvSpPr/>
          <p:nvPr/>
        </p:nvSpPr>
        <p:spPr>
          <a:xfrm>
            <a:off x="761981" y="3811885"/>
            <a:ext cx="6045049" cy="987822"/>
          </a:xfrm>
          <a:prstGeom prst="rect">
            <a:avLst/>
          </a:prstGeom>
          <a:noFill/>
          <a:ln/>
        </p:spPr>
        <p:txBody>
          <a:bodyPr wrap="square" lIns="0" tIns="0" rIns="0" bIns="0" rtlCol="0" anchor="t"/>
          <a:lstStyle/>
          <a:p>
            <a:pPr marL="0" indent="0" algn="l">
              <a:lnSpc>
                <a:spcPct val="117000"/>
              </a:lnSpc>
              <a:spcAft>
                <a:spcPts val="900"/>
              </a:spcAft>
              <a:buNone/>
            </a:pPr>
            <a:r>
              <a:rPr lang="en-US" sz="1400" b="1" dirty="0">
                <a:solidFill>
                  <a:srgbClr val="000000"/>
                </a:solidFill>
                <a:latin typeface="Space Grotesk Bold" pitchFamily="34" charset="0"/>
                <a:ea typeface="Space Grotesk Bold" pitchFamily="34" charset="-122"/>
                <a:cs typeface="Space Grotesk Bold" pitchFamily="34" charset="-120"/>
              </a:rPr>
              <a:t>Website URL:</a:t>
            </a:r>
            <a:r>
              <a:rPr lang="en-US" sz="1400" dirty="0">
                <a:solidFill>
                  <a:srgbClr val="000000"/>
                </a:solidFill>
                <a:latin typeface="Space Grotesk" pitchFamily="34" charset="0"/>
                <a:ea typeface="Space Grotesk" pitchFamily="34" charset="-122"/>
                <a:cs typeface="Space Grotesk" pitchFamily="34" charset="-120"/>
              </a:rPr>
              <a:t> https://oorjasolutions.org</a:t>
            </a:r>
            <a:endParaRPr lang="en-US" sz="1400" dirty="0"/>
          </a:p>
          <a:p>
            <a:pPr marL="0" indent="0" algn="l">
              <a:lnSpc>
                <a:spcPct val="117000"/>
              </a:lnSpc>
              <a:spcAft>
                <a:spcPts val="900"/>
              </a:spcAft>
              <a:buNone/>
            </a:pPr>
            <a:r>
              <a:rPr lang="en-US" sz="1400" b="1" dirty="0">
                <a:solidFill>
                  <a:srgbClr val="000000"/>
                </a:solidFill>
                <a:latin typeface="Space Grotesk Bold" pitchFamily="34" charset="0"/>
                <a:ea typeface="Space Grotesk Bold" pitchFamily="34" charset="-122"/>
                <a:cs typeface="Space Grotesk Bold" pitchFamily="34" charset="-120"/>
              </a:rPr>
              <a:t>Display link:</a:t>
            </a:r>
            <a:r>
              <a:rPr lang="en-US" sz="1400" dirty="0">
                <a:solidFill>
                  <a:srgbClr val="000000"/>
                </a:solidFill>
                <a:latin typeface="Space Grotesk" pitchFamily="34" charset="0"/>
                <a:ea typeface="Space Grotesk" pitchFamily="34" charset="-122"/>
                <a:cs typeface="Space Grotesk" pitchFamily="34" charset="-120"/>
              </a:rPr>
              <a:t> oorjasolutions.org</a:t>
            </a:r>
            <a:endParaRPr lang="en-US" sz="1400" dirty="0"/>
          </a:p>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Call to action:</a:t>
            </a:r>
            <a:r>
              <a:rPr lang="en-US" sz="1400" dirty="0">
                <a:solidFill>
                  <a:srgbClr val="000000"/>
                </a:solidFill>
                <a:latin typeface="Space Grotesk" pitchFamily="34" charset="0"/>
                <a:ea typeface="Space Grotesk" pitchFamily="34" charset="-122"/>
                <a:cs typeface="Space Grotesk" pitchFamily="34" charset="-120"/>
              </a:rPr>
              <a:t> Contact Us</a:t>
            </a:r>
            <a:endParaRPr lang="en-US" sz="1400" dirty="0"/>
          </a:p>
        </p:txBody>
      </p:sp>
      <p:sp>
        <p:nvSpPr>
          <p:cNvPr id="10" name="Text 8"/>
          <p:cNvSpPr/>
          <p:nvPr/>
        </p:nvSpPr>
        <p:spPr>
          <a:xfrm>
            <a:off x="7365816" y="733048"/>
            <a:ext cx="4317892"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Ad preview</a:t>
            </a:r>
            <a:endParaRPr lang="en-US" sz="1600" dirty="0"/>
          </a:p>
        </p:txBody>
      </p:sp>
      <p:sp>
        <p:nvSpPr>
          <p:cNvPr id="11" name="Shape 9"/>
          <p:cNvSpPr/>
          <p:nvPr/>
        </p:nvSpPr>
        <p:spPr>
          <a:xfrm>
            <a:off x="7365816" y="1194991"/>
            <a:ext cx="2539936" cy="2960191"/>
          </a:xfrm>
          <a:prstGeom prst="roundRect">
            <a:avLst>
              <a:gd name="adj" fmla="val 7200"/>
            </a:avLst>
          </a:prstGeom>
          <a:noFill/>
          <a:ln w="12700">
            <a:solidFill>
              <a:srgbClr val="CCCCCC"/>
            </a:solidFill>
            <a:prstDash val="solid"/>
          </a:ln>
        </p:spPr>
        <p:txBody>
          <a:bodyPr/>
          <a:lstStyle/>
          <a:p>
            <a:endParaRPr lang="en-IN"/>
          </a:p>
        </p:txBody>
      </p:sp>
      <p:pic>
        <p:nvPicPr>
          <p:cNvPr id="12" name="Image 0" descr="preencoded.png"/>
          <p:cNvPicPr>
            <a:picLocks noChangeAspect="1"/>
          </p:cNvPicPr>
          <p:nvPr/>
        </p:nvPicPr>
        <p:blipFill>
          <a:blip r:embed="rId3"/>
          <a:stretch>
            <a:fillRect/>
          </a:stretch>
        </p:blipFill>
        <p:spPr>
          <a:xfrm>
            <a:off x="7378515" y="1207691"/>
            <a:ext cx="2514537" cy="2934791"/>
          </a:xfrm>
          <a:prstGeom prst="rect">
            <a:avLst/>
          </a:prstGeom>
        </p:spPr>
      </p:pic>
      <p:sp>
        <p:nvSpPr>
          <p:cNvPr id="13" name="Shape 10"/>
          <p:cNvSpPr/>
          <p:nvPr/>
        </p:nvSpPr>
        <p:spPr>
          <a:xfrm>
            <a:off x="507987" y="4990207"/>
            <a:ext cx="11175720" cy="994271"/>
          </a:xfrm>
          <a:prstGeom prst="roundRect">
            <a:avLst>
              <a:gd name="adj" fmla="val 24524"/>
            </a:avLst>
          </a:prstGeom>
          <a:solidFill>
            <a:srgbClr val="FC9FA5"/>
          </a:solidFill>
          <a:ln/>
        </p:spPr>
        <p:txBody>
          <a:bodyPr/>
          <a:lstStyle/>
          <a:p>
            <a:endParaRPr lang="en-IN"/>
          </a:p>
        </p:txBody>
      </p:sp>
      <p:sp>
        <p:nvSpPr>
          <p:cNvPr id="14" name="Text 11"/>
          <p:cNvSpPr/>
          <p:nvPr/>
        </p:nvSpPr>
        <p:spPr>
          <a:xfrm>
            <a:off x="761981" y="5054660"/>
            <a:ext cx="10921727"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Tracking: UTM parameters</a:t>
            </a:r>
            <a:endParaRPr lang="en-US" sz="1800" dirty="0"/>
          </a:p>
        </p:txBody>
      </p:sp>
      <p:sp>
        <p:nvSpPr>
          <p:cNvPr id="15" name="Text 12"/>
          <p:cNvSpPr/>
          <p:nvPr/>
        </p:nvSpPr>
        <p:spPr>
          <a:xfrm>
            <a:off x="761981" y="5494338"/>
            <a:ext cx="10667733" cy="426641"/>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utm_source=Facebook&amp;utm_medium=paid_social&amp;utm_campaign=OORJA+SOLUTIONS+Awarness+campaign&amp;utm_content=OORJA+SOLUTIONS+Description</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07987" y="1864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Meta Leads ad</a:t>
            </a:r>
            <a:endParaRPr lang="en-US" sz="3400" dirty="0"/>
          </a:p>
        </p:txBody>
      </p:sp>
      <p:sp>
        <p:nvSpPr>
          <p:cNvPr id="3" name="Shape 1"/>
          <p:cNvSpPr/>
          <p:nvPr/>
        </p:nvSpPr>
        <p:spPr>
          <a:xfrm>
            <a:off x="507987" y="732730"/>
            <a:ext cx="5435464" cy="2790924"/>
          </a:xfrm>
          <a:prstGeom prst="roundRect">
            <a:avLst>
              <a:gd name="adj" fmla="val 8737"/>
            </a:avLst>
          </a:prstGeom>
          <a:solidFill>
            <a:srgbClr val="FE829A"/>
          </a:solidFill>
          <a:ln/>
        </p:spPr>
        <p:txBody>
          <a:bodyPr/>
          <a:lstStyle/>
          <a:p>
            <a:endParaRPr lang="en-IN"/>
          </a:p>
        </p:txBody>
      </p:sp>
      <p:sp>
        <p:nvSpPr>
          <p:cNvPr id="4" name="Text 2"/>
          <p:cNvSpPr/>
          <p:nvPr/>
        </p:nvSpPr>
        <p:spPr>
          <a:xfrm>
            <a:off x="761981" y="860683"/>
            <a:ext cx="5181470"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Campaign</a:t>
            </a:r>
            <a:endParaRPr lang="en-US" sz="1800" dirty="0"/>
          </a:p>
        </p:txBody>
      </p:sp>
      <p:sp>
        <p:nvSpPr>
          <p:cNvPr id="5" name="Text 3"/>
          <p:cNvSpPr/>
          <p:nvPr/>
        </p:nvSpPr>
        <p:spPr>
          <a:xfrm>
            <a:off x="761981" y="1300361"/>
            <a:ext cx="4927477" cy="2096294"/>
          </a:xfrm>
          <a:prstGeom prst="rect">
            <a:avLst/>
          </a:prstGeom>
          <a:noFill/>
          <a:ln/>
        </p:spPr>
        <p:txBody>
          <a:bodyPr wrap="square" lIns="0" tIns="0" rIns="0" bIns="0" rtlCol="0" anchor="t"/>
          <a:lstStyle/>
          <a:p>
            <a:pPr marL="0" indent="0" algn="l">
              <a:lnSpc>
                <a:spcPct val="117000"/>
              </a:lnSpc>
              <a:spcAft>
                <a:spcPts val="900"/>
              </a:spcAft>
              <a:buNone/>
            </a:pPr>
            <a:r>
              <a:rPr lang="en-US" sz="1400" b="1" dirty="0">
                <a:solidFill>
                  <a:srgbClr val="000000"/>
                </a:solidFill>
                <a:latin typeface="Space Grotesk Bold" pitchFamily="34" charset="0"/>
                <a:ea typeface="Space Grotesk Bold" pitchFamily="34" charset="-122"/>
                <a:cs typeface="Space Grotesk Bold" pitchFamily="34" charset="-120"/>
              </a:rPr>
              <a:t>Campaign name:</a:t>
            </a:r>
            <a:r>
              <a:rPr lang="en-US" sz="1400" dirty="0">
                <a:solidFill>
                  <a:srgbClr val="000000"/>
                </a:solidFill>
                <a:latin typeface="Space Grotesk" pitchFamily="34" charset="0"/>
                <a:ea typeface="Space Grotesk" pitchFamily="34" charset="-122"/>
                <a:cs typeface="Space Grotesk" pitchFamily="34" charset="-120"/>
              </a:rPr>
              <a:t> OORJA SOLUTIONS NEW LEADS</a:t>
            </a:r>
            <a:endParaRPr lang="en-US" sz="1400" dirty="0"/>
          </a:p>
          <a:p>
            <a:pPr marL="0" indent="0" algn="l">
              <a:lnSpc>
                <a:spcPct val="117000"/>
              </a:lnSpc>
              <a:spcAft>
                <a:spcPts val="900"/>
              </a:spcAft>
              <a:buNone/>
            </a:pPr>
            <a:r>
              <a:rPr lang="en-US" sz="1400" b="1" dirty="0">
                <a:solidFill>
                  <a:srgbClr val="000000"/>
                </a:solidFill>
                <a:latin typeface="Space Grotesk Bold" pitchFamily="34" charset="0"/>
                <a:ea typeface="Space Grotesk Bold" pitchFamily="34" charset="-122"/>
                <a:cs typeface="Space Grotesk Bold" pitchFamily="34" charset="-120"/>
              </a:rPr>
              <a:t>Buying type:</a:t>
            </a:r>
            <a:r>
              <a:rPr lang="en-US" sz="1400" dirty="0">
                <a:solidFill>
                  <a:srgbClr val="000000"/>
                </a:solidFill>
                <a:latin typeface="Space Grotesk" pitchFamily="34" charset="0"/>
                <a:ea typeface="Space Grotesk" pitchFamily="34" charset="-122"/>
                <a:cs typeface="Space Grotesk" pitchFamily="34" charset="-120"/>
              </a:rPr>
              <a:t> Auction</a:t>
            </a:r>
            <a:endParaRPr lang="en-US" sz="1400" dirty="0"/>
          </a:p>
          <a:p>
            <a:pPr marL="0" indent="0" algn="l">
              <a:lnSpc>
                <a:spcPct val="117000"/>
              </a:lnSpc>
              <a:spcAft>
                <a:spcPts val="900"/>
              </a:spcAft>
              <a:buNone/>
            </a:pPr>
            <a:r>
              <a:rPr lang="en-US" sz="1400" b="1" dirty="0">
                <a:solidFill>
                  <a:srgbClr val="000000"/>
                </a:solidFill>
                <a:latin typeface="Space Grotesk Bold" pitchFamily="34" charset="0"/>
                <a:ea typeface="Space Grotesk Bold" pitchFamily="34" charset="-122"/>
                <a:cs typeface="Space Grotesk Bold" pitchFamily="34" charset="-120"/>
              </a:rPr>
              <a:t>Objective:</a:t>
            </a:r>
            <a:r>
              <a:rPr lang="en-US" sz="1400" dirty="0">
                <a:solidFill>
                  <a:srgbClr val="000000"/>
                </a:solidFill>
                <a:latin typeface="Space Grotesk" pitchFamily="34" charset="0"/>
                <a:ea typeface="Space Grotesk" pitchFamily="34" charset="-122"/>
                <a:cs typeface="Space Grotesk" pitchFamily="34" charset="-120"/>
              </a:rPr>
              <a:t> Leads</a:t>
            </a:r>
            <a:endParaRPr lang="en-US" sz="1400" dirty="0"/>
          </a:p>
          <a:p>
            <a:pPr marL="0" indent="0" algn="l">
              <a:lnSpc>
                <a:spcPct val="117000"/>
              </a:lnSpc>
              <a:spcAft>
                <a:spcPts val="900"/>
              </a:spcAft>
              <a:buNone/>
            </a:pPr>
            <a:r>
              <a:rPr lang="en-US" sz="1400" b="1" dirty="0">
                <a:solidFill>
                  <a:srgbClr val="000000"/>
                </a:solidFill>
                <a:latin typeface="Space Grotesk Bold" pitchFamily="34" charset="0"/>
                <a:ea typeface="Space Grotesk Bold" pitchFamily="34" charset="-122"/>
                <a:cs typeface="Space Grotesk Bold" pitchFamily="34" charset="-120"/>
              </a:rPr>
              <a:t>Budget:</a:t>
            </a:r>
            <a:r>
              <a:rPr lang="en-US" sz="1400" dirty="0">
                <a:solidFill>
                  <a:srgbClr val="000000"/>
                </a:solidFill>
                <a:latin typeface="Space Grotesk" pitchFamily="34" charset="0"/>
                <a:ea typeface="Space Grotesk" pitchFamily="34" charset="-122"/>
                <a:cs typeface="Space Grotesk" pitchFamily="34" charset="-120"/>
              </a:rPr>
              <a:t> Campaign Budget</a:t>
            </a:r>
            <a:endParaRPr lang="en-US" sz="1400" dirty="0"/>
          </a:p>
          <a:p>
            <a:pPr marL="0" indent="0" algn="l">
              <a:lnSpc>
                <a:spcPct val="117000"/>
              </a:lnSpc>
              <a:spcAft>
                <a:spcPts val="900"/>
              </a:spcAft>
              <a:buNone/>
            </a:pPr>
            <a:r>
              <a:rPr lang="en-US" sz="1400" b="1" dirty="0">
                <a:solidFill>
                  <a:srgbClr val="000000"/>
                </a:solidFill>
                <a:latin typeface="Space Grotesk Bold" pitchFamily="34" charset="0"/>
                <a:ea typeface="Space Grotesk Bold" pitchFamily="34" charset="-122"/>
                <a:cs typeface="Space Grotesk Bold" pitchFamily="34" charset="-120"/>
              </a:rPr>
              <a:t>Budget strategy:</a:t>
            </a:r>
            <a:r>
              <a:rPr lang="en-US" sz="1400" dirty="0">
                <a:solidFill>
                  <a:srgbClr val="000000"/>
                </a:solidFill>
                <a:latin typeface="Space Grotesk" pitchFamily="34" charset="0"/>
                <a:ea typeface="Space Grotesk" pitchFamily="34" charset="-122"/>
                <a:cs typeface="Space Grotesk" pitchFamily="34" charset="-120"/>
              </a:rPr>
              <a:t> Life Time</a:t>
            </a:r>
            <a:endParaRPr lang="en-US" sz="1400" dirty="0"/>
          </a:p>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Ad scheduling:</a:t>
            </a:r>
            <a:r>
              <a:rPr lang="en-US" sz="1400" dirty="0">
                <a:solidFill>
                  <a:srgbClr val="000000"/>
                </a:solidFill>
                <a:latin typeface="Space Grotesk" pitchFamily="34" charset="0"/>
                <a:ea typeface="Space Grotesk" pitchFamily="34" charset="-122"/>
                <a:cs typeface="Space Grotesk" pitchFamily="34" charset="-120"/>
              </a:rPr>
              <a:t> Run ads on schedule time</a:t>
            </a:r>
            <a:endParaRPr lang="en-US" sz="1400" dirty="0"/>
          </a:p>
        </p:txBody>
      </p:sp>
      <p:sp>
        <p:nvSpPr>
          <p:cNvPr id="6" name="Shape 4"/>
          <p:cNvSpPr/>
          <p:nvPr/>
        </p:nvSpPr>
        <p:spPr>
          <a:xfrm>
            <a:off x="507987" y="3676055"/>
            <a:ext cx="5435464" cy="2421434"/>
          </a:xfrm>
          <a:prstGeom prst="roundRect">
            <a:avLst>
              <a:gd name="adj" fmla="val 10070"/>
            </a:avLst>
          </a:prstGeom>
          <a:solidFill>
            <a:srgbClr val="F9B440"/>
          </a:solidFill>
          <a:ln/>
        </p:spPr>
        <p:txBody>
          <a:bodyPr/>
          <a:lstStyle/>
          <a:p>
            <a:endParaRPr lang="en-IN"/>
          </a:p>
        </p:txBody>
      </p:sp>
      <p:sp>
        <p:nvSpPr>
          <p:cNvPr id="7" name="Text 5"/>
          <p:cNvSpPr/>
          <p:nvPr/>
        </p:nvSpPr>
        <p:spPr>
          <a:xfrm>
            <a:off x="761981" y="3804007"/>
            <a:ext cx="5181470"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Ad set</a:t>
            </a:r>
            <a:endParaRPr lang="en-US" sz="1800" dirty="0"/>
          </a:p>
        </p:txBody>
      </p:sp>
      <p:sp>
        <p:nvSpPr>
          <p:cNvPr id="8" name="Text 6"/>
          <p:cNvSpPr/>
          <p:nvPr/>
        </p:nvSpPr>
        <p:spPr>
          <a:xfrm>
            <a:off x="761981" y="4243685"/>
            <a:ext cx="4927477" cy="1726803"/>
          </a:xfrm>
          <a:prstGeom prst="rect">
            <a:avLst/>
          </a:prstGeom>
          <a:noFill/>
          <a:ln/>
        </p:spPr>
        <p:txBody>
          <a:bodyPr wrap="square" lIns="0" tIns="0" rIns="0" bIns="0" rtlCol="0" anchor="t"/>
          <a:lstStyle/>
          <a:p>
            <a:pPr marL="0" indent="0" algn="l">
              <a:lnSpc>
                <a:spcPct val="117000"/>
              </a:lnSpc>
              <a:spcAft>
                <a:spcPts val="900"/>
              </a:spcAft>
              <a:buNone/>
            </a:pPr>
            <a:r>
              <a:rPr lang="en-US" sz="1400" b="1" dirty="0">
                <a:solidFill>
                  <a:srgbClr val="000000"/>
                </a:solidFill>
                <a:latin typeface="Space Grotesk Bold" pitchFamily="34" charset="0"/>
                <a:ea typeface="Space Grotesk Bold" pitchFamily="34" charset="-122"/>
                <a:cs typeface="Space Grotesk Bold" pitchFamily="34" charset="-120"/>
              </a:rPr>
              <a:t>Ad set name:</a:t>
            </a:r>
            <a:r>
              <a:rPr lang="en-US" sz="1400" dirty="0">
                <a:solidFill>
                  <a:srgbClr val="000000"/>
                </a:solidFill>
                <a:latin typeface="Space Grotesk" pitchFamily="34" charset="0"/>
                <a:ea typeface="Space Grotesk" pitchFamily="34" charset="-122"/>
                <a:cs typeface="Space Grotesk" pitchFamily="34" charset="-120"/>
              </a:rPr>
              <a:t> Oorja solutions new leads ad set</a:t>
            </a:r>
            <a:endParaRPr lang="en-US" sz="1400" dirty="0"/>
          </a:p>
          <a:p>
            <a:pPr marL="0" indent="0" algn="l">
              <a:lnSpc>
                <a:spcPct val="117000"/>
              </a:lnSpc>
              <a:spcAft>
                <a:spcPts val="900"/>
              </a:spcAft>
              <a:buNone/>
            </a:pPr>
            <a:r>
              <a:rPr lang="en-US" sz="1400" b="1" dirty="0">
                <a:solidFill>
                  <a:srgbClr val="000000"/>
                </a:solidFill>
                <a:latin typeface="Space Grotesk Bold" pitchFamily="34" charset="0"/>
                <a:ea typeface="Space Grotesk Bold" pitchFamily="34" charset="-122"/>
                <a:cs typeface="Space Grotesk Bold" pitchFamily="34" charset="-120"/>
              </a:rPr>
              <a:t>Conversion:</a:t>
            </a:r>
            <a:r>
              <a:rPr lang="en-US" sz="1400" dirty="0">
                <a:solidFill>
                  <a:srgbClr val="000000"/>
                </a:solidFill>
                <a:latin typeface="Space Grotesk" pitchFamily="34" charset="0"/>
                <a:ea typeface="Space Grotesk" pitchFamily="34" charset="-122"/>
                <a:cs typeface="Space Grotesk" pitchFamily="34" charset="-120"/>
              </a:rPr>
              <a:t> Website and call</a:t>
            </a:r>
            <a:endParaRPr lang="en-US" sz="1400" dirty="0"/>
          </a:p>
          <a:p>
            <a:pPr marL="0" indent="0" algn="l">
              <a:lnSpc>
                <a:spcPct val="117000"/>
              </a:lnSpc>
              <a:spcAft>
                <a:spcPts val="900"/>
              </a:spcAft>
              <a:buNone/>
            </a:pPr>
            <a:r>
              <a:rPr lang="en-US" sz="1400" b="1" dirty="0">
                <a:solidFill>
                  <a:srgbClr val="000000"/>
                </a:solidFill>
                <a:latin typeface="Space Grotesk Bold" pitchFamily="34" charset="0"/>
                <a:ea typeface="Space Grotesk Bold" pitchFamily="34" charset="-122"/>
                <a:cs typeface="Space Grotesk Bold" pitchFamily="34" charset="-120"/>
              </a:rPr>
              <a:t>Performance goal:</a:t>
            </a:r>
            <a:r>
              <a:rPr lang="en-US" sz="1400" dirty="0">
                <a:solidFill>
                  <a:srgbClr val="000000"/>
                </a:solidFill>
                <a:latin typeface="Space Grotesk" pitchFamily="34" charset="0"/>
                <a:ea typeface="Space Grotesk" pitchFamily="34" charset="-122"/>
                <a:cs typeface="Space Grotesk" pitchFamily="34" charset="-120"/>
              </a:rPr>
              <a:t> Maximise number of conversions</a:t>
            </a:r>
            <a:endParaRPr lang="en-US" sz="1400" dirty="0"/>
          </a:p>
          <a:p>
            <a:pPr marL="0" indent="0" algn="l">
              <a:lnSpc>
                <a:spcPct val="117000"/>
              </a:lnSpc>
              <a:spcAft>
                <a:spcPts val="900"/>
              </a:spcAft>
              <a:buNone/>
            </a:pPr>
            <a:r>
              <a:rPr lang="en-US" sz="1400" b="1" dirty="0">
                <a:solidFill>
                  <a:srgbClr val="000000"/>
                </a:solidFill>
                <a:latin typeface="Space Grotesk Bold" pitchFamily="34" charset="0"/>
                <a:ea typeface="Space Grotesk Bold" pitchFamily="34" charset="-122"/>
                <a:cs typeface="Space Grotesk Bold" pitchFamily="34" charset="-120"/>
              </a:rPr>
              <a:t>Dynamic creative:</a:t>
            </a:r>
            <a:r>
              <a:rPr lang="en-US" sz="1400" dirty="0">
                <a:solidFill>
                  <a:srgbClr val="000000"/>
                </a:solidFill>
                <a:latin typeface="Space Grotesk" pitchFamily="34" charset="0"/>
                <a:ea typeface="Space Grotesk" pitchFamily="34" charset="-122"/>
                <a:cs typeface="Space Grotesk" pitchFamily="34" charset="-120"/>
              </a:rPr>
              <a:t> On</a:t>
            </a:r>
            <a:endParaRPr lang="en-US" sz="1400" dirty="0"/>
          </a:p>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Placements:</a:t>
            </a:r>
            <a:r>
              <a:rPr lang="en-US" sz="1400" dirty="0">
                <a:solidFill>
                  <a:srgbClr val="000000"/>
                </a:solidFill>
                <a:latin typeface="Space Grotesk" pitchFamily="34" charset="0"/>
                <a:ea typeface="Space Grotesk" pitchFamily="34" charset="-122"/>
                <a:cs typeface="Space Grotesk" pitchFamily="34" charset="-120"/>
              </a:rPr>
              <a:t> Automatic</a:t>
            </a:r>
            <a:endParaRPr lang="en-US" sz="1400" dirty="0"/>
          </a:p>
        </p:txBody>
      </p:sp>
      <p:sp>
        <p:nvSpPr>
          <p:cNvPr id="9" name="Text 7"/>
          <p:cNvSpPr/>
          <p:nvPr/>
        </p:nvSpPr>
        <p:spPr>
          <a:xfrm>
            <a:off x="6248244" y="733048"/>
            <a:ext cx="5435464"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Ad placements preview</a:t>
            </a:r>
            <a:endParaRPr lang="en-US" sz="1600" dirty="0"/>
          </a:p>
        </p:txBody>
      </p:sp>
      <p:sp>
        <p:nvSpPr>
          <p:cNvPr id="10" name="Shape 8"/>
          <p:cNvSpPr/>
          <p:nvPr/>
        </p:nvSpPr>
        <p:spPr>
          <a:xfrm>
            <a:off x="6248244" y="1194991"/>
            <a:ext cx="5333867" cy="2988469"/>
          </a:xfrm>
          <a:prstGeom prst="roundRect">
            <a:avLst>
              <a:gd name="adj" fmla="val 6119"/>
            </a:avLst>
          </a:prstGeom>
          <a:noFill/>
          <a:ln w="12700">
            <a:solidFill>
              <a:srgbClr val="CCCCCC"/>
            </a:solidFill>
            <a:prstDash val="solid"/>
          </a:ln>
        </p:spPr>
        <p:txBody>
          <a:bodyPr/>
          <a:lstStyle/>
          <a:p>
            <a:endParaRPr lang="en-IN"/>
          </a:p>
        </p:txBody>
      </p:sp>
      <p:pic>
        <p:nvPicPr>
          <p:cNvPr id="11" name="Image 0" descr="preencoded.png"/>
          <p:cNvPicPr>
            <a:picLocks noChangeAspect="1"/>
          </p:cNvPicPr>
          <p:nvPr/>
        </p:nvPicPr>
        <p:blipFill>
          <a:blip r:embed="rId3"/>
          <a:stretch>
            <a:fillRect/>
          </a:stretch>
        </p:blipFill>
        <p:spPr>
          <a:xfrm>
            <a:off x="6260943" y="1207691"/>
            <a:ext cx="5308467" cy="2963069"/>
          </a:xfrm>
          <a:prstGeom prst="rect">
            <a:avLst/>
          </a:prstGeom>
        </p:spPr>
      </p:pic>
      <p:sp>
        <p:nvSpPr>
          <p:cNvPr id="12" name="Shape 9"/>
          <p:cNvSpPr/>
          <p:nvPr/>
        </p:nvSpPr>
        <p:spPr>
          <a:xfrm>
            <a:off x="6248244" y="4335859"/>
            <a:ext cx="5435464" cy="989211"/>
          </a:xfrm>
          <a:prstGeom prst="roundRect">
            <a:avLst>
              <a:gd name="adj" fmla="val 24649"/>
            </a:avLst>
          </a:prstGeom>
          <a:solidFill>
            <a:srgbClr val="FC9FA5"/>
          </a:solidFill>
          <a:ln/>
        </p:spPr>
        <p:txBody>
          <a:bodyPr/>
          <a:lstStyle/>
          <a:p>
            <a:endParaRPr lang="en-IN"/>
          </a:p>
        </p:txBody>
      </p:sp>
      <p:sp>
        <p:nvSpPr>
          <p:cNvPr id="13" name="Shape 10"/>
          <p:cNvSpPr/>
          <p:nvPr/>
        </p:nvSpPr>
        <p:spPr>
          <a:xfrm>
            <a:off x="6502237" y="4462859"/>
            <a:ext cx="1486359" cy="316805"/>
          </a:xfrm>
          <a:prstGeom prst="roundRect">
            <a:avLst>
              <a:gd name="adj" fmla="val 21551"/>
            </a:avLst>
          </a:prstGeom>
          <a:solidFill>
            <a:srgbClr val="FED7CD"/>
          </a:solidFill>
          <a:ln/>
        </p:spPr>
        <p:txBody>
          <a:bodyPr/>
          <a:lstStyle/>
          <a:p>
            <a:endParaRPr lang="en-IN"/>
          </a:p>
        </p:txBody>
      </p:sp>
      <p:sp>
        <p:nvSpPr>
          <p:cNvPr id="14" name="Text 11"/>
          <p:cNvSpPr/>
          <p:nvPr/>
        </p:nvSpPr>
        <p:spPr>
          <a:xfrm>
            <a:off x="6624075" y="4527728"/>
            <a:ext cx="1852269" cy="194965"/>
          </a:xfrm>
          <a:prstGeom prst="rect">
            <a:avLst/>
          </a:prstGeom>
          <a:noFill/>
          <a:ln/>
        </p:spPr>
        <p:txBody>
          <a:bodyPr wrap="none" lIns="0" tIns="0" rIns="0" bIns="0" rtlCol="0" anchor="t"/>
          <a:lstStyle/>
          <a:p>
            <a:pPr marL="0" indent="0" algn="l">
              <a:lnSpc>
                <a:spcPct val="100000"/>
              </a:lnSpc>
              <a:buNone/>
            </a:pPr>
            <a:r>
              <a:rPr lang="en-US" sz="1300" kern="100" spc="13" dirty="0">
                <a:solidFill>
                  <a:srgbClr val="000000"/>
                </a:solidFill>
                <a:latin typeface="Space Grotesk SemiBold" pitchFamily="34" charset="0"/>
                <a:ea typeface="Space Grotesk SemiBold" pitchFamily="34" charset="-122"/>
                <a:cs typeface="Space Grotesk SemiBold" pitchFamily="34" charset="-120"/>
              </a:rPr>
              <a:t>FACEBOOK FEED</a:t>
            </a:r>
            <a:endParaRPr lang="en-US" sz="1300" dirty="0"/>
          </a:p>
        </p:txBody>
      </p:sp>
      <p:sp>
        <p:nvSpPr>
          <p:cNvPr id="15" name="Shape 12"/>
          <p:cNvSpPr/>
          <p:nvPr/>
        </p:nvSpPr>
        <p:spPr>
          <a:xfrm>
            <a:off x="8090194" y="4462859"/>
            <a:ext cx="1571288" cy="316805"/>
          </a:xfrm>
          <a:prstGeom prst="roundRect">
            <a:avLst>
              <a:gd name="adj" fmla="val 21551"/>
            </a:avLst>
          </a:prstGeom>
          <a:solidFill>
            <a:srgbClr val="FED7CD"/>
          </a:solidFill>
          <a:ln/>
        </p:spPr>
        <p:txBody>
          <a:bodyPr/>
          <a:lstStyle/>
          <a:p>
            <a:endParaRPr lang="en-IN"/>
          </a:p>
        </p:txBody>
      </p:sp>
      <p:sp>
        <p:nvSpPr>
          <p:cNvPr id="16" name="Text 13"/>
          <p:cNvSpPr/>
          <p:nvPr/>
        </p:nvSpPr>
        <p:spPr>
          <a:xfrm>
            <a:off x="8212031" y="4527728"/>
            <a:ext cx="1937198" cy="194965"/>
          </a:xfrm>
          <a:prstGeom prst="rect">
            <a:avLst/>
          </a:prstGeom>
          <a:noFill/>
          <a:ln/>
        </p:spPr>
        <p:txBody>
          <a:bodyPr wrap="none" lIns="0" tIns="0" rIns="0" bIns="0" rtlCol="0" anchor="t"/>
          <a:lstStyle/>
          <a:p>
            <a:pPr marL="0" indent="0" algn="l">
              <a:lnSpc>
                <a:spcPct val="100000"/>
              </a:lnSpc>
              <a:buNone/>
            </a:pPr>
            <a:r>
              <a:rPr lang="en-US" sz="1300" kern="100" spc="13" dirty="0">
                <a:solidFill>
                  <a:srgbClr val="000000"/>
                </a:solidFill>
                <a:latin typeface="Space Grotesk SemiBold" pitchFamily="34" charset="0"/>
                <a:ea typeface="Space Grotesk SemiBold" pitchFamily="34" charset="-122"/>
                <a:cs typeface="Space Grotesk SemiBold" pitchFamily="34" charset="-120"/>
              </a:rPr>
              <a:t>INSTAGRAM FEED</a:t>
            </a:r>
            <a:endParaRPr lang="en-US" sz="1300" dirty="0"/>
          </a:p>
        </p:txBody>
      </p:sp>
      <p:sp>
        <p:nvSpPr>
          <p:cNvPr id="17" name="Shape 14"/>
          <p:cNvSpPr/>
          <p:nvPr/>
        </p:nvSpPr>
        <p:spPr>
          <a:xfrm>
            <a:off x="6502237" y="4881265"/>
            <a:ext cx="2204685" cy="316805"/>
          </a:xfrm>
          <a:prstGeom prst="roundRect">
            <a:avLst>
              <a:gd name="adj" fmla="val 21551"/>
            </a:avLst>
          </a:prstGeom>
          <a:solidFill>
            <a:srgbClr val="FED7CD"/>
          </a:solidFill>
          <a:ln/>
        </p:spPr>
        <p:txBody>
          <a:bodyPr/>
          <a:lstStyle/>
          <a:p>
            <a:endParaRPr lang="en-IN"/>
          </a:p>
        </p:txBody>
      </p:sp>
      <p:sp>
        <p:nvSpPr>
          <p:cNvPr id="18" name="Text 15"/>
          <p:cNvSpPr/>
          <p:nvPr/>
        </p:nvSpPr>
        <p:spPr>
          <a:xfrm>
            <a:off x="6624075" y="4946134"/>
            <a:ext cx="2570594" cy="194965"/>
          </a:xfrm>
          <a:prstGeom prst="rect">
            <a:avLst/>
          </a:prstGeom>
          <a:noFill/>
          <a:ln/>
        </p:spPr>
        <p:txBody>
          <a:bodyPr wrap="none" lIns="0" tIns="0" rIns="0" bIns="0" rtlCol="0" anchor="t"/>
          <a:lstStyle/>
          <a:p>
            <a:pPr marL="0" indent="0" algn="l">
              <a:lnSpc>
                <a:spcPct val="100000"/>
              </a:lnSpc>
              <a:buNone/>
            </a:pPr>
            <a:r>
              <a:rPr lang="en-US" sz="1300" kern="100" spc="13" dirty="0">
                <a:solidFill>
                  <a:srgbClr val="000000"/>
                </a:solidFill>
                <a:latin typeface="Space Grotesk SemiBold" pitchFamily="34" charset="0"/>
                <a:ea typeface="Space Grotesk SemiBold" pitchFamily="34" charset="-122"/>
                <a:cs typeface="Space Grotesk SemiBold" pitchFamily="34" charset="-120"/>
              </a:rPr>
              <a:t>STORIES &amp; MARKETPLACE</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07987" y="1737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Meta Leads ad: ad details</a:t>
            </a:r>
            <a:endParaRPr lang="en-US" sz="3400" dirty="0"/>
          </a:p>
        </p:txBody>
      </p:sp>
      <p:sp>
        <p:nvSpPr>
          <p:cNvPr id="3" name="Shape 1"/>
          <p:cNvSpPr/>
          <p:nvPr/>
        </p:nvSpPr>
        <p:spPr>
          <a:xfrm>
            <a:off x="507987" y="720030"/>
            <a:ext cx="5621693" cy="2220813"/>
          </a:xfrm>
          <a:prstGeom prst="roundRect">
            <a:avLst>
              <a:gd name="adj" fmla="val 10979"/>
            </a:avLst>
          </a:prstGeom>
          <a:solidFill>
            <a:srgbClr val="FE829A"/>
          </a:solidFill>
          <a:ln/>
        </p:spPr>
        <p:txBody>
          <a:bodyPr/>
          <a:lstStyle/>
          <a:p>
            <a:endParaRPr lang="en-IN"/>
          </a:p>
        </p:txBody>
      </p:sp>
      <p:sp>
        <p:nvSpPr>
          <p:cNvPr id="4" name="Text 2"/>
          <p:cNvSpPr/>
          <p:nvPr/>
        </p:nvSpPr>
        <p:spPr>
          <a:xfrm>
            <a:off x="736582" y="797183"/>
            <a:ext cx="5393099"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Ad</a:t>
            </a:r>
            <a:endParaRPr lang="en-US" sz="1800" dirty="0"/>
          </a:p>
        </p:txBody>
      </p:sp>
      <p:sp>
        <p:nvSpPr>
          <p:cNvPr id="5" name="Text 3"/>
          <p:cNvSpPr/>
          <p:nvPr/>
        </p:nvSpPr>
        <p:spPr>
          <a:xfrm>
            <a:off x="736582" y="1236861"/>
            <a:ext cx="5164504" cy="1627783"/>
          </a:xfrm>
          <a:prstGeom prst="rect">
            <a:avLst/>
          </a:prstGeom>
          <a:noFill/>
          <a:ln/>
        </p:spPr>
        <p:txBody>
          <a:bodyPr wrap="square" lIns="0" tIns="0" rIns="0" bIns="0" rtlCol="0" anchor="t"/>
          <a:lstStyle/>
          <a:p>
            <a:pPr marL="0" indent="0" algn="l">
              <a:lnSpc>
                <a:spcPct val="117000"/>
              </a:lnSpc>
              <a:spcAft>
                <a:spcPts val="900"/>
              </a:spcAft>
              <a:buNone/>
            </a:pPr>
            <a:r>
              <a:rPr lang="en-US" sz="1300" b="1" dirty="0">
                <a:solidFill>
                  <a:srgbClr val="000000"/>
                </a:solidFill>
                <a:latin typeface="Space Grotesk Bold" pitchFamily="34" charset="0"/>
                <a:ea typeface="Space Grotesk Bold" pitchFamily="34" charset="-122"/>
                <a:cs typeface="Space Grotesk Bold" pitchFamily="34" charset="-120"/>
              </a:rPr>
              <a:t>Ad name:</a:t>
            </a:r>
            <a:r>
              <a:rPr lang="en-US" sz="1300" dirty="0">
                <a:solidFill>
                  <a:srgbClr val="000000"/>
                </a:solidFill>
                <a:latin typeface="Space Grotesk" pitchFamily="34" charset="0"/>
                <a:ea typeface="Space Grotesk" pitchFamily="34" charset="-122"/>
                <a:cs typeface="Space Grotesk" pitchFamily="34" charset="-120"/>
              </a:rPr>
              <a:t> OORJA SOLUTIOS New Leads ad</a:t>
            </a:r>
            <a:endParaRPr lang="en-US" sz="1300" dirty="0"/>
          </a:p>
          <a:p>
            <a:pPr marL="0" indent="0" algn="l">
              <a:lnSpc>
                <a:spcPct val="117000"/>
              </a:lnSpc>
              <a:spcAft>
                <a:spcPts val="900"/>
              </a:spcAft>
              <a:buNone/>
            </a:pPr>
            <a:r>
              <a:rPr lang="en-US" sz="1300" b="1" dirty="0">
                <a:solidFill>
                  <a:srgbClr val="000000"/>
                </a:solidFill>
                <a:latin typeface="Space Grotesk Bold" pitchFamily="34" charset="0"/>
                <a:ea typeface="Space Grotesk Bold" pitchFamily="34" charset="-122"/>
                <a:cs typeface="Space Grotesk Bold" pitchFamily="34" charset="-120"/>
              </a:rPr>
              <a:t>Headline:</a:t>
            </a:r>
            <a:r>
              <a:rPr lang="en-US" sz="1300" dirty="0">
                <a:solidFill>
                  <a:srgbClr val="000000"/>
                </a:solidFill>
                <a:latin typeface="Space Grotesk" pitchFamily="34" charset="0"/>
                <a:ea typeface="Space Grotesk" pitchFamily="34" charset="-122"/>
                <a:cs typeface="Space Grotesk" pitchFamily="34" charset="-120"/>
              </a:rPr>
              <a:t> Solar Irrigation Pumps</a:t>
            </a:r>
            <a:endParaRPr lang="en-US" sz="1300" dirty="0"/>
          </a:p>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Description:</a:t>
            </a:r>
            <a:r>
              <a:rPr lang="en-US" sz="1300" dirty="0">
                <a:solidFill>
                  <a:srgbClr val="000000"/>
                </a:solidFill>
                <a:latin typeface="Space Grotesk" pitchFamily="34" charset="0"/>
                <a:ea typeface="Space Grotesk" pitchFamily="34" charset="-122"/>
                <a:cs typeface="Space Grotesk" pitchFamily="34" charset="-120"/>
              </a:rPr>
              <a:t> Stop wasting money on expensive diesel. Switch to Oorja's reliable solar irrigation systems with zero upfront costs. Pay only for the water you use via transparent digital flowmeters and boost your crop yields sustainably!</a:t>
            </a:r>
            <a:endParaRPr lang="en-US" sz="1300" dirty="0"/>
          </a:p>
        </p:txBody>
      </p:sp>
      <p:sp>
        <p:nvSpPr>
          <p:cNvPr id="6" name="Shape 4"/>
          <p:cNvSpPr/>
          <p:nvPr/>
        </p:nvSpPr>
        <p:spPr>
          <a:xfrm>
            <a:off x="507987" y="3093244"/>
            <a:ext cx="5621693" cy="1879302"/>
          </a:xfrm>
          <a:prstGeom prst="roundRect">
            <a:avLst>
              <a:gd name="adj" fmla="val 12975"/>
            </a:avLst>
          </a:prstGeom>
          <a:solidFill>
            <a:srgbClr val="F9B440"/>
          </a:solidFill>
          <a:ln/>
        </p:spPr>
        <p:txBody>
          <a:bodyPr/>
          <a:lstStyle/>
          <a:p>
            <a:endParaRPr lang="en-IN"/>
          </a:p>
        </p:txBody>
      </p:sp>
      <p:sp>
        <p:nvSpPr>
          <p:cNvPr id="7" name="Text 5"/>
          <p:cNvSpPr/>
          <p:nvPr/>
        </p:nvSpPr>
        <p:spPr>
          <a:xfrm>
            <a:off x="736582" y="3170396"/>
            <a:ext cx="5393099"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Ad set settings</a:t>
            </a:r>
            <a:endParaRPr lang="en-US" sz="1800" dirty="0"/>
          </a:p>
        </p:txBody>
      </p:sp>
      <p:sp>
        <p:nvSpPr>
          <p:cNvPr id="8" name="Text 6"/>
          <p:cNvSpPr/>
          <p:nvPr/>
        </p:nvSpPr>
        <p:spPr>
          <a:xfrm>
            <a:off x="736582" y="3610074"/>
            <a:ext cx="5164504" cy="1286272"/>
          </a:xfrm>
          <a:prstGeom prst="rect">
            <a:avLst/>
          </a:prstGeom>
          <a:noFill/>
          <a:ln/>
        </p:spPr>
        <p:txBody>
          <a:bodyPr wrap="square" lIns="0" tIns="0" rIns="0" bIns="0" rtlCol="0" anchor="t"/>
          <a:lstStyle/>
          <a:p>
            <a:pPr marL="0" indent="0" algn="l">
              <a:lnSpc>
                <a:spcPct val="117000"/>
              </a:lnSpc>
              <a:spcAft>
                <a:spcPts val="900"/>
              </a:spcAft>
              <a:buNone/>
            </a:pPr>
            <a:r>
              <a:rPr lang="en-US" sz="1300" b="1" dirty="0">
                <a:solidFill>
                  <a:srgbClr val="000000"/>
                </a:solidFill>
                <a:latin typeface="Space Grotesk Bold" pitchFamily="34" charset="0"/>
                <a:ea typeface="Space Grotesk Bold" pitchFamily="34" charset="-122"/>
                <a:cs typeface="Space Grotesk Bold" pitchFamily="34" charset="-120"/>
              </a:rPr>
              <a:t>Conversion:</a:t>
            </a:r>
            <a:r>
              <a:rPr lang="en-US" sz="1300" dirty="0">
                <a:solidFill>
                  <a:srgbClr val="000000"/>
                </a:solidFill>
                <a:latin typeface="Space Grotesk" pitchFamily="34" charset="0"/>
                <a:ea typeface="Space Grotesk" pitchFamily="34" charset="-122"/>
                <a:cs typeface="Space Grotesk" pitchFamily="34" charset="-120"/>
              </a:rPr>
              <a:t> Website and call</a:t>
            </a:r>
            <a:endParaRPr lang="en-US" sz="1300" dirty="0"/>
          </a:p>
          <a:p>
            <a:pPr marL="0" indent="0" algn="l">
              <a:lnSpc>
                <a:spcPct val="117000"/>
              </a:lnSpc>
              <a:spcAft>
                <a:spcPts val="900"/>
              </a:spcAft>
              <a:buNone/>
            </a:pPr>
            <a:r>
              <a:rPr lang="en-US" sz="1300" b="1" dirty="0">
                <a:solidFill>
                  <a:srgbClr val="000000"/>
                </a:solidFill>
                <a:latin typeface="Space Grotesk Bold" pitchFamily="34" charset="0"/>
                <a:ea typeface="Space Grotesk Bold" pitchFamily="34" charset="-122"/>
                <a:cs typeface="Space Grotesk Bold" pitchFamily="34" charset="-120"/>
              </a:rPr>
              <a:t>Performance goal:</a:t>
            </a:r>
            <a:r>
              <a:rPr lang="en-US" sz="1300" dirty="0">
                <a:solidFill>
                  <a:srgbClr val="000000"/>
                </a:solidFill>
                <a:latin typeface="Space Grotesk" pitchFamily="34" charset="0"/>
                <a:ea typeface="Space Grotesk" pitchFamily="34" charset="-122"/>
                <a:cs typeface="Space Grotesk" pitchFamily="34" charset="-120"/>
              </a:rPr>
              <a:t> Maximise number of conversions</a:t>
            </a:r>
            <a:endParaRPr lang="en-US" sz="1300" dirty="0"/>
          </a:p>
          <a:p>
            <a:pPr marL="0" indent="0" algn="l">
              <a:lnSpc>
                <a:spcPct val="117000"/>
              </a:lnSpc>
              <a:spcAft>
                <a:spcPts val="900"/>
              </a:spcAft>
              <a:buNone/>
            </a:pPr>
            <a:r>
              <a:rPr lang="en-US" sz="1300" b="1" dirty="0">
                <a:solidFill>
                  <a:srgbClr val="000000"/>
                </a:solidFill>
                <a:latin typeface="Space Grotesk Bold" pitchFamily="34" charset="0"/>
                <a:ea typeface="Space Grotesk Bold" pitchFamily="34" charset="-122"/>
                <a:cs typeface="Space Grotesk Bold" pitchFamily="34" charset="-120"/>
              </a:rPr>
              <a:t>Dynamic creative:</a:t>
            </a:r>
            <a:r>
              <a:rPr lang="en-US" sz="1300" dirty="0">
                <a:solidFill>
                  <a:srgbClr val="000000"/>
                </a:solidFill>
                <a:latin typeface="Space Grotesk" pitchFamily="34" charset="0"/>
                <a:ea typeface="Space Grotesk" pitchFamily="34" charset="-122"/>
                <a:cs typeface="Space Grotesk" pitchFamily="34" charset="-120"/>
              </a:rPr>
              <a:t> On</a:t>
            </a:r>
            <a:endParaRPr lang="en-US" sz="1300" dirty="0"/>
          </a:p>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Placements:</a:t>
            </a:r>
            <a:r>
              <a:rPr lang="en-US" sz="1300" dirty="0">
                <a:solidFill>
                  <a:srgbClr val="000000"/>
                </a:solidFill>
                <a:latin typeface="Space Grotesk" pitchFamily="34" charset="0"/>
                <a:ea typeface="Space Grotesk" pitchFamily="34" charset="-122"/>
                <a:cs typeface="Space Grotesk" pitchFamily="34" charset="-120"/>
              </a:rPr>
              <a:t> Automatic</a:t>
            </a:r>
            <a:endParaRPr lang="en-US" sz="1300" dirty="0"/>
          </a:p>
        </p:txBody>
      </p:sp>
      <p:sp>
        <p:nvSpPr>
          <p:cNvPr id="9" name="Text 7"/>
          <p:cNvSpPr/>
          <p:nvPr/>
        </p:nvSpPr>
        <p:spPr>
          <a:xfrm>
            <a:off x="6434473" y="720348"/>
            <a:ext cx="5249235"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Ad placements preview</a:t>
            </a:r>
            <a:endParaRPr lang="en-US" sz="1600" dirty="0"/>
          </a:p>
        </p:txBody>
      </p:sp>
      <p:sp>
        <p:nvSpPr>
          <p:cNvPr id="10" name="Shape 8"/>
          <p:cNvSpPr/>
          <p:nvPr/>
        </p:nvSpPr>
        <p:spPr>
          <a:xfrm>
            <a:off x="6434473" y="1131491"/>
            <a:ext cx="5079873" cy="2849563"/>
          </a:xfrm>
          <a:prstGeom prst="roundRect">
            <a:avLst>
              <a:gd name="adj" fmla="val 6418"/>
            </a:avLst>
          </a:prstGeom>
          <a:noFill/>
          <a:ln w="12700">
            <a:solidFill>
              <a:srgbClr val="CCCCCC"/>
            </a:solidFill>
            <a:prstDash val="solid"/>
          </a:ln>
        </p:spPr>
        <p:txBody>
          <a:bodyPr/>
          <a:lstStyle/>
          <a:p>
            <a:endParaRPr lang="en-IN"/>
          </a:p>
        </p:txBody>
      </p:sp>
      <p:pic>
        <p:nvPicPr>
          <p:cNvPr id="11" name="Image 0" descr="preencoded.png"/>
          <p:cNvPicPr>
            <a:picLocks noChangeAspect="1"/>
          </p:cNvPicPr>
          <p:nvPr/>
        </p:nvPicPr>
        <p:blipFill>
          <a:blip r:embed="rId3"/>
          <a:stretch>
            <a:fillRect/>
          </a:stretch>
        </p:blipFill>
        <p:spPr>
          <a:xfrm>
            <a:off x="6447172" y="1144191"/>
            <a:ext cx="5054474" cy="2824163"/>
          </a:xfrm>
          <a:prstGeom prst="rect">
            <a:avLst/>
          </a:prstGeom>
        </p:spPr>
      </p:pic>
      <p:sp>
        <p:nvSpPr>
          <p:cNvPr id="12" name="Shape 9"/>
          <p:cNvSpPr/>
          <p:nvPr/>
        </p:nvSpPr>
        <p:spPr>
          <a:xfrm>
            <a:off x="507987" y="5124946"/>
            <a:ext cx="11175720" cy="806351"/>
          </a:xfrm>
          <a:prstGeom prst="roundRect">
            <a:avLst>
              <a:gd name="adj" fmla="val 30239"/>
            </a:avLst>
          </a:prstGeom>
          <a:solidFill>
            <a:srgbClr val="FC9FA5"/>
          </a:solidFill>
          <a:ln/>
        </p:spPr>
        <p:txBody>
          <a:bodyPr/>
          <a:lstStyle/>
          <a:p>
            <a:endParaRPr lang="en-IN"/>
          </a:p>
        </p:txBody>
      </p:sp>
      <p:sp>
        <p:nvSpPr>
          <p:cNvPr id="13" name="Text 10"/>
          <p:cNvSpPr/>
          <p:nvPr/>
        </p:nvSpPr>
        <p:spPr>
          <a:xfrm>
            <a:off x="736582" y="5202099"/>
            <a:ext cx="10947126"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Tracking: UTM parameters</a:t>
            </a:r>
            <a:endParaRPr lang="en-US" sz="1800" dirty="0"/>
          </a:p>
        </p:txBody>
      </p:sp>
      <p:sp>
        <p:nvSpPr>
          <p:cNvPr id="14" name="Text 11"/>
          <p:cNvSpPr/>
          <p:nvPr/>
        </p:nvSpPr>
        <p:spPr>
          <a:xfrm>
            <a:off x="736582" y="5641777"/>
            <a:ext cx="10947126" cy="213320"/>
          </a:xfrm>
          <a:prstGeom prst="rect">
            <a:avLst/>
          </a:prstGeom>
          <a:noFill/>
          <a:ln/>
        </p:spPr>
        <p:txBody>
          <a:bodyPr wrap="none" lIns="0" tIns="0" rIns="0" bIns="0" rtlCol="0" anchor="t"/>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utm_source=Facebook&amp;utm_medium=cpl_leadform&amp;utm_campaign=OORJA+SOLUTIOS+New+Leads+ad&amp;utm_content=oorja+leads</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1610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Email marketing</a:t>
            </a:r>
            <a:endParaRPr lang="en-US" sz="3400" dirty="0"/>
          </a:p>
        </p:txBody>
      </p:sp>
      <p:sp>
        <p:nvSpPr>
          <p:cNvPr id="4" name="Shape 2"/>
          <p:cNvSpPr/>
          <p:nvPr/>
        </p:nvSpPr>
        <p:spPr>
          <a:xfrm>
            <a:off x="507987" y="707330"/>
            <a:ext cx="6739265" cy="563761"/>
          </a:xfrm>
          <a:prstGeom prst="roundRect">
            <a:avLst>
              <a:gd name="adj" fmla="val 43251"/>
            </a:avLst>
          </a:prstGeom>
          <a:solidFill>
            <a:srgbClr val="FE829A"/>
          </a:solidFill>
          <a:ln/>
        </p:spPr>
        <p:txBody>
          <a:bodyPr/>
          <a:lstStyle/>
          <a:p>
            <a:endParaRPr lang="en-IN"/>
          </a:p>
        </p:txBody>
      </p:sp>
      <p:sp>
        <p:nvSpPr>
          <p:cNvPr id="5" name="Text 3"/>
          <p:cNvSpPr/>
          <p:nvPr/>
        </p:nvSpPr>
        <p:spPr>
          <a:xfrm>
            <a:off x="660383" y="758130"/>
            <a:ext cx="6434473" cy="462161"/>
          </a:xfrm>
          <a:prstGeom prst="rect">
            <a:avLst/>
          </a:prstGeom>
          <a:noFill/>
          <a:ln/>
        </p:spPr>
        <p:txBody>
          <a:bodyPr wrap="square" lIns="0" tIns="0" rIns="0" bIns="0" rtlCol="0" anchor="t">
            <a:normAutofit/>
          </a:bodyPr>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Subject line:</a:t>
            </a:r>
            <a:r>
              <a:rPr lang="en-US" sz="1300" dirty="0">
                <a:solidFill>
                  <a:srgbClr val="000000"/>
                </a:solidFill>
                <a:latin typeface="Space Grotesk" pitchFamily="34" charset="0"/>
                <a:ea typeface="Space Grotesk" pitchFamily="34" charset="-122"/>
                <a:cs typeface="Space Grotesk" pitchFamily="34" charset="-120"/>
              </a:rPr>
              <a:t> Save up to 60% on irrigation costs with Oorja Solutions – zero upfront cost!</a:t>
            </a:r>
            <a:endParaRPr lang="en-US" sz="1300" dirty="0"/>
          </a:p>
        </p:txBody>
      </p:sp>
      <p:sp>
        <p:nvSpPr>
          <p:cNvPr id="6" name="Shape 4"/>
          <p:cNvSpPr/>
          <p:nvPr/>
        </p:nvSpPr>
        <p:spPr>
          <a:xfrm>
            <a:off x="507987" y="1398091"/>
            <a:ext cx="6739265" cy="2695873"/>
          </a:xfrm>
          <a:prstGeom prst="roundRect">
            <a:avLst>
              <a:gd name="adj" fmla="val 9045"/>
            </a:avLst>
          </a:prstGeom>
          <a:solidFill>
            <a:srgbClr val="F9B440"/>
          </a:solidFill>
          <a:ln/>
        </p:spPr>
        <p:txBody>
          <a:bodyPr/>
          <a:lstStyle/>
          <a:p>
            <a:endParaRPr lang="en-IN"/>
          </a:p>
        </p:txBody>
      </p:sp>
      <p:sp>
        <p:nvSpPr>
          <p:cNvPr id="7" name="Text 5"/>
          <p:cNvSpPr/>
          <p:nvPr/>
        </p:nvSpPr>
        <p:spPr>
          <a:xfrm>
            <a:off x="660383" y="1448891"/>
            <a:ext cx="6586869"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Email body</a:t>
            </a:r>
            <a:endParaRPr lang="en-US" sz="1400" dirty="0"/>
          </a:p>
        </p:txBody>
      </p:sp>
      <p:sp>
        <p:nvSpPr>
          <p:cNvPr id="8" name="Text 6"/>
          <p:cNvSpPr/>
          <p:nvPr/>
        </p:nvSpPr>
        <p:spPr>
          <a:xfrm>
            <a:off x="660383" y="1818382"/>
            <a:ext cx="6434473" cy="813891"/>
          </a:xfrm>
          <a:prstGeom prst="rect">
            <a:avLst/>
          </a:prstGeom>
          <a:noFill/>
          <a:ln/>
        </p:spPr>
        <p:txBody>
          <a:bodyPr wrap="square" lIns="0" tIns="0" rIns="0" bIns="0" rtlCol="0" anchor="t"/>
          <a:lstStyle/>
          <a:p>
            <a:pPr marL="0" indent="0" algn="l">
              <a:lnSpc>
                <a:spcPct val="117000"/>
              </a:lnSpc>
              <a:spcAft>
                <a:spcPts val="900"/>
              </a:spcAft>
              <a:buNone/>
            </a:pPr>
            <a:r>
              <a:rPr lang="en-US" sz="1300" dirty="0">
                <a:solidFill>
                  <a:srgbClr val="000000"/>
                </a:solidFill>
                <a:latin typeface="Space Grotesk" pitchFamily="34" charset="0"/>
                <a:ea typeface="Space Grotesk" pitchFamily="34" charset="-122"/>
                <a:cs typeface="Space Grotesk" pitchFamily="34" charset="-120"/>
              </a:rPr>
              <a:t>Hello [Name],</a:t>
            </a:r>
            <a:endParaRPr lang="en-US" sz="1300" dirty="0"/>
          </a:p>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Get reliable, year-round solar irrigation and climate-smart advisory with Oorjasolutions.org, your trusted farming partner in India.</a:t>
            </a:r>
            <a:endParaRPr lang="en-US" sz="1300" dirty="0"/>
          </a:p>
        </p:txBody>
      </p:sp>
      <p:sp>
        <p:nvSpPr>
          <p:cNvPr id="9" name="Text 7"/>
          <p:cNvSpPr/>
          <p:nvPr/>
        </p:nvSpPr>
        <p:spPr>
          <a:xfrm>
            <a:off x="660383" y="2752923"/>
            <a:ext cx="6434473" cy="1290241"/>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Massive savings:</a:t>
            </a:r>
            <a:r>
              <a:rPr lang="en-US" sz="1300" dirty="0">
                <a:solidFill>
                  <a:srgbClr val="000000"/>
                </a:solidFill>
                <a:latin typeface="Space Grotesk" pitchFamily="34" charset="0"/>
                <a:ea typeface="Space Grotesk" pitchFamily="34" charset="-122"/>
                <a:cs typeface="Space Grotesk" pitchFamily="34" charset="-120"/>
              </a:rPr>
              <a:t> up to 60% off irrigation and diesel costs.</a:t>
            </a:r>
            <a:endParaRPr lang="en-US" sz="1600" dirty="0"/>
          </a:p>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Zero upfront cost:</a:t>
            </a:r>
            <a:r>
              <a:rPr lang="en-US" sz="1300" dirty="0">
                <a:solidFill>
                  <a:srgbClr val="000000"/>
                </a:solidFill>
                <a:latin typeface="Space Grotesk" pitchFamily="34" charset="0"/>
                <a:ea typeface="Space Grotesk" pitchFamily="34" charset="-122"/>
                <a:cs typeface="Space Grotesk" pitchFamily="34" charset="-120"/>
              </a:rPr>
              <a:t> pay only for the water you use.</a:t>
            </a:r>
            <a:endParaRPr lang="en-US" sz="1600" dirty="0"/>
          </a:p>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48% less chemical inputs:</a:t>
            </a:r>
            <a:r>
              <a:rPr lang="en-US" sz="1300" dirty="0">
                <a:solidFill>
                  <a:srgbClr val="000000"/>
                </a:solidFill>
                <a:latin typeface="Space Grotesk" pitchFamily="34" charset="0"/>
                <a:ea typeface="Space Grotesk" pitchFamily="34" charset="-122"/>
                <a:cs typeface="Space Grotesk" pitchFamily="34" charset="-120"/>
              </a:rPr>
              <a:t> healthier, high-yield, eco-friendly.</a:t>
            </a:r>
            <a:endParaRPr lang="en-US" sz="1600" dirty="0"/>
          </a:p>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Expert support:</a:t>
            </a:r>
            <a:r>
              <a:rPr lang="en-US" sz="1300" dirty="0">
                <a:solidFill>
                  <a:srgbClr val="000000"/>
                </a:solidFill>
                <a:latin typeface="Space Grotesk" pitchFamily="34" charset="0"/>
                <a:ea typeface="Space Grotesk" pitchFamily="34" charset="-122"/>
                <a:cs typeface="Space Grotesk" pitchFamily="34" charset="-120"/>
              </a:rPr>
              <a:t> agri-advice in your local language.</a:t>
            </a:r>
            <a:endParaRPr lang="en-US" sz="1600" dirty="0"/>
          </a:p>
        </p:txBody>
      </p:sp>
      <p:sp>
        <p:nvSpPr>
          <p:cNvPr id="10" name="Shape 8"/>
          <p:cNvSpPr/>
          <p:nvPr/>
        </p:nvSpPr>
        <p:spPr>
          <a:xfrm>
            <a:off x="507987" y="4220964"/>
            <a:ext cx="6739265" cy="933252"/>
          </a:xfrm>
          <a:prstGeom prst="roundRect">
            <a:avLst>
              <a:gd name="adj" fmla="val 26127"/>
            </a:avLst>
          </a:prstGeom>
          <a:solidFill>
            <a:srgbClr val="FC9FA5"/>
          </a:solidFill>
          <a:ln/>
        </p:spPr>
        <p:txBody>
          <a:bodyPr/>
          <a:lstStyle/>
          <a:p>
            <a:endParaRPr lang="en-IN"/>
          </a:p>
        </p:txBody>
      </p:sp>
      <p:sp>
        <p:nvSpPr>
          <p:cNvPr id="11" name="Text 9"/>
          <p:cNvSpPr/>
          <p:nvPr/>
        </p:nvSpPr>
        <p:spPr>
          <a:xfrm>
            <a:off x="660383" y="4271764"/>
            <a:ext cx="6586869"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Call to action</a:t>
            </a:r>
            <a:endParaRPr lang="en-US" sz="1400" dirty="0"/>
          </a:p>
        </p:txBody>
      </p:sp>
      <p:sp>
        <p:nvSpPr>
          <p:cNvPr id="12" name="Text 10"/>
          <p:cNvSpPr/>
          <p:nvPr/>
        </p:nvSpPr>
        <p:spPr>
          <a:xfrm>
            <a:off x="660383" y="4641255"/>
            <a:ext cx="6434473" cy="46216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Order today at Oorjasolutions.org for affordable, sustainable, productive agriculture!</a:t>
            </a:r>
            <a:endParaRPr lang="en-US" sz="1300" dirty="0"/>
          </a:p>
        </p:txBody>
      </p:sp>
      <p:sp>
        <p:nvSpPr>
          <p:cNvPr id="13" name="Text 11"/>
          <p:cNvSpPr/>
          <p:nvPr/>
        </p:nvSpPr>
        <p:spPr>
          <a:xfrm>
            <a:off x="7552045" y="707648"/>
            <a:ext cx="4131663"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Email design</a:t>
            </a:r>
            <a:endParaRPr lang="en-US" sz="1600" dirty="0"/>
          </a:p>
        </p:txBody>
      </p:sp>
      <p:sp>
        <p:nvSpPr>
          <p:cNvPr id="14" name="Shape 12"/>
          <p:cNvSpPr/>
          <p:nvPr/>
        </p:nvSpPr>
        <p:spPr>
          <a:xfrm>
            <a:off x="7552045" y="1118791"/>
            <a:ext cx="3174921" cy="3404592"/>
          </a:xfrm>
          <a:prstGeom prst="roundRect">
            <a:avLst>
              <a:gd name="adj" fmla="val 5760"/>
            </a:avLst>
          </a:prstGeom>
          <a:noFill/>
          <a:ln w="12700">
            <a:solidFill>
              <a:srgbClr val="CCCCCC"/>
            </a:solidFill>
            <a:prstDash val="solid"/>
          </a:ln>
        </p:spPr>
        <p:txBody>
          <a:bodyPr/>
          <a:lstStyle/>
          <a:p>
            <a:endParaRPr lang="en-IN"/>
          </a:p>
        </p:txBody>
      </p:sp>
      <p:pic>
        <p:nvPicPr>
          <p:cNvPr id="15" name="Image 0" descr="preencoded.png"/>
          <p:cNvPicPr>
            <a:picLocks noChangeAspect="1"/>
          </p:cNvPicPr>
          <p:nvPr/>
        </p:nvPicPr>
        <p:blipFill>
          <a:blip r:embed="rId3"/>
          <a:stretch>
            <a:fillRect/>
          </a:stretch>
        </p:blipFill>
        <p:spPr>
          <a:xfrm>
            <a:off x="7564744" y="1131490"/>
            <a:ext cx="3467015" cy="3518575"/>
          </a:xfrm>
          <a:prstGeom prst="rect">
            <a:avLst/>
          </a:prstGeom>
        </p:spPr>
      </p:pic>
      <p:pic>
        <p:nvPicPr>
          <p:cNvPr id="16" name="Image 1" descr="preencoded.png">
            <a:hlinkClick r:id="rId4"/>
          </p:cNvPr>
          <p:cNvPicPr>
            <a:picLocks noChangeAspect="1"/>
          </p:cNvPicPr>
          <p:nvPr/>
        </p:nvPicPr>
        <p:blipFill>
          <a:blip r:embed="rId5"/>
          <a:stretch>
            <a:fillRect/>
          </a:stretch>
        </p:blipFill>
        <p:spPr>
          <a:xfrm>
            <a:off x="7552045" y="4883466"/>
            <a:ext cx="1610379" cy="558800"/>
          </a:xfrm>
          <a:prstGeom prst="rect">
            <a:avLst/>
          </a:prstGeom>
        </p:spPr>
      </p:pic>
      <p:sp>
        <p:nvSpPr>
          <p:cNvPr id="17" name="Text 13"/>
          <p:cNvSpPr/>
          <p:nvPr/>
        </p:nvSpPr>
        <p:spPr>
          <a:xfrm>
            <a:off x="7552045" y="5553958"/>
            <a:ext cx="4131663" cy="231080"/>
          </a:xfrm>
          <a:prstGeom prst="rect">
            <a:avLst/>
          </a:prstGeom>
          <a:noFill/>
          <a:ln/>
        </p:spPr>
        <p:txBody>
          <a:bodyPr wrap="none" lIns="0" tIns="0" rIns="0" bIns="0" rtlCol="0" anchor="t"/>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Best regards, The Oorja Team</a:t>
            </a:r>
            <a:endParaRPr lang="en-US" sz="1300" dirty="0"/>
          </a:p>
        </p:txBody>
      </p:sp>
      <p:sp>
        <p:nvSpPr>
          <p:cNvPr id="18" name="Oval 17">
            <a:extLst>
              <a:ext uri="{FF2B5EF4-FFF2-40B4-BE49-F238E27FC236}">
                <a16:creationId xmlns:a16="http://schemas.microsoft.com/office/drawing/2014/main" id="{41C17742-0D0A-8A73-7BBD-D988138C12B6}"/>
              </a:ext>
            </a:extLst>
          </p:cNvPr>
          <p:cNvSpPr/>
          <p:nvPr/>
        </p:nvSpPr>
        <p:spPr>
          <a:xfrm>
            <a:off x="10623176" y="4271764"/>
            <a:ext cx="251012" cy="1836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07987" y="1737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WhatsApp marketing</a:t>
            </a:r>
            <a:endParaRPr lang="en-US" sz="3400" dirty="0"/>
          </a:p>
        </p:txBody>
      </p:sp>
      <p:sp>
        <p:nvSpPr>
          <p:cNvPr id="3" name="Shape 1"/>
          <p:cNvSpPr/>
          <p:nvPr/>
        </p:nvSpPr>
        <p:spPr>
          <a:xfrm>
            <a:off x="507987" y="720030"/>
            <a:ext cx="4156963" cy="5487095"/>
          </a:xfrm>
          <a:prstGeom prst="roundRect">
            <a:avLst>
              <a:gd name="adj" fmla="val 5866"/>
            </a:avLst>
          </a:prstGeom>
          <a:solidFill>
            <a:srgbClr val="FE829A"/>
          </a:solidFill>
          <a:ln/>
        </p:spPr>
        <p:txBody>
          <a:bodyPr/>
          <a:lstStyle/>
          <a:p>
            <a:endParaRPr lang="en-IN"/>
          </a:p>
        </p:txBody>
      </p:sp>
      <p:sp>
        <p:nvSpPr>
          <p:cNvPr id="4" name="Text 2"/>
          <p:cNvSpPr/>
          <p:nvPr/>
        </p:nvSpPr>
        <p:spPr>
          <a:xfrm>
            <a:off x="736582" y="949583"/>
            <a:ext cx="3928369"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Welcome message</a:t>
            </a:r>
            <a:endParaRPr lang="en-US" sz="1800" dirty="0"/>
          </a:p>
        </p:txBody>
      </p:sp>
      <p:sp>
        <p:nvSpPr>
          <p:cNvPr id="5" name="Text 3"/>
          <p:cNvSpPr/>
          <p:nvPr/>
        </p:nvSpPr>
        <p:spPr>
          <a:xfrm>
            <a:off x="736582" y="1395611"/>
            <a:ext cx="3928369"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Hello Welcome to Oorja</a:t>
            </a:r>
            <a:endParaRPr lang="en-US" sz="1400" dirty="0"/>
          </a:p>
        </p:txBody>
      </p:sp>
      <p:sp>
        <p:nvSpPr>
          <p:cNvPr id="6" name="Text 4"/>
          <p:cNvSpPr/>
          <p:nvPr/>
        </p:nvSpPr>
        <p:spPr>
          <a:xfrm>
            <a:off x="736582" y="1765102"/>
            <a:ext cx="3699775" cy="693241"/>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Transform your farming journey with trusted solar irrigation and climate-smart solutions designed for rural India:</a:t>
            </a:r>
            <a:endParaRPr lang="en-US" sz="1300" dirty="0"/>
          </a:p>
        </p:txBody>
      </p:sp>
      <p:sp>
        <p:nvSpPr>
          <p:cNvPr id="7" name="Text 5"/>
          <p:cNvSpPr/>
          <p:nvPr/>
        </p:nvSpPr>
        <p:spPr>
          <a:xfrm>
            <a:off x="736582" y="2578993"/>
            <a:ext cx="3699775" cy="3047802"/>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300" dirty="0">
                <a:solidFill>
                  <a:srgbClr val="000000"/>
                </a:solidFill>
                <a:latin typeface="Space Grotesk" pitchFamily="34" charset="0"/>
                <a:ea typeface="Space Grotesk" pitchFamily="34" charset="-122"/>
                <a:cs typeface="Space Grotesk" pitchFamily="34" charset="-120"/>
              </a:rPr>
              <a:t>Access affordable pay-per-use solar pumps and reliable year-round water.</a:t>
            </a:r>
            <a:endParaRPr lang="en-US" sz="1600" dirty="0"/>
          </a:p>
          <a:p>
            <a:pPr marL="325120" indent="-325120" algn="l">
              <a:lnSpc>
                <a:spcPct val="117000"/>
              </a:lnSpc>
              <a:buSzPct val="100000"/>
              <a:buChar char="•"/>
            </a:pPr>
            <a:r>
              <a:rPr lang="en-US" sz="1300" dirty="0">
                <a:solidFill>
                  <a:srgbClr val="000000"/>
                </a:solidFill>
                <a:latin typeface="Space Grotesk" pitchFamily="34" charset="0"/>
                <a:ea typeface="Space Grotesk" pitchFamily="34" charset="-122"/>
                <a:cs typeface="Space Grotesk" pitchFamily="34" charset="-120"/>
              </a:rPr>
              <a:t>Save up to 60% on irrigation costs and eliminate expensive diesel fuel.</a:t>
            </a:r>
            <a:endParaRPr lang="en-US" sz="1600" dirty="0"/>
          </a:p>
          <a:p>
            <a:pPr marL="325120" indent="-325120" algn="l">
              <a:lnSpc>
                <a:spcPct val="117000"/>
              </a:lnSpc>
              <a:buSzPct val="100000"/>
              <a:buChar char="•"/>
            </a:pPr>
            <a:r>
              <a:rPr lang="en-US" sz="1300" dirty="0">
                <a:solidFill>
                  <a:srgbClr val="000000"/>
                </a:solidFill>
                <a:latin typeface="Space Grotesk" pitchFamily="34" charset="0"/>
                <a:ea typeface="Space Grotesk" pitchFamily="34" charset="-122"/>
                <a:cs typeface="Space Grotesk" pitchFamily="34" charset="-120"/>
              </a:rPr>
              <a:t>Get expert climate-smart agri-advisory training in local languages.</a:t>
            </a:r>
            <a:endParaRPr lang="en-US" sz="1600" dirty="0"/>
          </a:p>
          <a:p>
            <a:pPr marL="325120" indent="-325120" algn="l">
              <a:lnSpc>
                <a:spcPct val="117000"/>
              </a:lnSpc>
              <a:buSzPct val="100000"/>
              <a:buChar char="•"/>
            </a:pPr>
            <a:r>
              <a:rPr lang="en-US" sz="1300" dirty="0">
                <a:solidFill>
                  <a:srgbClr val="000000"/>
                </a:solidFill>
                <a:latin typeface="Space Grotesk" pitchFamily="34" charset="0"/>
                <a:ea typeface="Space Grotesk" pitchFamily="34" charset="-122"/>
                <a:cs typeface="Space Grotesk" pitchFamily="34" charset="-120"/>
              </a:rPr>
              <a:t>Boost crop yields, increase farm revenue, and lower chemical inputs.</a:t>
            </a:r>
            <a:endParaRPr lang="en-US" sz="1600" dirty="0"/>
          </a:p>
          <a:p>
            <a:pPr marL="325120" indent="-325120" algn="l">
              <a:lnSpc>
                <a:spcPct val="117000"/>
              </a:lnSpc>
              <a:buSzPct val="100000"/>
              <a:buChar char="•"/>
            </a:pPr>
            <a:r>
              <a:rPr lang="en-US" sz="1300" dirty="0">
                <a:solidFill>
                  <a:srgbClr val="000000"/>
                </a:solidFill>
                <a:latin typeface="Space Grotesk" pitchFamily="34" charset="0"/>
                <a:ea typeface="Space Grotesk" pitchFamily="34" charset="-122"/>
                <a:cs typeface="Space Grotesk" pitchFamily="34" charset="-120"/>
              </a:rPr>
              <a:t>Join Oorja today and experience smarter, profitable, and sustainable farming!</a:t>
            </a:r>
            <a:endParaRPr lang="en-US" sz="1600" dirty="0"/>
          </a:p>
        </p:txBody>
      </p:sp>
      <p:sp>
        <p:nvSpPr>
          <p:cNvPr id="8" name="Text 6"/>
          <p:cNvSpPr/>
          <p:nvPr/>
        </p:nvSpPr>
        <p:spPr>
          <a:xfrm>
            <a:off x="736582" y="5747445"/>
            <a:ext cx="3928369" cy="231080"/>
          </a:xfrm>
          <a:prstGeom prst="rect">
            <a:avLst/>
          </a:prstGeom>
          <a:noFill/>
          <a:ln/>
        </p:spPr>
        <p:txBody>
          <a:bodyPr wrap="none" lIns="0" tIns="0" rIns="0" bIns="0" rtlCol="0" anchor="t"/>
          <a:lstStyle/>
          <a:p>
            <a:pPr marL="0" indent="0" algn="l">
              <a:lnSpc>
                <a:spcPct val="117000"/>
              </a:lnSpc>
              <a:buNone/>
            </a:pPr>
            <a:r>
              <a:rPr lang="en-US" sz="1300" dirty="0">
                <a:solidFill>
                  <a:srgbClr val="000000"/>
                </a:solidFill>
                <a:latin typeface="Space Grotesk" pitchFamily="34" charset="0"/>
                <a:ea typeface="Space Grotesk" pitchFamily="34" charset="-122"/>
                <a:cs typeface="Space Grotesk" pitchFamily="34" charset="-120"/>
              </a:rPr>
              <a:t>Best regards, The Oorja Team</a:t>
            </a:r>
            <a:endParaRPr lang="en-US" sz="1300" dirty="0"/>
          </a:p>
        </p:txBody>
      </p:sp>
      <p:sp>
        <p:nvSpPr>
          <p:cNvPr id="9" name="Text 7"/>
          <p:cNvSpPr/>
          <p:nvPr/>
        </p:nvSpPr>
        <p:spPr>
          <a:xfrm>
            <a:off x="4918944" y="720348"/>
            <a:ext cx="3225719"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Business profile</a:t>
            </a:r>
            <a:endParaRPr lang="en-US" sz="1600" dirty="0"/>
          </a:p>
        </p:txBody>
      </p:sp>
      <p:sp>
        <p:nvSpPr>
          <p:cNvPr id="10" name="Shape 8"/>
          <p:cNvSpPr/>
          <p:nvPr/>
        </p:nvSpPr>
        <p:spPr>
          <a:xfrm>
            <a:off x="4918944" y="1182291"/>
            <a:ext cx="2539936" cy="3636566"/>
          </a:xfrm>
          <a:prstGeom prst="roundRect">
            <a:avLst>
              <a:gd name="adj" fmla="val 7200"/>
            </a:avLst>
          </a:prstGeom>
          <a:noFill/>
          <a:ln w="12700">
            <a:solidFill>
              <a:srgbClr val="CCCCCC"/>
            </a:solidFill>
            <a:prstDash val="solid"/>
          </a:ln>
        </p:spPr>
        <p:txBody>
          <a:bodyPr/>
          <a:lstStyle/>
          <a:p>
            <a:endParaRPr lang="en-IN"/>
          </a:p>
        </p:txBody>
      </p:sp>
      <p:pic>
        <p:nvPicPr>
          <p:cNvPr id="11" name="Image 0" descr="preencoded.png"/>
          <p:cNvPicPr>
            <a:picLocks noChangeAspect="1"/>
          </p:cNvPicPr>
          <p:nvPr/>
        </p:nvPicPr>
        <p:blipFill>
          <a:blip r:embed="rId3"/>
          <a:stretch>
            <a:fillRect/>
          </a:stretch>
        </p:blipFill>
        <p:spPr>
          <a:xfrm>
            <a:off x="4931644" y="1194990"/>
            <a:ext cx="2849721" cy="4552455"/>
          </a:xfrm>
          <a:prstGeom prst="rect">
            <a:avLst/>
          </a:prstGeom>
        </p:spPr>
      </p:pic>
      <p:sp>
        <p:nvSpPr>
          <p:cNvPr id="12" name="Text 9"/>
          <p:cNvSpPr/>
          <p:nvPr/>
        </p:nvSpPr>
        <p:spPr>
          <a:xfrm>
            <a:off x="8271660" y="720348"/>
            <a:ext cx="3412047"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Message design</a:t>
            </a:r>
            <a:endParaRPr lang="en-US" sz="1600" dirty="0"/>
          </a:p>
        </p:txBody>
      </p:sp>
      <p:sp>
        <p:nvSpPr>
          <p:cNvPr id="13" name="Shape 10"/>
          <p:cNvSpPr/>
          <p:nvPr/>
        </p:nvSpPr>
        <p:spPr>
          <a:xfrm>
            <a:off x="8271660" y="1182291"/>
            <a:ext cx="2285943" cy="3670102"/>
          </a:xfrm>
          <a:prstGeom prst="roundRect">
            <a:avLst>
              <a:gd name="adj" fmla="val 8000"/>
            </a:avLst>
          </a:prstGeom>
          <a:noFill/>
          <a:ln w="12700">
            <a:solidFill>
              <a:srgbClr val="CCCCCC"/>
            </a:solidFill>
            <a:prstDash val="solid"/>
          </a:ln>
        </p:spPr>
        <p:txBody>
          <a:bodyPr/>
          <a:lstStyle/>
          <a:p>
            <a:endParaRPr lang="en-IN"/>
          </a:p>
        </p:txBody>
      </p:sp>
      <p:pic>
        <p:nvPicPr>
          <p:cNvPr id="14" name="Image 1" descr="preencoded.png"/>
          <p:cNvPicPr>
            <a:picLocks noChangeAspect="1"/>
          </p:cNvPicPr>
          <p:nvPr/>
        </p:nvPicPr>
        <p:blipFill>
          <a:blip r:embed="rId4"/>
          <a:stretch>
            <a:fillRect/>
          </a:stretch>
        </p:blipFill>
        <p:spPr>
          <a:xfrm>
            <a:off x="8284360" y="1194991"/>
            <a:ext cx="2849721" cy="4480718"/>
          </a:xfrm>
          <a:prstGeom prst="rect">
            <a:avLst/>
          </a:prstGeom>
        </p:spPr>
      </p:pic>
      <p:sp>
        <p:nvSpPr>
          <p:cNvPr id="15" name="Oval 14">
            <a:extLst>
              <a:ext uri="{FF2B5EF4-FFF2-40B4-BE49-F238E27FC236}">
                <a16:creationId xmlns:a16="http://schemas.microsoft.com/office/drawing/2014/main" id="{D7C66E97-A694-BD2A-5ADF-593108A0D210}"/>
              </a:ext>
            </a:extLst>
          </p:cNvPr>
          <p:cNvSpPr/>
          <p:nvPr/>
        </p:nvSpPr>
        <p:spPr>
          <a:xfrm>
            <a:off x="10443882" y="5208494"/>
            <a:ext cx="591671" cy="304800"/>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C5BD5F6D-7C9D-A290-13D5-B23BFD4E97E9}"/>
              </a:ext>
            </a:extLst>
          </p:cNvPr>
          <p:cNvSpPr/>
          <p:nvPr/>
        </p:nvSpPr>
        <p:spPr>
          <a:xfrm>
            <a:off x="5316071" y="4554070"/>
            <a:ext cx="1183341" cy="502023"/>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2">
                    <a:lumMod val="50000"/>
                  </a:schemeClr>
                </a:solidFill>
              </a:rPr>
              <a:t>Get in </a:t>
            </a:r>
            <a:r>
              <a:rPr lang="en-US" sz="1200" b="1" dirty="0">
                <a:solidFill>
                  <a:schemeClr val="accent2">
                    <a:lumMod val="50000"/>
                  </a:schemeClr>
                </a:solidFill>
                <a:hlinkClick r:id="rId5"/>
              </a:rPr>
              <a:t>touch</a:t>
            </a:r>
            <a:endParaRPr lang="en-IN" sz="1200" b="1" dirty="0">
              <a:solidFill>
                <a:schemeClr val="accent2">
                  <a:lumMod val="50000"/>
                </a:schemeClr>
              </a:solidFill>
            </a:endParaRPr>
          </a:p>
        </p:txBody>
      </p:sp>
      <p:sp>
        <p:nvSpPr>
          <p:cNvPr id="18" name="Shape 5">
            <a:extLst>
              <a:ext uri="{FF2B5EF4-FFF2-40B4-BE49-F238E27FC236}">
                <a16:creationId xmlns:a16="http://schemas.microsoft.com/office/drawing/2014/main" id="{A202B66A-C97E-1764-C58D-F6373705E957}"/>
              </a:ext>
            </a:extLst>
          </p:cNvPr>
          <p:cNvSpPr/>
          <p:nvPr/>
        </p:nvSpPr>
        <p:spPr>
          <a:xfrm>
            <a:off x="4909661" y="5948385"/>
            <a:ext cx="4156963" cy="793073"/>
          </a:xfrm>
          <a:prstGeom prst="roundRect">
            <a:avLst>
              <a:gd name="adj" fmla="val 24429"/>
            </a:avLst>
          </a:prstGeom>
          <a:solidFill>
            <a:srgbClr val="F9B440"/>
          </a:solidFill>
          <a:ln/>
        </p:spPr>
        <p:txBody>
          <a:bodyPr/>
          <a:lstStyle/>
          <a:p>
            <a:r>
              <a:rPr lang="en-US" b="1" dirty="0"/>
              <a:t>Link - </a:t>
            </a:r>
            <a:r>
              <a:rPr lang="en-IN" dirty="0">
                <a:hlinkClick r:id="rId5"/>
              </a:rPr>
              <a:t>Home - Oorja</a:t>
            </a:r>
            <a:endParaRPr lang="en-IN" b="1" dirty="0"/>
          </a:p>
        </p:txBody>
      </p:sp>
      <p:sp>
        <p:nvSpPr>
          <p:cNvPr id="20" name="Text 6">
            <a:extLst>
              <a:ext uri="{FF2B5EF4-FFF2-40B4-BE49-F238E27FC236}">
                <a16:creationId xmlns:a16="http://schemas.microsoft.com/office/drawing/2014/main" id="{DAE638D8-76EE-8BB5-6677-D63F62D4439A}"/>
              </a:ext>
            </a:extLst>
          </p:cNvPr>
          <p:cNvSpPr/>
          <p:nvPr/>
        </p:nvSpPr>
        <p:spPr>
          <a:xfrm>
            <a:off x="736582" y="5397421"/>
            <a:ext cx="3928369"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Link</a:t>
            </a:r>
            <a:endParaRPr lang="en-US" sz="1600" dirty="0"/>
          </a:p>
        </p:txBody>
      </p:sp>
      <p:sp>
        <p:nvSpPr>
          <p:cNvPr id="22" name="Text 6">
            <a:extLst>
              <a:ext uri="{FF2B5EF4-FFF2-40B4-BE49-F238E27FC236}">
                <a16:creationId xmlns:a16="http://schemas.microsoft.com/office/drawing/2014/main" id="{D9DA2E57-A235-93C3-FECF-F02B3D57E764}"/>
              </a:ext>
            </a:extLst>
          </p:cNvPr>
          <p:cNvSpPr/>
          <p:nvPr/>
        </p:nvSpPr>
        <p:spPr>
          <a:xfrm>
            <a:off x="888982" y="5549821"/>
            <a:ext cx="3928369"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Link</a:t>
            </a:r>
            <a:endParaRPr lang="en-US" sz="16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07987" y="173799"/>
            <a:ext cx="11175720"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SMS marketing</a:t>
            </a:r>
            <a:endParaRPr lang="en-US" sz="3400" dirty="0"/>
          </a:p>
        </p:txBody>
      </p:sp>
      <p:sp>
        <p:nvSpPr>
          <p:cNvPr id="3" name="Shape 1"/>
          <p:cNvSpPr/>
          <p:nvPr/>
        </p:nvSpPr>
        <p:spPr>
          <a:xfrm>
            <a:off x="507987" y="720030"/>
            <a:ext cx="4156963" cy="4372273"/>
          </a:xfrm>
          <a:prstGeom prst="roundRect">
            <a:avLst>
              <a:gd name="adj" fmla="val 5866"/>
            </a:avLst>
          </a:prstGeom>
          <a:solidFill>
            <a:srgbClr val="FE829A"/>
          </a:solidFill>
          <a:ln/>
        </p:spPr>
        <p:txBody>
          <a:bodyPr/>
          <a:lstStyle/>
          <a:p>
            <a:endParaRPr lang="en-IN"/>
          </a:p>
        </p:txBody>
      </p:sp>
      <p:sp>
        <p:nvSpPr>
          <p:cNvPr id="4" name="Text 2"/>
          <p:cNvSpPr/>
          <p:nvPr/>
        </p:nvSpPr>
        <p:spPr>
          <a:xfrm>
            <a:off x="736582" y="949583"/>
            <a:ext cx="3928369"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SMS message</a:t>
            </a:r>
            <a:endParaRPr lang="en-US" sz="1800" dirty="0"/>
          </a:p>
        </p:txBody>
      </p:sp>
      <p:sp>
        <p:nvSpPr>
          <p:cNvPr id="5" name="Text 3"/>
          <p:cNvSpPr/>
          <p:nvPr/>
        </p:nvSpPr>
        <p:spPr>
          <a:xfrm>
            <a:off x="736582" y="1395611"/>
            <a:ext cx="3928369"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Save 60% on irrigation costs with Oorja!</a:t>
            </a:r>
            <a:endParaRPr lang="en-US" sz="1400" dirty="0"/>
          </a:p>
        </p:txBody>
      </p:sp>
      <p:sp>
        <p:nvSpPr>
          <p:cNvPr id="6" name="Text 4"/>
          <p:cNvSpPr/>
          <p:nvPr/>
        </p:nvSpPr>
        <p:spPr>
          <a:xfrm>
            <a:off x="736582" y="1765102"/>
            <a:ext cx="3699775" cy="3098602"/>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300" dirty="0">
                <a:solidFill>
                  <a:srgbClr val="000000"/>
                </a:solidFill>
                <a:latin typeface="Space Grotesk" pitchFamily="34" charset="0"/>
                <a:ea typeface="Space Grotesk" pitchFamily="34" charset="-122"/>
                <a:cs typeface="Space Grotesk" pitchFamily="34" charset="-120"/>
              </a:rPr>
              <a:t>Sustainable solar-powered farming. No diesel, no pollution.</a:t>
            </a:r>
            <a:endParaRPr lang="en-US" sz="1600" dirty="0"/>
          </a:p>
          <a:p>
            <a:pPr marL="325120" indent="-325120" algn="l">
              <a:lnSpc>
                <a:spcPct val="117000"/>
              </a:lnSpc>
              <a:buSzPct val="100000"/>
              <a:buChar char="•"/>
            </a:pPr>
            <a:r>
              <a:rPr lang="en-US" sz="1300" dirty="0">
                <a:solidFill>
                  <a:srgbClr val="000000"/>
                </a:solidFill>
                <a:latin typeface="Space Grotesk" pitchFamily="34" charset="0"/>
                <a:ea typeface="Space Grotesk" pitchFamily="34" charset="-122"/>
                <a:cs typeface="Space Grotesk" pitchFamily="34" charset="-120"/>
              </a:rPr>
              <a:t>Pay-per-use irrigation: reliable, on-demand water.</a:t>
            </a:r>
            <a:endParaRPr lang="en-US" sz="1600" dirty="0"/>
          </a:p>
          <a:p>
            <a:pPr marL="325120" indent="-325120" algn="l">
              <a:lnSpc>
                <a:spcPct val="117000"/>
              </a:lnSpc>
              <a:buSzPct val="100000"/>
              <a:buChar char="•"/>
            </a:pPr>
            <a:r>
              <a:rPr lang="en-US" sz="1300" dirty="0">
                <a:solidFill>
                  <a:srgbClr val="000000"/>
                </a:solidFill>
                <a:latin typeface="Space Grotesk" pitchFamily="34" charset="0"/>
                <a:ea typeface="Space Grotesk" pitchFamily="34" charset="-122"/>
                <a:cs typeface="Space Grotesk" pitchFamily="34" charset="-120"/>
              </a:rPr>
              <a:t>Precision agriculture advice via local agri-advisors.</a:t>
            </a:r>
            <a:endParaRPr lang="en-US" sz="1600" dirty="0"/>
          </a:p>
          <a:p>
            <a:pPr marL="325120" indent="-325120" algn="l">
              <a:lnSpc>
                <a:spcPct val="117000"/>
              </a:lnSpc>
              <a:buSzPct val="100000"/>
              <a:buChar char="•"/>
            </a:pPr>
            <a:r>
              <a:rPr lang="en-US" sz="1300" dirty="0">
                <a:solidFill>
                  <a:srgbClr val="000000"/>
                </a:solidFill>
                <a:latin typeface="Space Grotesk" pitchFamily="34" charset="0"/>
                <a:ea typeface="Space Grotesk" pitchFamily="34" charset="-122"/>
                <a:cs typeface="Space Grotesk" pitchFamily="34" charset="-120"/>
              </a:rPr>
              <a:t>Climate-smart training for better yields and resilience.</a:t>
            </a:r>
            <a:endParaRPr lang="en-US" sz="1600" dirty="0"/>
          </a:p>
          <a:p>
            <a:pPr marL="325120" indent="-325120" algn="l">
              <a:lnSpc>
                <a:spcPct val="117000"/>
              </a:lnSpc>
              <a:buSzPct val="100000"/>
              <a:buChar char="•"/>
            </a:pPr>
            <a:r>
              <a:rPr lang="en-US" sz="1300" dirty="0">
                <a:solidFill>
                  <a:srgbClr val="000000"/>
                </a:solidFill>
                <a:latin typeface="Space Grotesk" pitchFamily="34" charset="0"/>
                <a:ea typeface="Space Grotesk" pitchFamily="34" charset="-122"/>
                <a:cs typeface="Space Grotesk" pitchFamily="34" charset="-120"/>
              </a:rPr>
              <a:t>Trusted FaaS partner for farmers in India.</a:t>
            </a:r>
            <a:endParaRPr lang="en-US" sz="1600" dirty="0"/>
          </a:p>
          <a:p>
            <a:pPr marL="325120" indent="-325120" algn="l">
              <a:lnSpc>
                <a:spcPct val="117000"/>
              </a:lnSpc>
              <a:buSzPct val="100000"/>
              <a:buChar char="•"/>
            </a:pPr>
            <a:r>
              <a:rPr lang="en-US" sz="1300" dirty="0">
                <a:solidFill>
                  <a:srgbClr val="000000"/>
                </a:solidFill>
                <a:latin typeface="Space Grotesk" pitchFamily="34" charset="0"/>
                <a:ea typeface="Space Grotesk" pitchFamily="34" charset="-122"/>
                <a:cs typeface="Space Grotesk" pitchFamily="34" charset="-120"/>
              </a:rPr>
              <a:t>Visit oorjasolutions.org to know more!</a:t>
            </a:r>
            <a:endParaRPr lang="en-US" sz="1600" dirty="0"/>
          </a:p>
        </p:txBody>
      </p:sp>
      <p:sp>
        <p:nvSpPr>
          <p:cNvPr id="7" name="Shape 5"/>
          <p:cNvSpPr/>
          <p:nvPr/>
        </p:nvSpPr>
        <p:spPr>
          <a:xfrm>
            <a:off x="507987" y="5219303"/>
            <a:ext cx="4156963" cy="998141"/>
          </a:xfrm>
          <a:prstGeom prst="roundRect">
            <a:avLst>
              <a:gd name="adj" fmla="val 24429"/>
            </a:avLst>
          </a:prstGeom>
          <a:solidFill>
            <a:srgbClr val="F9B440"/>
          </a:solidFill>
          <a:ln/>
        </p:spPr>
        <p:txBody>
          <a:bodyPr/>
          <a:lstStyle/>
          <a:p>
            <a:endParaRPr lang="en-IN"/>
          </a:p>
        </p:txBody>
      </p:sp>
      <p:sp>
        <p:nvSpPr>
          <p:cNvPr id="8" name="Text 6"/>
          <p:cNvSpPr/>
          <p:nvPr/>
        </p:nvSpPr>
        <p:spPr>
          <a:xfrm>
            <a:off x="736582" y="5397421"/>
            <a:ext cx="3928369"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Link</a:t>
            </a:r>
            <a:endParaRPr lang="en-US" sz="1600" dirty="0"/>
          </a:p>
        </p:txBody>
      </p:sp>
      <p:sp>
        <p:nvSpPr>
          <p:cNvPr id="9" name="Text 7"/>
          <p:cNvSpPr/>
          <p:nvPr/>
        </p:nvSpPr>
        <p:spPr>
          <a:xfrm>
            <a:off x="736582" y="5808563"/>
            <a:ext cx="3928369" cy="231080"/>
          </a:xfrm>
          <a:prstGeom prst="rect">
            <a:avLst/>
          </a:prstGeom>
          <a:noFill/>
          <a:ln/>
        </p:spPr>
        <p:txBody>
          <a:bodyPr wrap="none" lIns="0" tIns="0" rIns="0" bIns="0" rtlCol="0" anchor="t"/>
          <a:lstStyle/>
          <a:p>
            <a:pPr marL="0" indent="0" algn="l">
              <a:lnSpc>
                <a:spcPct val="117000"/>
              </a:lnSpc>
              <a:buNone/>
            </a:pPr>
            <a:r>
              <a:rPr lang="en-US" sz="1300" b="1" u="sng" dirty="0">
                <a:solidFill>
                  <a:srgbClr val="972202"/>
                </a:solidFill>
                <a:latin typeface="Space Grotesk Bold" pitchFamily="34" charset="0"/>
                <a:ea typeface="Space Grotesk Bold" pitchFamily="34" charset="-122"/>
                <a:cs typeface="Space Grotesk Bold" pitchFamily="34" charset="-120"/>
                <a:hlinkClick r:id="rId3">
                  <a:extLst>
                    <a:ext uri="{A12FA001-AC4F-418D-AE19-62706E023703}">
                      <ahyp:hlinkClr xmlns:ahyp="http://schemas.microsoft.com/office/drawing/2018/hyperlinkcolor" val="tx"/>
                    </a:ext>
                  </a:extLst>
                </a:hlinkClick>
              </a:rPr>
              <a:t>Home - Oorja</a:t>
            </a:r>
            <a:endParaRPr lang="en-US" sz="1300" dirty="0"/>
          </a:p>
        </p:txBody>
      </p:sp>
      <p:sp>
        <p:nvSpPr>
          <p:cNvPr id="10" name="Text 8"/>
          <p:cNvSpPr/>
          <p:nvPr/>
        </p:nvSpPr>
        <p:spPr>
          <a:xfrm>
            <a:off x="4918944" y="720348"/>
            <a:ext cx="3039490"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SMS design</a:t>
            </a:r>
            <a:endParaRPr lang="en-US" sz="1600" dirty="0"/>
          </a:p>
        </p:txBody>
      </p:sp>
      <p:sp>
        <p:nvSpPr>
          <p:cNvPr id="11" name="Shape 9"/>
          <p:cNvSpPr/>
          <p:nvPr/>
        </p:nvSpPr>
        <p:spPr>
          <a:xfrm>
            <a:off x="4918944" y="1182291"/>
            <a:ext cx="2412940" cy="3665538"/>
          </a:xfrm>
          <a:prstGeom prst="roundRect">
            <a:avLst>
              <a:gd name="adj" fmla="val 7579"/>
            </a:avLst>
          </a:prstGeom>
          <a:noFill/>
          <a:ln w="12700">
            <a:solidFill>
              <a:srgbClr val="CCCCCC"/>
            </a:solidFill>
            <a:prstDash val="solid"/>
          </a:ln>
        </p:spPr>
        <p:txBody>
          <a:bodyPr/>
          <a:lstStyle/>
          <a:p>
            <a:endParaRPr lang="en-IN"/>
          </a:p>
        </p:txBody>
      </p:sp>
      <p:pic>
        <p:nvPicPr>
          <p:cNvPr id="12" name="Image 0" descr="preencoded.png"/>
          <p:cNvPicPr>
            <a:picLocks noChangeAspect="1"/>
          </p:cNvPicPr>
          <p:nvPr/>
        </p:nvPicPr>
        <p:blipFill>
          <a:blip r:embed="rId4"/>
          <a:stretch>
            <a:fillRect/>
          </a:stretch>
        </p:blipFill>
        <p:spPr>
          <a:xfrm>
            <a:off x="4931644" y="1194991"/>
            <a:ext cx="2387540" cy="3640137"/>
          </a:xfrm>
          <a:prstGeom prst="rect">
            <a:avLst/>
          </a:prstGeom>
        </p:spPr>
      </p:pic>
      <p:sp>
        <p:nvSpPr>
          <p:cNvPr id="13" name="Text 10"/>
          <p:cNvSpPr/>
          <p:nvPr/>
        </p:nvSpPr>
        <p:spPr>
          <a:xfrm>
            <a:off x="8085431" y="720348"/>
            <a:ext cx="3598276"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Message design</a:t>
            </a:r>
            <a:endParaRPr lang="en-US" sz="1600" dirty="0"/>
          </a:p>
        </p:txBody>
      </p:sp>
      <p:sp>
        <p:nvSpPr>
          <p:cNvPr id="14" name="Shape 11"/>
          <p:cNvSpPr/>
          <p:nvPr/>
        </p:nvSpPr>
        <p:spPr>
          <a:xfrm>
            <a:off x="8085431" y="1182291"/>
            <a:ext cx="2895528" cy="3681214"/>
          </a:xfrm>
          <a:prstGeom prst="roundRect">
            <a:avLst>
              <a:gd name="adj" fmla="val 6316"/>
            </a:avLst>
          </a:prstGeom>
          <a:noFill/>
          <a:ln w="12700">
            <a:solidFill>
              <a:srgbClr val="CCCCCC"/>
            </a:solidFill>
            <a:prstDash val="solid"/>
          </a:ln>
        </p:spPr>
        <p:txBody>
          <a:bodyPr/>
          <a:lstStyle/>
          <a:p>
            <a:endParaRPr lang="en-IN"/>
          </a:p>
        </p:txBody>
      </p:sp>
      <p:pic>
        <p:nvPicPr>
          <p:cNvPr id="15" name="Image 1" descr="preencoded.png"/>
          <p:cNvPicPr>
            <a:picLocks noChangeAspect="1"/>
          </p:cNvPicPr>
          <p:nvPr/>
        </p:nvPicPr>
        <p:blipFill>
          <a:blip r:embed="rId5"/>
          <a:stretch>
            <a:fillRect/>
          </a:stretch>
        </p:blipFill>
        <p:spPr>
          <a:xfrm>
            <a:off x="8098131" y="1194991"/>
            <a:ext cx="2870128" cy="3655814"/>
          </a:xfrm>
          <a:prstGeom prst="rect">
            <a:avLst/>
          </a:prstGeom>
        </p:spPr>
      </p:pic>
      <p:sp>
        <p:nvSpPr>
          <p:cNvPr id="16" name="Oval 15">
            <a:extLst>
              <a:ext uri="{FF2B5EF4-FFF2-40B4-BE49-F238E27FC236}">
                <a16:creationId xmlns:a16="http://schemas.microsoft.com/office/drawing/2014/main" id="{08F11475-9FD4-F278-E8DE-458C00F81FB1}"/>
              </a:ext>
            </a:extLst>
          </p:cNvPr>
          <p:cNvSpPr/>
          <p:nvPr/>
        </p:nvSpPr>
        <p:spPr>
          <a:xfrm>
            <a:off x="10576874" y="4637988"/>
            <a:ext cx="292231" cy="197140"/>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338899"/>
            <a:ext cx="10972526"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Landing page structure</a:t>
            </a:r>
            <a:endParaRPr lang="en-US" sz="3400" dirty="0"/>
          </a:p>
        </p:txBody>
      </p:sp>
      <p:sp>
        <p:nvSpPr>
          <p:cNvPr id="4" name="Shape 2"/>
          <p:cNvSpPr/>
          <p:nvPr/>
        </p:nvSpPr>
        <p:spPr>
          <a:xfrm>
            <a:off x="507987" y="885130"/>
            <a:ext cx="2524657" cy="434280"/>
          </a:xfrm>
          <a:prstGeom prst="roundRect">
            <a:avLst>
              <a:gd name="adj" fmla="val 49128"/>
            </a:avLst>
          </a:prstGeom>
          <a:solidFill>
            <a:srgbClr val="FE829A"/>
          </a:solidFill>
          <a:ln/>
        </p:spPr>
        <p:txBody>
          <a:bodyPr/>
          <a:lstStyle/>
          <a:p>
            <a:endParaRPr lang="en-IN"/>
          </a:p>
        </p:txBody>
      </p:sp>
      <p:sp>
        <p:nvSpPr>
          <p:cNvPr id="5" name="Text 3"/>
          <p:cNvSpPr/>
          <p:nvPr/>
        </p:nvSpPr>
        <p:spPr>
          <a:xfrm>
            <a:off x="685783" y="986730"/>
            <a:ext cx="2346862"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Section</a:t>
            </a:r>
            <a:endParaRPr lang="en-US" sz="1300" dirty="0"/>
          </a:p>
        </p:txBody>
      </p:sp>
      <p:sp>
        <p:nvSpPr>
          <p:cNvPr id="6" name="Shape 4"/>
          <p:cNvSpPr/>
          <p:nvPr/>
        </p:nvSpPr>
        <p:spPr>
          <a:xfrm>
            <a:off x="3184941" y="885130"/>
            <a:ext cx="8295571" cy="434280"/>
          </a:xfrm>
          <a:prstGeom prst="roundRect">
            <a:avLst>
              <a:gd name="adj" fmla="val 49128"/>
            </a:avLst>
          </a:prstGeom>
          <a:solidFill>
            <a:srgbClr val="F9B440"/>
          </a:solidFill>
          <a:ln/>
        </p:spPr>
        <p:txBody>
          <a:bodyPr/>
          <a:lstStyle/>
          <a:p>
            <a:endParaRPr lang="en-IN"/>
          </a:p>
        </p:txBody>
      </p:sp>
      <p:sp>
        <p:nvSpPr>
          <p:cNvPr id="7" name="Text 5"/>
          <p:cNvSpPr/>
          <p:nvPr/>
        </p:nvSpPr>
        <p:spPr>
          <a:xfrm>
            <a:off x="3362737" y="986730"/>
            <a:ext cx="8117776"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Content idea</a:t>
            </a:r>
            <a:endParaRPr lang="en-US" sz="1300" dirty="0"/>
          </a:p>
        </p:txBody>
      </p:sp>
      <p:sp>
        <p:nvSpPr>
          <p:cNvPr id="8" name="Shape 6"/>
          <p:cNvSpPr/>
          <p:nvPr/>
        </p:nvSpPr>
        <p:spPr>
          <a:xfrm>
            <a:off x="507987" y="1446411"/>
            <a:ext cx="2524657" cy="878086"/>
          </a:xfrm>
          <a:prstGeom prst="roundRect">
            <a:avLst>
              <a:gd name="adj" fmla="val 24298"/>
            </a:avLst>
          </a:prstGeom>
          <a:solidFill>
            <a:srgbClr val="FE829A"/>
          </a:solidFill>
          <a:ln/>
        </p:spPr>
        <p:txBody>
          <a:bodyPr/>
          <a:lstStyle/>
          <a:p>
            <a:endParaRPr lang="en-IN"/>
          </a:p>
        </p:txBody>
      </p:sp>
      <p:sp>
        <p:nvSpPr>
          <p:cNvPr id="9" name="Text 7"/>
          <p:cNvSpPr/>
          <p:nvPr/>
        </p:nvSpPr>
        <p:spPr>
          <a:xfrm>
            <a:off x="685783" y="1769864"/>
            <a:ext cx="2346862"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Hero section</a:t>
            </a:r>
            <a:endParaRPr lang="en-US" sz="1300" dirty="0"/>
          </a:p>
        </p:txBody>
      </p:sp>
      <p:sp>
        <p:nvSpPr>
          <p:cNvPr id="10" name="Shape 8"/>
          <p:cNvSpPr/>
          <p:nvPr/>
        </p:nvSpPr>
        <p:spPr>
          <a:xfrm>
            <a:off x="3184941" y="1446411"/>
            <a:ext cx="8295571" cy="878086"/>
          </a:xfrm>
          <a:prstGeom prst="roundRect">
            <a:avLst>
              <a:gd name="adj" fmla="val 24298"/>
            </a:avLst>
          </a:prstGeom>
          <a:solidFill>
            <a:srgbClr val="F9B440"/>
          </a:solidFill>
          <a:ln/>
        </p:spPr>
        <p:txBody>
          <a:bodyPr/>
          <a:lstStyle/>
          <a:p>
            <a:endParaRPr lang="en-IN"/>
          </a:p>
        </p:txBody>
      </p:sp>
      <p:sp>
        <p:nvSpPr>
          <p:cNvPr id="11" name="Text 9"/>
          <p:cNvSpPr/>
          <p:nvPr/>
        </p:nvSpPr>
        <p:spPr>
          <a:xfrm>
            <a:off x="3362737" y="1548011"/>
            <a:ext cx="8117776"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Headline:</a:t>
            </a:r>
            <a:r>
              <a:rPr lang="en-US" sz="1300" dirty="0">
                <a:solidFill>
                  <a:srgbClr val="000000"/>
                </a:solidFill>
                <a:latin typeface="Space Grotesk" pitchFamily="34" charset="0"/>
                <a:ea typeface="Space Grotesk" pitchFamily="34" charset="-122"/>
                <a:cs typeface="Space Grotesk" pitchFamily="34" charset="-120"/>
              </a:rPr>
              <a:t> Powering Productivity, Growing Resilience Across Rural India</a:t>
            </a:r>
            <a:endParaRPr lang="en-US" sz="1300" dirty="0"/>
          </a:p>
        </p:txBody>
      </p:sp>
      <p:sp>
        <p:nvSpPr>
          <p:cNvPr id="12" name="Shape 10"/>
          <p:cNvSpPr/>
          <p:nvPr/>
        </p:nvSpPr>
        <p:spPr>
          <a:xfrm>
            <a:off x="3362737" y="1906091"/>
            <a:ext cx="1636969" cy="316805"/>
          </a:xfrm>
          <a:prstGeom prst="roundRect">
            <a:avLst>
              <a:gd name="adj" fmla="val 21551"/>
            </a:avLst>
          </a:prstGeom>
          <a:solidFill>
            <a:srgbClr val="FED7CD"/>
          </a:solidFill>
          <a:ln/>
        </p:spPr>
        <p:txBody>
          <a:bodyPr/>
          <a:lstStyle/>
          <a:p>
            <a:endParaRPr lang="en-IN"/>
          </a:p>
        </p:txBody>
      </p:sp>
      <p:sp>
        <p:nvSpPr>
          <p:cNvPr id="13" name="Text 11"/>
          <p:cNvSpPr/>
          <p:nvPr/>
        </p:nvSpPr>
        <p:spPr>
          <a:xfrm>
            <a:off x="3484575" y="1970960"/>
            <a:ext cx="2002879" cy="194965"/>
          </a:xfrm>
          <a:prstGeom prst="rect">
            <a:avLst/>
          </a:prstGeom>
          <a:noFill/>
          <a:ln/>
        </p:spPr>
        <p:txBody>
          <a:bodyPr wrap="none" lIns="0" tIns="0" rIns="0" bIns="0" rtlCol="0" anchor="t"/>
          <a:lstStyle/>
          <a:p>
            <a:pPr marL="0" indent="0" algn="l">
              <a:lnSpc>
                <a:spcPct val="100000"/>
              </a:lnSpc>
              <a:buNone/>
            </a:pPr>
            <a:r>
              <a:rPr lang="en-US" sz="1300" kern="100" spc="13" dirty="0">
                <a:solidFill>
                  <a:srgbClr val="000000"/>
                </a:solidFill>
                <a:latin typeface="Space Grotesk SemiBold" pitchFamily="34" charset="0"/>
                <a:ea typeface="Space Grotesk SemiBold" pitchFamily="34" charset="-122"/>
                <a:cs typeface="Space Grotesk SemiBold" pitchFamily="34" charset="-120"/>
              </a:rPr>
              <a:t>PARTNER WITH US</a:t>
            </a:r>
            <a:endParaRPr lang="en-US" sz="1300" dirty="0"/>
          </a:p>
        </p:txBody>
      </p:sp>
      <p:sp>
        <p:nvSpPr>
          <p:cNvPr id="14" name="Shape 12"/>
          <p:cNvSpPr/>
          <p:nvPr/>
        </p:nvSpPr>
        <p:spPr>
          <a:xfrm>
            <a:off x="5101304" y="1906091"/>
            <a:ext cx="2218972" cy="316805"/>
          </a:xfrm>
          <a:prstGeom prst="roundRect">
            <a:avLst>
              <a:gd name="adj" fmla="val 21551"/>
            </a:avLst>
          </a:prstGeom>
          <a:noFill/>
          <a:ln w="6350">
            <a:solidFill>
              <a:srgbClr val="000000"/>
            </a:solidFill>
            <a:prstDash val="solid"/>
          </a:ln>
        </p:spPr>
        <p:txBody>
          <a:bodyPr/>
          <a:lstStyle/>
          <a:p>
            <a:endParaRPr lang="en-IN"/>
          </a:p>
        </p:txBody>
      </p:sp>
      <p:sp>
        <p:nvSpPr>
          <p:cNvPr id="15" name="Text 13"/>
          <p:cNvSpPr/>
          <p:nvPr/>
        </p:nvSpPr>
        <p:spPr>
          <a:xfrm>
            <a:off x="5223141" y="1970960"/>
            <a:ext cx="2584881" cy="194965"/>
          </a:xfrm>
          <a:prstGeom prst="rect">
            <a:avLst/>
          </a:prstGeom>
          <a:noFill/>
          <a:ln/>
        </p:spPr>
        <p:txBody>
          <a:bodyPr wrap="none" lIns="0" tIns="0" rIns="0" bIns="0" rtlCol="0" anchor="t"/>
          <a:lstStyle/>
          <a:p>
            <a:pPr marL="0" indent="0" algn="l">
              <a:lnSpc>
                <a:spcPct val="100000"/>
              </a:lnSpc>
              <a:buNone/>
            </a:pPr>
            <a:r>
              <a:rPr lang="en-US" sz="1300" kern="100" spc="13" dirty="0">
                <a:solidFill>
                  <a:srgbClr val="000000"/>
                </a:solidFill>
                <a:latin typeface="Space Grotesk SemiBold" pitchFamily="34" charset="0"/>
                <a:ea typeface="Space Grotesk SemiBold" pitchFamily="34" charset="-122"/>
                <a:cs typeface="Space Grotesk SemiBold" pitchFamily="34" charset="-120"/>
              </a:rPr>
              <a:t>EXPLORE OUR SOLUTIONS</a:t>
            </a:r>
            <a:endParaRPr lang="en-US" sz="1300" dirty="0"/>
          </a:p>
        </p:txBody>
      </p:sp>
      <p:sp>
        <p:nvSpPr>
          <p:cNvPr id="16" name="Shape 14"/>
          <p:cNvSpPr/>
          <p:nvPr/>
        </p:nvSpPr>
        <p:spPr>
          <a:xfrm>
            <a:off x="507987" y="2451497"/>
            <a:ext cx="2524657" cy="1158180"/>
          </a:xfrm>
          <a:prstGeom prst="roundRect">
            <a:avLst>
              <a:gd name="adj" fmla="val 18422"/>
            </a:avLst>
          </a:prstGeom>
          <a:solidFill>
            <a:srgbClr val="FE829A"/>
          </a:solidFill>
          <a:ln/>
        </p:spPr>
        <p:txBody>
          <a:bodyPr/>
          <a:lstStyle/>
          <a:p>
            <a:endParaRPr lang="en-IN"/>
          </a:p>
        </p:txBody>
      </p:sp>
      <p:sp>
        <p:nvSpPr>
          <p:cNvPr id="17" name="Text 15"/>
          <p:cNvSpPr/>
          <p:nvPr/>
        </p:nvSpPr>
        <p:spPr>
          <a:xfrm>
            <a:off x="685783" y="2915047"/>
            <a:ext cx="2346862"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Popular categories</a:t>
            </a:r>
            <a:endParaRPr lang="en-US" sz="1300" dirty="0"/>
          </a:p>
        </p:txBody>
      </p:sp>
      <p:sp>
        <p:nvSpPr>
          <p:cNvPr id="18" name="Shape 16"/>
          <p:cNvSpPr/>
          <p:nvPr/>
        </p:nvSpPr>
        <p:spPr>
          <a:xfrm>
            <a:off x="3184941" y="2451497"/>
            <a:ext cx="8295571" cy="1158180"/>
          </a:xfrm>
          <a:prstGeom prst="roundRect">
            <a:avLst>
              <a:gd name="adj" fmla="val 18422"/>
            </a:avLst>
          </a:prstGeom>
          <a:solidFill>
            <a:srgbClr val="FC9FA5"/>
          </a:solidFill>
          <a:ln/>
        </p:spPr>
        <p:txBody>
          <a:bodyPr/>
          <a:lstStyle/>
          <a:p>
            <a:endParaRPr lang="en-IN"/>
          </a:p>
        </p:txBody>
      </p:sp>
      <p:sp>
        <p:nvSpPr>
          <p:cNvPr id="19" name="Text 17"/>
          <p:cNvSpPr/>
          <p:nvPr/>
        </p:nvSpPr>
        <p:spPr>
          <a:xfrm>
            <a:off x="3362737" y="2553097"/>
            <a:ext cx="7939980" cy="954980"/>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Oonnati:</a:t>
            </a:r>
            <a:r>
              <a:rPr lang="en-US" sz="1300" dirty="0">
                <a:solidFill>
                  <a:srgbClr val="000000"/>
                </a:solidFill>
                <a:latin typeface="Space Grotesk" pitchFamily="34" charset="0"/>
                <a:ea typeface="Space Grotesk" pitchFamily="34" charset="-122"/>
                <a:cs typeface="Space Grotesk" pitchFamily="34" charset="-120"/>
              </a:rPr>
              <a:t> Solar-Powered Irrigation-as-a-Service</a:t>
            </a:r>
            <a:endParaRPr lang="en-US" sz="1600" dirty="0"/>
          </a:p>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Oorvar:</a:t>
            </a:r>
            <a:r>
              <a:rPr lang="en-US" sz="1300" dirty="0">
                <a:solidFill>
                  <a:srgbClr val="000000"/>
                </a:solidFill>
                <a:latin typeface="Space Grotesk" pitchFamily="34" charset="0"/>
                <a:ea typeface="Space Grotesk" pitchFamily="34" charset="-122"/>
                <a:cs typeface="Space Grotesk" pitchFamily="34" charset="-120"/>
              </a:rPr>
              <a:t> Climate-Smart Farmer Advisory Training</a:t>
            </a:r>
            <a:endParaRPr lang="en-US" sz="1600" dirty="0"/>
          </a:p>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Oodyam:</a:t>
            </a:r>
            <a:r>
              <a:rPr lang="en-US" sz="1300" dirty="0">
                <a:solidFill>
                  <a:srgbClr val="000000"/>
                </a:solidFill>
                <a:latin typeface="Space Grotesk" pitchFamily="34" charset="0"/>
                <a:ea typeface="Space Grotesk" pitchFamily="34" charset="-122"/>
                <a:cs typeface="Space Grotesk" pitchFamily="34" charset="-120"/>
              </a:rPr>
              <a:t> Solar-Powered Agro-Milling Utility Services</a:t>
            </a:r>
            <a:endParaRPr lang="en-US" sz="1600" dirty="0"/>
          </a:p>
        </p:txBody>
      </p:sp>
      <p:sp>
        <p:nvSpPr>
          <p:cNvPr id="20" name="Shape 18"/>
          <p:cNvSpPr/>
          <p:nvPr/>
        </p:nvSpPr>
        <p:spPr>
          <a:xfrm>
            <a:off x="507987" y="3736677"/>
            <a:ext cx="2524657" cy="1158180"/>
          </a:xfrm>
          <a:prstGeom prst="roundRect">
            <a:avLst>
              <a:gd name="adj" fmla="val 18422"/>
            </a:avLst>
          </a:prstGeom>
          <a:solidFill>
            <a:srgbClr val="FE829A"/>
          </a:solidFill>
          <a:ln/>
        </p:spPr>
        <p:txBody>
          <a:bodyPr/>
          <a:lstStyle/>
          <a:p>
            <a:endParaRPr lang="en-IN"/>
          </a:p>
        </p:txBody>
      </p:sp>
      <p:sp>
        <p:nvSpPr>
          <p:cNvPr id="21" name="Text 19"/>
          <p:cNvSpPr/>
          <p:nvPr/>
        </p:nvSpPr>
        <p:spPr>
          <a:xfrm>
            <a:off x="685783" y="4200227"/>
            <a:ext cx="2346862"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USP highlights</a:t>
            </a:r>
            <a:endParaRPr lang="en-US" sz="1300" dirty="0"/>
          </a:p>
        </p:txBody>
      </p:sp>
      <p:sp>
        <p:nvSpPr>
          <p:cNvPr id="22" name="Shape 20"/>
          <p:cNvSpPr/>
          <p:nvPr/>
        </p:nvSpPr>
        <p:spPr>
          <a:xfrm>
            <a:off x="3184941" y="3736677"/>
            <a:ext cx="8295571" cy="1158180"/>
          </a:xfrm>
          <a:prstGeom prst="roundRect">
            <a:avLst>
              <a:gd name="adj" fmla="val 18422"/>
            </a:avLst>
          </a:prstGeom>
          <a:solidFill>
            <a:srgbClr val="F9B440"/>
          </a:solidFill>
          <a:ln/>
        </p:spPr>
        <p:txBody>
          <a:bodyPr/>
          <a:lstStyle/>
          <a:p>
            <a:endParaRPr lang="en-IN"/>
          </a:p>
        </p:txBody>
      </p:sp>
      <p:sp>
        <p:nvSpPr>
          <p:cNvPr id="23" name="Text 21"/>
          <p:cNvSpPr/>
          <p:nvPr/>
        </p:nvSpPr>
        <p:spPr>
          <a:xfrm>
            <a:off x="3362737" y="3838277"/>
            <a:ext cx="7939980" cy="954980"/>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Zero Upfront Cost:</a:t>
            </a:r>
            <a:r>
              <a:rPr lang="en-US" sz="1300" dirty="0">
                <a:solidFill>
                  <a:srgbClr val="000000"/>
                </a:solidFill>
                <a:latin typeface="Space Grotesk" pitchFamily="34" charset="0"/>
                <a:ea typeface="Space Grotesk" pitchFamily="34" charset="-122"/>
                <a:cs typeface="Space Grotesk" pitchFamily="34" charset="-120"/>
              </a:rPr>
              <a:t> Pay-Per-Use model removes asset purchase barriers</a:t>
            </a:r>
            <a:endParaRPr lang="en-US" sz="1600" dirty="0"/>
          </a:p>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Massive Cost Reductions:</a:t>
            </a:r>
            <a:r>
              <a:rPr lang="en-US" sz="1300" dirty="0">
                <a:solidFill>
                  <a:srgbClr val="000000"/>
                </a:solidFill>
                <a:latin typeface="Space Grotesk" pitchFamily="34" charset="0"/>
                <a:ea typeface="Space Grotesk" pitchFamily="34" charset="-122"/>
                <a:cs typeface="Space Grotesk" pitchFamily="34" charset="-120"/>
              </a:rPr>
              <a:t> Farmers save up to 60% on irrigation expenses</a:t>
            </a:r>
            <a:endParaRPr lang="en-US" sz="1600" dirty="0"/>
          </a:p>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Diesel Independence:</a:t>
            </a:r>
            <a:r>
              <a:rPr lang="en-US" sz="1300" dirty="0">
                <a:solidFill>
                  <a:srgbClr val="000000"/>
                </a:solidFill>
                <a:latin typeface="Space Grotesk" pitchFamily="34" charset="0"/>
                <a:ea typeface="Space Grotesk" pitchFamily="34" charset="-122"/>
                <a:cs typeface="Space Grotesk" pitchFamily="34" charset="-120"/>
              </a:rPr>
              <a:t> 87% of active customers no longer use diesel pumps</a:t>
            </a:r>
            <a:endParaRPr lang="en-US" sz="1600" dirty="0"/>
          </a:p>
        </p:txBody>
      </p:sp>
      <p:sp>
        <p:nvSpPr>
          <p:cNvPr id="24" name="Shape 22"/>
          <p:cNvSpPr/>
          <p:nvPr/>
        </p:nvSpPr>
        <p:spPr>
          <a:xfrm>
            <a:off x="507987" y="5021858"/>
            <a:ext cx="2524657" cy="1158180"/>
          </a:xfrm>
          <a:prstGeom prst="roundRect">
            <a:avLst>
              <a:gd name="adj" fmla="val 18422"/>
            </a:avLst>
          </a:prstGeom>
          <a:solidFill>
            <a:srgbClr val="FE829A"/>
          </a:solidFill>
          <a:ln/>
        </p:spPr>
        <p:txBody>
          <a:bodyPr/>
          <a:lstStyle/>
          <a:p>
            <a:endParaRPr lang="en-IN"/>
          </a:p>
        </p:txBody>
      </p:sp>
      <p:sp>
        <p:nvSpPr>
          <p:cNvPr id="25" name="Text 23"/>
          <p:cNvSpPr/>
          <p:nvPr/>
        </p:nvSpPr>
        <p:spPr>
          <a:xfrm>
            <a:off x="685783" y="5485408"/>
            <a:ext cx="2346862"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How it works</a:t>
            </a:r>
            <a:endParaRPr lang="en-US" sz="1300" dirty="0"/>
          </a:p>
        </p:txBody>
      </p:sp>
      <p:sp>
        <p:nvSpPr>
          <p:cNvPr id="26" name="Shape 24"/>
          <p:cNvSpPr/>
          <p:nvPr/>
        </p:nvSpPr>
        <p:spPr>
          <a:xfrm>
            <a:off x="3184941" y="5021858"/>
            <a:ext cx="8295571" cy="1158180"/>
          </a:xfrm>
          <a:prstGeom prst="roundRect">
            <a:avLst>
              <a:gd name="adj" fmla="val 18422"/>
            </a:avLst>
          </a:prstGeom>
          <a:solidFill>
            <a:srgbClr val="FC9FA5"/>
          </a:solidFill>
          <a:ln/>
        </p:spPr>
        <p:txBody>
          <a:bodyPr/>
          <a:lstStyle/>
          <a:p>
            <a:endParaRPr lang="en-IN"/>
          </a:p>
        </p:txBody>
      </p:sp>
      <p:sp>
        <p:nvSpPr>
          <p:cNvPr id="27" name="Text 25"/>
          <p:cNvSpPr/>
          <p:nvPr/>
        </p:nvSpPr>
        <p:spPr>
          <a:xfrm>
            <a:off x="3362737" y="5123458"/>
            <a:ext cx="7939980" cy="954980"/>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Deploy:</a:t>
            </a:r>
            <a:r>
              <a:rPr lang="en-US" sz="1300" dirty="0">
                <a:solidFill>
                  <a:srgbClr val="000000"/>
                </a:solidFill>
                <a:latin typeface="Space Grotesk" pitchFamily="34" charset="0"/>
                <a:ea typeface="Space Grotesk" pitchFamily="34" charset="-122"/>
                <a:cs typeface="Space Grotesk" pitchFamily="34" charset="-120"/>
              </a:rPr>
              <a:t> Community solar hubs are installed in agricultural clusters</a:t>
            </a:r>
            <a:endParaRPr lang="en-US" sz="1600" dirty="0"/>
          </a:p>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Subscribe:</a:t>
            </a:r>
            <a:r>
              <a:rPr lang="en-US" sz="1300" dirty="0">
                <a:solidFill>
                  <a:srgbClr val="000000"/>
                </a:solidFill>
                <a:latin typeface="Space Grotesk" pitchFamily="34" charset="0"/>
                <a:ea typeface="Space Grotesk" pitchFamily="34" charset="-122"/>
                <a:cs typeface="Space Grotesk" pitchFamily="34" charset="-120"/>
              </a:rPr>
              <a:t> Low-income smallholders sign up for flexible volumetric services</a:t>
            </a:r>
            <a:endParaRPr lang="en-US" sz="1600" dirty="0"/>
          </a:p>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Grow:</a:t>
            </a:r>
            <a:r>
              <a:rPr lang="en-US" sz="1300" dirty="0">
                <a:solidFill>
                  <a:srgbClr val="000000"/>
                </a:solidFill>
                <a:latin typeface="Space Grotesk" pitchFamily="34" charset="0"/>
                <a:ea typeface="Space Grotesk" pitchFamily="34" charset="-122"/>
                <a:cs typeface="Space Grotesk" pitchFamily="34" charset="-120"/>
              </a:rPr>
              <a:t> Farmers access clean energy and advice to maximize harvest revenue</a:t>
            </a:r>
            <a:endParaRPr lang="en-US" sz="16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262699"/>
            <a:ext cx="11074123"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Landing page structure (continued)</a:t>
            </a:r>
            <a:endParaRPr lang="en-US" sz="3400" dirty="0"/>
          </a:p>
        </p:txBody>
      </p:sp>
      <p:sp>
        <p:nvSpPr>
          <p:cNvPr id="4" name="Shape 2"/>
          <p:cNvSpPr/>
          <p:nvPr/>
        </p:nvSpPr>
        <p:spPr>
          <a:xfrm>
            <a:off x="507987" y="808930"/>
            <a:ext cx="2184345" cy="434280"/>
          </a:xfrm>
          <a:prstGeom prst="roundRect">
            <a:avLst>
              <a:gd name="adj" fmla="val 49128"/>
            </a:avLst>
          </a:prstGeom>
          <a:solidFill>
            <a:srgbClr val="FE829A"/>
          </a:solidFill>
          <a:ln/>
        </p:spPr>
        <p:txBody>
          <a:bodyPr/>
          <a:lstStyle/>
          <a:p>
            <a:endParaRPr lang="en-IN"/>
          </a:p>
        </p:txBody>
      </p:sp>
      <p:sp>
        <p:nvSpPr>
          <p:cNvPr id="5" name="Text 3"/>
          <p:cNvSpPr/>
          <p:nvPr/>
        </p:nvSpPr>
        <p:spPr>
          <a:xfrm>
            <a:off x="685783" y="910530"/>
            <a:ext cx="2006550" cy="23108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Section</a:t>
            </a:r>
            <a:endParaRPr lang="en-US" sz="1600" dirty="0"/>
          </a:p>
        </p:txBody>
      </p:sp>
      <p:sp>
        <p:nvSpPr>
          <p:cNvPr id="6" name="Shape 4"/>
          <p:cNvSpPr/>
          <p:nvPr/>
        </p:nvSpPr>
        <p:spPr>
          <a:xfrm>
            <a:off x="2844630" y="808930"/>
            <a:ext cx="8737481" cy="434280"/>
          </a:xfrm>
          <a:prstGeom prst="roundRect">
            <a:avLst>
              <a:gd name="adj" fmla="val 49128"/>
            </a:avLst>
          </a:prstGeom>
          <a:solidFill>
            <a:srgbClr val="F9B440"/>
          </a:solidFill>
          <a:ln/>
        </p:spPr>
        <p:txBody>
          <a:bodyPr/>
          <a:lstStyle/>
          <a:p>
            <a:endParaRPr lang="en-IN"/>
          </a:p>
        </p:txBody>
      </p:sp>
      <p:sp>
        <p:nvSpPr>
          <p:cNvPr id="7" name="Text 5"/>
          <p:cNvSpPr/>
          <p:nvPr/>
        </p:nvSpPr>
        <p:spPr>
          <a:xfrm>
            <a:off x="3022425" y="910530"/>
            <a:ext cx="8559685"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Content idea</a:t>
            </a:r>
            <a:endParaRPr lang="en-US" sz="1300" dirty="0"/>
          </a:p>
        </p:txBody>
      </p:sp>
      <p:sp>
        <p:nvSpPr>
          <p:cNvPr id="8" name="Shape 6"/>
          <p:cNvSpPr/>
          <p:nvPr/>
        </p:nvSpPr>
        <p:spPr>
          <a:xfrm>
            <a:off x="507987" y="1370211"/>
            <a:ext cx="2184345" cy="1107380"/>
          </a:xfrm>
          <a:prstGeom prst="roundRect">
            <a:avLst>
              <a:gd name="adj" fmla="val 19267"/>
            </a:avLst>
          </a:prstGeom>
          <a:solidFill>
            <a:srgbClr val="FE829A"/>
          </a:solidFill>
          <a:ln/>
        </p:spPr>
        <p:txBody>
          <a:bodyPr/>
          <a:lstStyle/>
          <a:p>
            <a:endParaRPr lang="en-IN"/>
          </a:p>
        </p:txBody>
      </p:sp>
      <p:sp>
        <p:nvSpPr>
          <p:cNvPr id="9" name="Text 7"/>
          <p:cNvSpPr/>
          <p:nvPr/>
        </p:nvSpPr>
        <p:spPr>
          <a:xfrm>
            <a:off x="685783" y="1808361"/>
            <a:ext cx="2006550" cy="231080"/>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Testimonials &amp; reviews</a:t>
            </a:r>
            <a:endParaRPr lang="en-US" sz="1400" dirty="0"/>
          </a:p>
        </p:txBody>
      </p:sp>
      <p:sp>
        <p:nvSpPr>
          <p:cNvPr id="10" name="Shape 8"/>
          <p:cNvSpPr/>
          <p:nvPr/>
        </p:nvSpPr>
        <p:spPr>
          <a:xfrm>
            <a:off x="2844630" y="1370211"/>
            <a:ext cx="8737481" cy="1107380"/>
          </a:xfrm>
          <a:prstGeom prst="roundRect">
            <a:avLst>
              <a:gd name="adj" fmla="val 19267"/>
            </a:avLst>
          </a:prstGeom>
          <a:solidFill>
            <a:srgbClr val="F9B440"/>
          </a:solidFill>
          <a:ln/>
        </p:spPr>
        <p:txBody>
          <a:bodyPr/>
          <a:lstStyle/>
          <a:p>
            <a:endParaRPr lang="en-IN"/>
          </a:p>
        </p:txBody>
      </p:sp>
      <p:sp>
        <p:nvSpPr>
          <p:cNvPr id="11" name="Text 9"/>
          <p:cNvSpPr/>
          <p:nvPr/>
        </p:nvSpPr>
        <p:spPr>
          <a:xfrm>
            <a:off x="3022425" y="1446411"/>
            <a:ext cx="8381890" cy="954980"/>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Video stories:</a:t>
            </a:r>
            <a:r>
              <a:rPr lang="en-US" sz="1300" dirty="0">
                <a:solidFill>
                  <a:srgbClr val="000000"/>
                </a:solidFill>
                <a:latin typeface="Space Grotesk" pitchFamily="34" charset="0"/>
                <a:ea typeface="Space Grotesk" pitchFamily="34" charset="-122"/>
                <a:cs typeface="Space Grotesk" pitchFamily="34" charset="-120"/>
              </a:rPr>
              <a:t> Smallholder video case studies from states like Uttar Pradesh.</a:t>
            </a:r>
            <a:endParaRPr lang="en-US" sz="1600" dirty="0"/>
          </a:p>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Success metrics:</a:t>
            </a:r>
            <a:r>
              <a:rPr lang="en-US" sz="1300" dirty="0">
                <a:solidFill>
                  <a:srgbClr val="000000"/>
                </a:solidFill>
                <a:latin typeface="Space Grotesk" pitchFamily="34" charset="0"/>
                <a:ea typeface="Space Grotesk" pitchFamily="34" charset="-122"/>
                <a:cs typeface="Space Grotesk" pitchFamily="34" charset="-120"/>
              </a:rPr>
              <a:t> Verified data, such as the 33% average rise in agricultural revenue for user farms.</a:t>
            </a:r>
            <a:endParaRPr lang="en-US" sz="1600" dirty="0"/>
          </a:p>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Impact stats:</a:t>
            </a:r>
            <a:r>
              <a:rPr lang="en-US" sz="1300" dirty="0">
                <a:solidFill>
                  <a:srgbClr val="000000"/>
                </a:solidFill>
                <a:latin typeface="Space Grotesk" pitchFamily="34" charset="0"/>
                <a:ea typeface="Space Grotesk" pitchFamily="34" charset="-122"/>
                <a:cs typeface="Space Grotesk" pitchFamily="34" charset="-120"/>
              </a:rPr>
              <a:t> Milestone where 87% of customers permanently stop using diesel pumps.</a:t>
            </a:r>
            <a:endParaRPr lang="en-US" sz="1600" dirty="0"/>
          </a:p>
        </p:txBody>
      </p:sp>
      <p:sp>
        <p:nvSpPr>
          <p:cNvPr id="12" name="Shape 10"/>
          <p:cNvSpPr/>
          <p:nvPr/>
        </p:nvSpPr>
        <p:spPr>
          <a:xfrm>
            <a:off x="507987" y="2936286"/>
            <a:ext cx="2184345" cy="1391841"/>
          </a:xfrm>
          <a:prstGeom prst="roundRect">
            <a:avLst>
              <a:gd name="adj" fmla="val 15329"/>
            </a:avLst>
          </a:prstGeom>
          <a:solidFill>
            <a:srgbClr val="FE829A"/>
          </a:solidFill>
          <a:ln/>
        </p:spPr>
        <p:txBody>
          <a:bodyPr/>
          <a:lstStyle/>
          <a:p>
            <a:endParaRPr lang="en-IN"/>
          </a:p>
        </p:txBody>
      </p:sp>
      <p:sp>
        <p:nvSpPr>
          <p:cNvPr id="13" name="Text 11"/>
          <p:cNvSpPr/>
          <p:nvPr/>
        </p:nvSpPr>
        <p:spPr>
          <a:xfrm>
            <a:off x="685783" y="3329409"/>
            <a:ext cx="1828754" cy="462161"/>
          </a:xfrm>
          <a:prstGeom prst="rect">
            <a:avLst/>
          </a:prstGeom>
          <a:noFill/>
          <a:ln/>
        </p:spPr>
        <p:txBody>
          <a:bodyPr wrap="square" lIns="0" tIns="0" rIns="0" bIns="0" rtlCol="0" anchor="t">
            <a:noAutofit/>
          </a:bodyPr>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App &amp; digital promotion</a:t>
            </a:r>
            <a:endParaRPr lang="en-US" sz="1600" dirty="0"/>
          </a:p>
        </p:txBody>
      </p:sp>
      <p:sp>
        <p:nvSpPr>
          <p:cNvPr id="14" name="Shape 12"/>
          <p:cNvSpPr/>
          <p:nvPr/>
        </p:nvSpPr>
        <p:spPr>
          <a:xfrm>
            <a:off x="2844630" y="2918359"/>
            <a:ext cx="8737481" cy="1391841"/>
          </a:xfrm>
          <a:prstGeom prst="roundRect">
            <a:avLst>
              <a:gd name="adj" fmla="val 15329"/>
            </a:avLst>
          </a:prstGeom>
          <a:solidFill>
            <a:srgbClr val="FC9FA5"/>
          </a:solidFill>
          <a:ln/>
        </p:spPr>
        <p:txBody>
          <a:bodyPr/>
          <a:lstStyle/>
          <a:p>
            <a:endParaRPr lang="en-IN" dirty="0"/>
          </a:p>
        </p:txBody>
      </p:sp>
      <p:sp>
        <p:nvSpPr>
          <p:cNvPr id="15" name="Text 13"/>
          <p:cNvSpPr/>
          <p:nvPr/>
        </p:nvSpPr>
        <p:spPr>
          <a:xfrm>
            <a:off x="3022425" y="2958699"/>
            <a:ext cx="8381890" cy="1239441"/>
          </a:xfrm>
          <a:prstGeom prst="rect">
            <a:avLst/>
          </a:prstGeom>
          <a:noFill/>
          <a:ln/>
        </p:spPr>
        <p:txBody>
          <a:bodyPr wrap="square" lIns="0" tIns="0" rIns="0" bIns="0" rtlCol="0" anchor="t">
            <a:normAutofit fontScale="92500"/>
          </a:bodyPr>
          <a:lstStyle/>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FaaS portal intro:</a:t>
            </a:r>
            <a:r>
              <a:rPr lang="en-US" sz="1300" dirty="0">
                <a:solidFill>
                  <a:srgbClr val="000000"/>
                </a:solidFill>
                <a:latin typeface="Space Grotesk" pitchFamily="34" charset="0"/>
                <a:ea typeface="Space Grotesk" pitchFamily="34" charset="-122"/>
                <a:cs typeface="Space Grotesk" pitchFamily="34" charset="-120"/>
              </a:rPr>
              <a:t> Raise awareness of Oorja's field operator tools and digital monitoring systems.</a:t>
            </a:r>
          </a:p>
          <a:p>
            <a:pPr marL="325120" indent="-325120" algn="l">
              <a:lnSpc>
                <a:spcPct val="117000"/>
              </a:lnSpc>
              <a:buSzPct val="100000"/>
              <a:buChar char="•"/>
            </a:pPr>
            <a:endParaRPr lang="en-US" sz="1600" dirty="0"/>
          </a:p>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Service enrollment:</a:t>
            </a:r>
            <a:r>
              <a:rPr lang="en-US" sz="1300" dirty="0">
                <a:solidFill>
                  <a:srgbClr val="000000"/>
                </a:solidFill>
                <a:latin typeface="Space Grotesk" pitchFamily="34" charset="0"/>
                <a:ea typeface="Space Grotesk" pitchFamily="34" charset="-122"/>
                <a:cs typeface="Space Grotesk" pitchFamily="34" charset="-120"/>
              </a:rPr>
              <a:t> One-click online or call-based forms to sign up for Oonnati or Oorvar memberships.</a:t>
            </a:r>
          </a:p>
          <a:p>
            <a:pPr marL="325120" indent="-325120" algn="l">
              <a:lnSpc>
                <a:spcPct val="117000"/>
              </a:lnSpc>
              <a:buSzPct val="100000"/>
              <a:buChar char="•"/>
            </a:pPr>
            <a:endParaRPr lang="en-US" sz="1600" dirty="0"/>
          </a:p>
          <a:p>
            <a:pPr marL="325120" indent="-325120" algn="l">
              <a:lnSpc>
                <a:spcPct val="117000"/>
              </a:lnSpc>
              <a:buSzPct val="100000"/>
              <a:buChar char="•"/>
            </a:pPr>
            <a:r>
              <a:rPr lang="en-US" sz="1300" b="1" dirty="0">
                <a:solidFill>
                  <a:srgbClr val="000000"/>
                </a:solidFill>
                <a:latin typeface="Space Grotesk Bold" pitchFamily="34" charset="0"/>
                <a:ea typeface="Space Grotesk Bold" pitchFamily="34" charset="-122"/>
                <a:cs typeface="Space Grotesk Bold" pitchFamily="34" charset="-120"/>
              </a:rPr>
              <a:t>Digital growth hub:</a:t>
            </a:r>
            <a:r>
              <a:rPr lang="en-US" sz="1300" dirty="0">
                <a:solidFill>
                  <a:srgbClr val="000000"/>
                </a:solidFill>
                <a:latin typeface="Space Grotesk" pitchFamily="34" charset="0"/>
                <a:ea typeface="Space Grotesk" pitchFamily="34" charset="-122"/>
                <a:cs typeface="Space Grotesk" pitchFamily="34" charset="-120"/>
              </a:rPr>
              <a:t> Localized agro-advisory consultation booking steps on the platform.</a:t>
            </a:r>
            <a:endParaRPr lang="en-US" sz="1600" dirty="0"/>
          </a:p>
        </p:txBody>
      </p:sp>
      <p:sp>
        <p:nvSpPr>
          <p:cNvPr id="16" name="Shape 14"/>
          <p:cNvSpPr/>
          <p:nvPr/>
        </p:nvSpPr>
        <p:spPr>
          <a:xfrm>
            <a:off x="507987" y="4804751"/>
            <a:ext cx="2184345" cy="1364356"/>
          </a:xfrm>
          <a:prstGeom prst="roundRect">
            <a:avLst>
              <a:gd name="adj" fmla="val 19267"/>
            </a:avLst>
          </a:prstGeom>
          <a:solidFill>
            <a:srgbClr val="FE829A"/>
          </a:solidFill>
          <a:ln/>
        </p:spPr>
        <p:txBody>
          <a:bodyPr/>
          <a:lstStyle/>
          <a:p>
            <a:endParaRPr lang="en-IN"/>
          </a:p>
        </p:txBody>
      </p:sp>
      <p:sp>
        <p:nvSpPr>
          <p:cNvPr id="17" name="Text 15"/>
          <p:cNvSpPr/>
          <p:nvPr/>
        </p:nvSpPr>
        <p:spPr>
          <a:xfrm>
            <a:off x="685783" y="5323584"/>
            <a:ext cx="2006550" cy="23108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Contact &amp; info hub</a:t>
            </a:r>
            <a:endParaRPr lang="en-US" sz="1600" dirty="0"/>
          </a:p>
        </p:txBody>
      </p:sp>
      <p:sp>
        <p:nvSpPr>
          <p:cNvPr id="18" name="Shape 16"/>
          <p:cNvSpPr/>
          <p:nvPr/>
        </p:nvSpPr>
        <p:spPr>
          <a:xfrm>
            <a:off x="2844630" y="4813713"/>
            <a:ext cx="8737481" cy="1364357"/>
          </a:xfrm>
          <a:prstGeom prst="roundRect">
            <a:avLst>
              <a:gd name="adj" fmla="val 19267"/>
            </a:avLst>
          </a:prstGeom>
          <a:solidFill>
            <a:srgbClr val="F9B440"/>
          </a:solidFill>
          <a:ln/>
        </p:spPr>
        <p:txBody>
          <a:bodyPr/>
          <a:lstStyle/>
          <a:p>
            <a:endParaRPr lang="en-IN" dirty="0"/>
          </a:p>
        </p:txBody>
      </p:sp>
      <p:sp>
        <p:nvSpPr>
          <p:cNvPr id="19" name="Text 17"/>
          <p:cNvSpPr/>
          <p:nvPr/>
        </p:nvSpPr>
        <p:spPr>
          <a:xfrm>
            <a:off x="3022425" y="4952669"/>
            <a:ext cx="8381890" cy="954980"/>
          </a:xfrm>
          <a:prstGeom prst="rect">
            <a:avLst/>
          </a:prstGeom>
          <a:noFill/>
          <a:ln/>
        </p:spPr>
        <p:txBody>
          <a:bodyPr wrap="square" lIns="0" tIns="0" rIns="0" bIns="0" rtlCol="0" anchor="t">
            <a:noAutofit/>
          </a:bodyPr>
          <a:lstStyle/>
          <a:p>
            <a:pPr marL="325120" indent="-325120" algn="l">
              <a:lnSpc>
                <a:spcPct val="117000"/>
              </a:lnSpc>
              <a:buSzPct val="100000"/>
              <a:buChar char="•"/>
            </a:pPr>
            <a:r>
              <a:rPr lang="en-US" sz="1200" b="1" dirty="0">
                <a:solidFill>
                  <a:srgbClr val="000000"/>
                </a:solidFill>
                <a:latin typeface="Space Grotesk Bold" pitchFamily="34" charset="0"/>
                <a:ea typeface="Space Grotesk Bold" pitchFamily="34" charset="-122"/>
                <a:cs typeface="Space Grotesk Bold" pitchFamily="34" charset="-120"/>
              </a:rPr>
              <a:t>Quick navigation links:</a:t>
            </a:r>
            <a:r>
              <a:rPr lang="en-US" sz="1200" dirty="0">
                <a:solidFill>
                  <a:srgbClr val="000000"/>
                </a:solidFill>
                <a:latin typeface="Space Grotesk" pitchFamily="34" charset="0"/>
                <a:ea typeface="Space Grotesk" pitchFamily="34" charset="-122"/>
                <a:cs typeface="Space Grotesk" pitchFamily="34" charset="-120"/>
              </a:rPr>
              <a:t> Menu anchors for About Us, Impact, Partnerships, Case Studies, and Careers.</a:t>
            </a:r>
          </a:p>
          <a:p>
            <a:pPr marL="325120" indent="-325120" algn="l">
              <a:lnSpc>
                <a:spcPct val="117000"/>
              </a:lnSpc>
              <a:buSzPct val="100000"/>
              <a:buChar char="•"/>
            </a:pPr>
            <a:endParaRPr lang="en-US" sz="1200" dirty="0"/>
          </a:p>
          <a:p>
            <a:pPr marL="325120" indent="-325120" algn="l">
              <a:lnSpc>
                <a:spcPct val="117000"/>
              </a:lnSpc>
              <a:buSzPct val="100000"/>
              <a:buChar char="•"/>
            </a:pPr>
            <a:r>
              <a:rPr lang="en-US" sz="1200" b="1" dirty="0">
                <a:solidFill>
                  <a:srgbClr val="000000"/>
                </a:solidFill>
                <a:latin typeface="Space Grotesk Bold" pitchFamily="34" charset="0"/>
                <a:ea typeface="Space Grotesk Bold" pitchFamily="34" charset="-122"/>
                <a:cs typeface="Space Grotesk Bold" pitchFamily="34" charset="-120"/>
              </a:rPr>
              <a:t>Direct channels:</a:t>
            </a:r>
            <a:r>
              <a:rPr lang="en-US" sz="1200" dirty="0">
                <a:solidFill>
                  <a:srgbClr val="000000"/>
                </a:solidFill>
                <a:latin typeface="Space Grotesk" pitchFamily="34" charset="0"/>
                <a:ea typeface="Space Grotesk" pitchFamily="34" charset="-122"/>
                <a:cs typeface="Space Grotesk" pitchFamily="34" charset="-120"/>
              </a:rPr>
              <a:t> Contact lines for info@oorjasolutions.org and the New Delhi corporate office.</a:t>
            </a:r>
          </a:p>
          <a:p>
            <a:pPr marL="325120" indent="-325120" algn="l">
              <a:lnSpc>
                <a:spcPct val="117000"/>
              </a:lnSpc>
              <a:buSzPct val="100000"/>
              <a:buChar char="•"/>
            </a:pPr>
            <a:endParaRPr lang="en-US" sz="1200" dirty="0"/>
          </a:p>
          <a:p>
            <a:pPr marL="325120" indent="-325120" algn="l">
              <a:lnSpc>
                <a:spcPct val="117000"/>
              </a:lnSpc>
              <a:buSzPct val="100000"/>
              <a:buChar char="•"/>
            </a:pPr>
            <a:r>
              <a:rPr lang="en-US" sz="1200" b="1" dirty="0">
                <a:solidFill>
                  <a:srgbClr val="000000"/>
                </a:solidFill>
                <a:latin typeface="Space Grotesk Bold" pitchFamily="34" charset="0"/>
                <a:ea typeface="Space Grotesk Bold" pitchFamily="34" charset="-122"/>
                <a:cs typeface="Space Grotesk Bold" pitchFamily="34" charset="-120"/>
              </a:rPr>
              <a:t>Compliance block:</a:t>
            </a:r>
            <a:r>
              <a:rPr lang="en-US" sz="1200" dirty="0">
                <a:solidFill>
                  <a:srgbClr val="000000"/>
                </a:solidFill>
                <a:latin typeface="Space Grotesk" pitchFamily="34" charset="0"/>
                <a:ea typeface="Space Grotesk" pitchFamily="34" charset="-122"/>
                <a:cs typeface="Space Grotesk" pitchFamily="34" charset="-120"/>
              </a:rPr>
              <a:t> Official identification tags: Oorja Development Solutions Limited.</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0" y="0"/>
            <a:ext cx="12191695" cy="6858000"/>
          </a:xfrm>
          <a:prstGeom prst="roundRect">
            <a:avLst>
              <a:gd name="adj" fmla="val 444"/>
            </a:avLst>
          </a:prstGeom>
          <a:solidFill>
            <a:schemeClr val="accent4">
              <a:lumMod val="40000"/>
              <a:lumOff val="60000"/>
            </a:schemeClr>
          </a:solidFill>
          <a:ln/>
        </p:spPr>
        <p:txBody>
          <a:bodyPr/>
          <a:lstStyle/>
          <a:p>
            <a:endParaRPr lang="en-IN"/>
          </a:p>
        </p:txBody>
      </p:sp>
      <p:sp>
        <p:nvSpPr>
          <p:cNvPr id="3" name="Text 1"/>
          <p:cNvSpPr/>
          <p:nvPr/>
        </p:nvSpPr>
        <p:spPr>
          <a:xfrm>
            <a:off x="1193770" y="1321117"/>
            <a:ext cx="3555911"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Section</a:t>
            </a:r>
            <a:endParaRPr lang="en-US" sz="1600" dirty="0"/>
          </a:p>
        </p:txBody>
      </p:sp>
      <p:sp>
        <p:nvSpPr>
          <p:cNvPr id="4" name="Shape 2"/>
          <p:cNvSpPr/>
          <p:nvPr/>
        </p:nvSpPr>
        <p:spPr>
          <a:xfrm>
            <a:off x="1142971" y="1905000"/>
            <a:ext cx="9905752" cy="3048000"/>
          </a:xfrm>
          <a:prstGeom prst="roundRect">
            <a:avLst>
              <a:gd name="adj" fmla="val 19999"/>
            </a:avLst>
          </a:prstGeom>
          <a:solidFill>
            <a:srgbClr val="FE829A"/>
          </a:solidFill>
          <a:ln/>
        </p:spPr>
        <p:txBody>
          <a:bodyPr/>
          <a:lstStyle/>
          <a:p>
            <a:endParaRPr lang="en-IN"/>
          </a:p>
        </p:txBody>
      </p:sp>
      <p:sp>
        <p:nvSpPr>
          <p:cNvPr id="5" name="Shape 3"/>
          <p:cNvSpPr/>
          <p:nvPr/>
        </p:nvSpPr>
        <p:spPr>
          <a:xfrm>
            <a:off x="8127797" y="1422400"/>
            <a:ext cx="2412940" cy="711200"/>
          </a:xfrm>
          <a:prstGeom prst="roundRect">
            <a:avLst>
              <a:gd name="adj" fmla="val 49999"/>
            </a:avLst>
          </a:prstGeom>
          <a:solidFill>
            <a:srgbClr val="F9B440"/>
          </a:solidFill>
          <a:ln/>
        </p:spPr>
        <p:txBody>
          <a:bodyPr/>
          <a:lstStyle/>
          <a:p>
            <a:endParaRPr lang="en-IN"/>
          </a:p>
        </p:txBody>
      </p:sp>
      <p:sp>
        <p:nvSpPr>
          <p:cNvPr id="6" name="Shape 4"/>
          <p:cNvSpPr/>
          <p:nvPr/>
        </p:nvSpPr>
        <p:spPr>
          <a:xfrm>
            <a:off x="9778755" y="4191000"/>
            <a:ext cx="888978" cy="889000"/>
          </a:xfrm>
          <a:prstGeom prst="ellipse">
            <a:avLst/>
          </a:prstGeom>
          <a:solidFill>
            <a:srgbClr val="FC9FA5"/>
          </a:solidFill>
          <a:ln/>
        </p:spPr>
        <p:txBody>
          <a:bodyPr/>
          <a:lstStyle/>
          <a:p>
            <a:endParaRPr lang="en-IN"/>
          </a:p>
        </p:txBody>
      </p:sp>
      <p:sp>
        <p:nvSpPr>
          <p:cNvPr id="7" name="Text 5"/>
          <p:cNvSpPr/>
          <p:nvPr/>
        </p:nvSpPr>
        <p:spPr>
          <a:xfrm>
            <a:off x="1701757" y="2787548"/>
            <a:ext cx="7772206" cy="1386681"/>
          </a:xfrm>
          <a:prstGeom prst="rect">
            <a:avLst/>
          </a:prstGeom>
          <a:noFill/>
          <a:ln/>
        </p:spPr>
        <p:txBody>
          <a:bodyPr wrap="square" lIns="0" tIns="0" rIns="0" bIns="0" rtlCol="0" anchor="t">
            <a:normAutofit lnSpcReduction="10000"/>
          </a:bodyPr>
          <a:lstStyle/>
          <a:p>
            <a:pPr marL="0" indent="0" algn="l">
              <a:lnSpc>
                <a:spcPct val="88000"/>
              </a:lnSpc>
              <a:buNone/>
            </a:pPr>
            <a:r>
              <a:rPr lang="en-US" sz="5200" b="1" dirty="0">
                <a:solidFill>
                  <a:srgbClr val="2B1D1A"/>
                </a:solidFill>
                <a:latin typeface="Fredoka Bold" pitchFamily="34" charset="0"/>
                <a:ea typeface="Fredoka Bold" pitchFamily="34" charset="-122"/>
                <a:cs typeface="Fredoka Bold" pitchFamily="34" charset="-120"/>
              </a:rPr>
              <a:t>KPIs, accountability &amp; team structure</a:t>
            </a:r>
            <a:endParaRPr lang="en-US" sz="5200" dirty="0"/>
          </a:p>
        </p:txBody>
      </p:sp>
      <p:sp>
        <p:nvSpPr>
          <p:cNvPr id="8" name="Shape 6"/>
          <p:cNvSpPr/>
          <p:nvPr/>
        </p:nvSpPr>
        <p:spPr>
          <a:xfrm>
            <a:off x="1650959" y="5461000"/>
            <a:ext cx="279393" cy="279400"/>
          </a:xfrm>
          <a:prstGeom prst="ellipse">
            <a:avLst/>
          </a:prstGeom>
          <a:solidFill>
            <a:srgbClr val="FE829A"/>
          </a:solidFill>
          <a:ln/>
        </p:spPr>
        <p:txBody>
          <a:bodyPr/>
          <a:lstStyle/>
          <a:p>
            <a:endParaRPr lang="en-IN"/>
          </a:p>
        </p:txBody>
      </p:sp>
      <p:sp>
        <p:nvSpPr>
          <p:cNvPr id="9" name="Shape 7"/>
          <p:cNvSpPr/>
          <p:nvPr/>
        </p:nvSpPr>
        <p:spPr>
          <a:xfrm>
            <a:off x="2082748" y="5461000"/>
            <a:ext cx="279393" cy="279400"/>
          </a:xfrm>
          <a:prstGeom prst="ellipse">
            <a:avLst/>
          </a:prstGeom>
          <a:solidFill>
            <a:srgbClr val="F9B440"/>
          </a:solidFill>
          <a:ln/>
        </p:spPr>
        <p:txBody>
          <a:bodyPr/>
          <a:lstStyle/>
          <a:p>
            <a:endParaRPr lang="en-IN"/>
          </a:p>
        </p:txBody>
      </p:sp>
      <p:sp>
        <p:nvSpPr>
          <p:cNvPr id="10" name="Shape 8"/>
          <p:cNvSpPr/>
          <p:nvPr/>
        </p:nvSpPr>
        <p:spPr>
          <a:xfrm>
            <a:off x="2514537" y="5461000"/>
            <a:ext cx="279393" cy="279400"/>
          </a:xfrm>
          <a:prstGeom prst="ellipse">
            <a:avLst/>
          </a:prstGeom>
          <a:solidFill>
            <a:srgbClr val="FC9FA5"/>
          </a:solidFill>
          <a:ln/>
        </p:spPr>
        <p:txBody>
          <a:bodyPr/>
          <a:lstStyle/>
          <a:p>
            <a:endParaRPr lang="en-IN"/>
          </a:p>
        </p:txBody>
      </p:sp>
      <p:pic>
        <p:nvPicPr>
          <p:cNvPr id="12" name="Graphic 11" descr="Agriculture with solid fill">
            <a:extLst>
              <a:ext uri="{FF2B5EF4-FFF2-40B4-BE49-F238E27FC236}">
                <a16:creationId xmlns:a16="http://schemas.microsoft.com/office/drawing/2014/main" id="{5A97FEE1-9D3D-58F5-C9F3-10BE38795D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792034"/>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507987" y="338899"/>
            <a:ext cx="10972526"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KPIs used in journey</a:t>
            </a:r>
            <a:endParaRPr lang="en-US" sz="3400" dirty="0"/>
          </a:p>
        </p:txBody>
      </p:sp>
      <p:sp>
        <p:nvSpPr>
          <p:cNvPr id="4" name="Shape 2"/>
          <p:cNvSpPr/>
          <p:nvPr/>
        </p:nvSpPr>
        <p:spPr>
          <a:xfrm>
            <a:off x="507987" y="885130"/>
            <a:ext cx="2311342" cy="401241"/>
          </a:xfrm>
          <a:prstGeom prst="roundRect">
            <a:avLst>
              <a:gd name="adj" fmla="val 49999"/>
            </a:avLst>
          </a:prstGeom>
          <a:solidFill>
            <a:srgbClr val="FE829A"/>
          </a:solidFill>
          <a:ln/>
        </p:spPr>
        <p:txBody>
          <a:bodyPr/>
          <a:lstStyle/>
          <a:p>
            <a:endParaRPr lang="en-IN"/>
          </a:p>
        </p:txBody>
      </p:sp>
      <p:sp>
        <p:nvSpPr>
          <p:cNvPr id="5" name="Text 3"/>
          <p:cNvSpPr/>
          <p:nvPr/>
        </p:nvSpPr>
        <p:spPr>
          <a:xfrm>
            <a:off x="685783" y="961330"/>
            <a:ext cx="2133547"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Journey stage</a:t>
            </a:r>
            <a:endParaRPr lang="en-US" sz="1400" dirty="0"/>
          </a:p>
        </p:txBody>
      </p:sp>
      <p:sp>
        <p:nvSpPr>
          <p:cNvPr id="6" name="Shape 4"/>
          <p:cNvSpPr/>
          <p:nvPr/>
        </p:nvSpPr>
        <p:spPr>
          <a:xfrm>
            <a:off x="2971626" y="885130"/>
            <a:ext cx="2311342" cy="401241"/>
          </a:xfrm>
          <a:prstGeom prst="roundRect">
            <a:avLst>
              <a:gd name="adj" fmla="val 49999"/>
            </a:avLst>
          </a:prstGeom>
          <a:solidFill>
            <a:srgbClr val="FE829A"/>
          </a:solidFill>
          <a:ln/>
        </p:spPr>
        <p:txBody>
          <a:bodyPr/>
          <a:lstStyle/>
          <a:p>
            <a:endParaRPr lang="en-IN"/>
          </a:p>
        </p:txBody>
      </p:sp>
      <p:sp>
        <p:nvSpPr>
          <p:cNvPr id="7" name="Text 5"/>
          <p:cNvSpPr/>
          <p:nvPr/>
        </p:nvSpPr>
        <p:spPr>
          <a:xfrm>
            <a:off x="3149422" y="961330"/>
            <a:ext cx="2133547"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Category</a:t>
            </a:r>
            <a:endParaRPr lang="en-US" sz="1400" dirty="0"/>
          </a:p>
        </p:txBody>
      </p:sp>
      <p:sp>
        <p:nvSpPr>
          <p:cNvPr id="8" name="Shape 6"/>
          <p:cNvSpPr/>
          <p:nvPr/>
        </p:nvSpPr>
        <p:spPr>
          <a:xfrm>
            <a:off x="5435365" y="885130"/>
            <a:ext cx="6045148" cy="401241"/>
          </a:xfrm>
          <a:prstGeom prst="roundRect">
            <a:avLst>
              <a:gd name="adj" fmla="val 49999"/>
            </a:avLst>
          </a:prstGeom>
          <a:solidFill>
            <a:srgbClr val="FE829A"/>
          </a:solidFill>
          <a:ln/>
        </p:spPr>
        <p:txBody>
          <a:bodyPr/>
          <a:lstStyle/>
          <a:p>
            <a:endParaRPr lang="en-IN"/>
          </a:p>
        </p:txBody>
      </p:sp>
      <p:sp>
        <p:nvSpPr>
          <p:cNvPr id="9" name="Text 7"/>
          <p:cNvSpPr/>
          <p:nvPr/>
        </p:nvSpPr>
        <p:spPr>
          <a:xfrm>
            <a:off x="5613160" y="961330"/>
            <a:ext cx="5867352"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pace Grotesk Bold" pitchFamily="34" charset="0"/>
                <a:ea typeface="Space Grotesk Bold" pitchFamily="34" charset="-122"/>
                <a:cs typeface="Space Grotesk Bold" pitchFamily="34" charset="-120"/>
              </a:rPr>
              <a:t>Key performance indicators (KPIs)</a:t>
            </a:r>
            <a:endParaRPr lang="en-US" sz="1400" dirty="0"/>
          </a:p>
        </p:txBody>
      </p:sp>
      <p:sp>
        <p:nvSpPr>
          <p:cNvPr id="10" name="Shape 8"/>
          <p:cNvSpPr/>
          <p:nvPr/>
        </p:nvSpPr>
        <p:spPr>
          <a:xfrm>
            <a:off x="507987" y="1413371"/>
            <a:ext cx="2311342" cy="553641"/>
          </a:xfrm>
          <a:prstGeom prst="roundRect">
            <a:avLst>
              <a:gd name="adj" fmla="val 38537"/>
            </a:avLst>
          </a:prstGeom>
          <a:solidFill>
            <a:srgbClr val="FE829A"/>
          </a:solidFill>
          <a:ln/>
        </p:spPr>
        <p:txBody>
          <a:bodyPr/>
          <a:lstStyle/>
          <a:p>
            <a:endParaRPr lang="en-IN"/>
          </a:p>
        </p:txBody>
      </p:sp>
      <p:sp>
        <p:nvSpPr>
          <p:cNvPr id="11" name="Text 9"/>
          <p:cNvSpPr/>
          <p:nvPr/>
        </p:nvSpPr>
        <p:spPr>
          <a:xfrm>
            <a:off x="685783" y="1574602"/>
            <a:ext cx="2133547"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Awareness</a:t>
            </a:r>
            <a:endParaRPr lang="en-US" sz="1300" dirty="0"/>
          </a:p>
        </p:txBody>
      </p:sp>
      <p:sp>
        <p:nvSpPr>
          <p:cNvPr id="12" name="Shape 10"/>
          <p:cNvSpPr/>
          <p:nvPr/>
        </p:nvSpPr>
        <p:spPr>
          <a:xfrm>
            <a:off x="2971626" y="1413371"/>
            <a:ext cx="2311342" cy="553641"/>
          </a:xfrm>
          <a:prstGeom prst="roundRect">
            <a:avLst>
              <a:gd name="adj" fmla="val 38537"/>
            </a:avLst>
          </a:prstGeom>
          <a:solidFill>
            <a:srgbClr val="FDE3D3"/>
          </a:solidFill>
          <a:ln/>
        </p:spPr>
        <p:txBody>
          <a:bodyPr/>
          <a:lstStyle/>
          <a:p>
            <a:endParaRPr lang="en-IN"/>
          </a:p>
        </p:txBody>
      </p:sp>
      <p:sp>
        <p:nvSpPr>
          <p:cNvPr id="13" name="Text 11"/>
          <p:cNvSpPr/>
          <p:nvPr/>
        </p:nvSpPr>
        <p:spPr>
          <a:xfrm>
            <a:off x="3149422" y="1583531"/>
            <a:ext cx="2133547" cy="213320"/>
          </a:xfrm>
          <a:prstGeom prst="rect">
            <a:avLst/>
          </a:prstGeom>
          <a:noFill/>
          <a:ln/>
        </p:spPr>
        <p:txBody>
          <a:bodyPr wrap="none" lIns="0" tIns="0" rIns="0" bIns="0" rtlCol="0" anchor="t"/>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Reach &amp; visibility</a:t>
            </a:r>
            <a:endParaRPr lang="en-US" sz="1200" dirty="0"/>
          </a:p>
        </p:txBody>
      </p:sp>
      <p:sp>
        <p:nvSpPr>
          <p:cNvPr id="14" name="Shape 12"/>
          <p:cNvSpPr/>
          <p:nvPr/>
        </p:nvSpPr>
        <p:spPr>
          <a:xfrm>
            <a:off x="5435365" y="1413371"/>
            <a:ext cx="6045148" cy="553641"/>
          </a:xfrm>
          <a:prstGeom prst="roundRect">
            <a:avLst>
              <a:gd name="adj" fmla="val 38537"/>
            </a:avLst>
          </a:prstGeom>
          <a:solidFill>
            <a:schemeClr val="accent2">
              <a:lumMod val="60000"/>
              <a:lumOff val="40000"/>
            </a:schemeClr>
          </a:solidFill>
          <a:ln/>
        </p:spPr>
        <p:txBody>
          <a:bodyPr/>
          <a:lstStyle/>
          <a:p>
            <a:endParaRPr lang="en-IN"/>
          </a:p>
        </p:txBody>
      </p:sp>
      <p:sp>
        <p:nvSpPr>
          <p:cNvPr id="15" name="Text 13"/>
          <p:cNvSpPr/>
          <p:nvPr/>
        </p:nvSpPr>
        <p:spPr>
          <a:xfrm>
            <a:off x="5613160" y="1476871"/>
            <a:ext cx="5689557" cy="426641"/>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Monthly website traffic trends, organic keyword visibility, and brand search volume.</a:t>
            </a:r>
            <a:endParaRPr lang="en-US" sz="1200" dirty="0"/>
          </a:p>
        </p:txBody>
      </p:sp>
      <p:sp>
        <p:nvSpPr>
          <p:cNvPr id="16" name="Shape 14"/>
          <p:cNvSpPr/>
          <p:nvPr/>
        </p:nvSpPr>
        <p:spPr>
          <a:xfrm>
            <a:off x="507987" y="2094012"/>
            <a:ext cx="2311342" cy="553641"/>
          </a:xfrm>
          <a:prstGeom prst="roundRect">
            <a:avLst>
              <a:gd name="adj" fmla="val 38537"/>
            </a:avLst>
          </a:prstGeom>
          <a:solidFill>
            <a:srgbClr val="FE829A"/>
          </a:solidFill>
          <a:ln/>
        </p:spPr>
        <p:txBody>
          <a:bodyPr/>
          <a:lstStyle/>
          <a:p>
            <a:endParaRPr lang="en-IN"/>
          </a:p>
        </p:txBody>
      </p:sp>
      <p:sp>
        <p:nvSpPr>
          <p:cNvPr id="17" name="Text 15"/>
          <p:cNvSpPr/>
          <p:nvPr/>
        </p:nvSpPr>
        <p:spPr>
          <a:xfrm>
            <a:off x="685783" y="2255242"/>
            <a:ext cx="2133547"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Interest</a:t>
            </a:r>
            <a:endParaRPr lang="en-US" sz="1300" dirty="0"/>
          </a:p>
        </p:txBody>
      </p:sp>
      <p:sp>
        <p:nvSpPr>
          <p:cNvPr id="18" name="Shape 16"/>
          <p:cNvSpPr/>
          <p:nvPr/>
        </p:nvSpPr>
        <p:spPr>
          <a:xfrm>
            <a:off x="2971626" y="2094012"/>
            <a:ext cx="2311342" cy="553641"/>
          </a:xfrm>
          <a:prstGeom prst="roundRect">
            <a:avLst>
              <a:gd name="adj" fmla="val 38537"/>
            </a:avLst>
          </a:prstGeom>
          <a:solidFill>
            <a:srgbClr val="FBD9E6"/>
          </a:solidFill>
          <a:ln/>
        </p:spPr>
        <p:txBody>
          <a:bodyPr/>
          <a:lstStyle/>
          <a:p>
            <a:endParaRPr lang="en-IN"/>
          </a:p>
        </p:txBody>
      </p:sp>
      <p:sp>
        <p:nvSpPr>
          <p:cNvPr id="19" name="Text 17"/>
          <p:cNvSpPr/>
          <p:nvPr/>
        </p:nvSpPr>
        <p:spPr>
          <a:xfrm>
            <a:off x="3149422" y="2264172"/>
            <a:ext cx="2133547" cy="213320"/>
          </a:xfrm>
          <a:prstGeom prst="rect">
            <a:avLst/>
          </a:prstGeom>
          <a:noFill/>
          <a:ln/>
        </p:spPr>
        <p:txBody>
          <a:bodyPr wrap="none" lIns="0" tIns="0" rIns="0" bIns="0" rtlCol="0" anchor="t"/>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Engagement &amp; curiosity</a:t>
            </a:r>
            <a:endParaRPr lang="en-US" sz="1200" dirty="0"/>
          </a:p>
        </p:txBody>
      </p:sp>
      <p:sp>
        <p:nvSpPr>
          <p:cNvPr id="20" name="Shape 18"/>
          <p:cNvSpPr/>
          <p:nvPr/>
        </p:nvSpPr>
        <p:spPr>
          <a:xfrm>
            <a:off x="5435365" y="2094012"/>
            <a:ext cx="6045148" cy="553641"/>
          </a:xfrm>
          <a:prstGeom prst="roundRect">
            <a:avLst>
              <a:gd name="adj" fmla="val 38537"/>
            </a:avLst>
          </a:prstGeom>
          <a:solidFill>
            <a:schemeClr val="accent2">
              <a:lumMod val="40000"/>
              <a:lumOff val="60000"/>
            </a:schemeClr>
          </a:solidFill>
          <a:ln/>
        </p:spPr>
        <p:txBody>
          <a:bodyPr/>
          <a:lstStyle/>
          <a:p>
            <a:endParaRPr lang="en-IN"/>
          </a:p>
        </p:txBody>
      </p:sp>
      <p:sp>
        <p:nvSpPr>
          <p:cNvPr id="21" name="Text 19"/>
          <p:cNvSpPr/>
          <p:nvPr/>
        </p:nvSpPr>
        <p:spPr>
          <a:xfrm>
            <a:off x="5613160" y="2157512"/>
            <a:ext cx="5689557" cy="426641"/>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Average session duration, case study reading rates, and promotional farm video views.</a:t>
            </a:r>
            <a:endParaRPr lang="en-US" sz="1200" dirty="0"/>
          </a:p>
        </p:txBody>
      </p:sp>
      <p:sp>
        <p:nvSpPr>
          <p:cNvPr id="22" name="Shape 20"/>
          <p:cNvSpPr/>
          <p:nvPr/>
        </p:nvSpPr>
        <p:spPr>
          <a:xfrm>
            <a:off x="507987" y="2774652"/>
            <a:ext cx="2311342" cy="553641"/>
          </a:xfrm>
          <a:prstGeom prst="roundRect">
            <a:avLst>
              <a:gd name="adj" fmla="val 38537"/>
            </a:avLst>
          </a:prstGeom>
          <a:solidFill>
            <a:srgbClr val="FE829A"/>
          </a:solidFill>
          <a:ln/>
        </p:spPr>
        <p:txBody>
          <a:bodyPr/>
          <a:lstStyle/>
          <a:p>
            <a:endParaRPr lang="en-IN"/>
          </a:p>
        </p:txBody>
      </p:sp>
      <p:sp>
        <p:nvSpPr>
          <p:cNvPr id="23" name="Text 21"/>
          <p:cNvSpPr/>
          <p:nvPr/>
        </p:nvSpPr>
        <p:spPr>
          <a:xfrm>
            <a:off x="685783" y="2935883"/>
            <a:ext cx="2133547"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Consideration</a:t>
            </a:r>
            <a:endParaRPr lang="en-US" sz="1300" dirty="0"/>
          </a:p>
        </p:txBody>
      </p:sp>
      <p:sp>
        <p:nvSpPr>
          <p:cNvPr id="24" name="Shape 22"/>
          <p:cNvSpPr/>
          <p:nvPr/>
        </p:nvSpPr>
        <p:spPr>
          <a:xfrm>
            <a:off x="2971626" y="2774652"/>
            <a:ext cx="2311342" cy="553641"/>
          </a:xfrm>
          <a:prstGeom prst="roundRect">
            <a:avLst>
              <a:gd name="adj" fmla="val 38537"/>
            </a:avLst>
          </a:prstGeom>
          <a:solidFill>
            <a:schemeClr val="accent3">
              <a:lumMod val="40000"/>
              <a:lumOff val="60000"/>
            </a:schemeClr>
          </a:solidFill>
          <a:ln/>
        </p:spPr>
        <p:txBody>
          <a:bodyPr/>
          <a:lstStyle/>
          <a:p>
            <a:endParaRPr lang="en-IN"/>
          </a:p>
        </p:txBody>
      </p:sp>
      <p:sp>
        <p:nvSpPr>
          <p:cNvPr id="25" name="Text 23"/>
          <p:cNvSpPr/>
          <p:nvPr/>
        </p:nvSpPr>
        <p:spPr>
          <a:xfrm>
            <a:off x="3149422" y="2944813"/>
            <a:ext cx="2133547" cy="213320"/>
          </a:xfrm>
          <a:prstGeom prst="rect">
            <a:avLst/>
          </a:prstGeom>
          <a:noFill/>
          <a:ln/>
        </p:spPr>
        <p:txBody>
          <a:bodyPr wrap="none" lIns="0" tIns="0" rIns="0" bIns="0" rtlCol="0" anchor="t"/>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Intent</a:t>
            </a:r>
            <a:endParaRPr lang="en-US" sz="1200" dirty="0"/>
          </a:p>
        </p:txBody>
      </p:sp>
      <p:sp>
        <p:nvSpPr>
          <p:cNvPr id="26" name="Shape 24"/>
          <p:cNvSpPr/>
          <p:nvPr/>
        </p:nvSpPr>
        <p:spPr>
          <a:xfrm>
            <a:off x="5435365" y="2774652"/>
            <a:ext cx="6045148" cy="553641"/>
          </a:xfrm>
          <a:prstGeom prst="roundRect">
            <a:avLst>
              <a:gd name="adj" fmla="val 38537"/>
            </a:avLst>
          </a:prstGeom>
          <a:solidFill>
            <a:schemeClr val="accent1">
              <a:lumMod val="60000"/>
              <a:lumOff val="40000"/>
            </a:schemeClr>
          </a:solidFill>
          <a:ln/>
        </p:spPr>
        <p:txBody>
          <a:bodyPr/>
          <a:lstStyle/>
          <a:p>
            <a:endParaRPr lang="en-IN"/>
          </a:p>
        </p:txBody>
      </p:sp>
      <p:sp>
        <p:nvSpPr>
          <p:cNvPr id="27" name="Text 25"/>
          <p:cNvSpPr/>
          <p:nvPr/>
        </p:nvSpPr>
        <p:spPr>
          <a:xfrm>
            <a:off x="5613160" y="2838152"/>
            <a:ext cx="5689557" cy="426641"/>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Ad click-through rates (CTR) and clicks on the "Get In Touch" partner buttons.</a:t>
            </a:r>
            <a:endParaRPr lang="en-US" sz="1200" dirty="0"/>
          </a:p>
        </p:txBody>
      </p:sp>
      <p:sp>
        <p:nvSpPr>
          <p:cNvPr id="28" name="Shape 26"/>
          <p:cNvSpPr/>
          <p:nvPr/>
        </p:nvSpPr>
        <p:spPr>
          <a:xfrm>
            <a:off x="507987" y="3455293"/>
            <a:ext cx="2311342" cy="553641"/>
          </a:xfrm>
          <a:prstGeom prst="roundRect">
            <a:avLst>
              <a:gd name="adj" fmla="val 38537"/>
            </a:avLst>
          </a:prstGeom>
          <a:solidFill>
            <a:srgbClr val="FE829A"/>
          </a:solidFill>
          <a:ln/>
        </p:spPr>
        <p:txBody>
          <a:bodyPr/>
          <a:lstStyle/>
          <a:p>
            <a:endParaRPr lang="en-IN"/>
          </a:p>
        </p:txBody>
      </p:sp>
      <p:sp>
        <p:nvSpPr>
          <p:cNvPr id="29" name="Text 27"/>
          <p:cNvSpPr/>
          <p:nvPr/>
        </p:nvSpPr>
        <p:spPr>
          <a:xfrm>
            <a:off x="685783" y="3616523"/>
            <a:ext cx="2133547"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Conversion</a:t>
            </a:r>
            <a:endParaRPr lang="en-US" sz="1300" dirty="0"/>
          </a:p>
        </p:txBody>
      </p:sp>
      <p:sp>
        <p:nvSpPr>
          <p:cNvPr id="30" name="Shape 28"/>
          <p:cNvSpPr/>
          <p:nvPr/>
        </p:nvSpPr>
        <p:spPr>
          <a:xfrm>
            <a:off x="2971626" y="3455293"/>
            <a:ext cx="2311342" cy="553641"/>
          </a:xfrm>
          <a:prstGeom prst="roundRect">
            <a:avLst>
              <a:gd name="adj" fmla="val 38537"/>
            </a:avLst>
          </a:prstGeom>
          <a:solidFill>
            <a:srgbClr val="FDE3D3"/>
          </a:solidFill>
          <a:ln/>
        </p:spPr>
        <p:txBody>
          <a:bodyPr/>
          <a:lstStyle/>
          <a:p>
            <a:endParaRPr lang="en-IN"/>
          </a:p>
        </p:txBody>
      </p:sp>
      <p:sp>
        <p:nvSpPr>
          <p:cNvPr id="31" name="Text 29"/>
          <p:cNvSpPr/>
          <p:nvPr/>
        </p:nvSpPr>
        <p:spPr>
          <a:xfrm>
            <a:off x="3149422" y="3625453"/>
            <a:ext cx="2133547" cy="213320"/>
          </a:xfrm>
          <a:prstGeom prst="rect">
            <a:avLst/>
          </a:prstGeom>
          <a:noFill/>
          <a:ln/>
        </p:spPr>
        <p:txBody>
          <a:bodyPr wrap="none" lIns="0" tIns="0" rIns="0" bIns="0" rtlCol="0" anchor="t"/>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Transactions</a:t>
            </a:r>
            <a:endParaRPr lang="en-US" sz="1200" dirty="0"/>
          </a:p>
        </p:txBody>
      </p:sp>
      <p:sp>
        <p:nvSpPr>
          <p:cNvPr id="32" name="Shape 30"/>
          <p:cNvSpPr/>
          <p:nvPr/>
        </p:nvSpPr>
        <p:spPr>
          <a:xfrm>
            <a:off x="5435365" y="3455293"/>
            <a:ext cx="6045148" cy="553641"/>
          </a:xfrm>
          <a:prstGeom prst="roundRect">
            <a:avLst>
              <a:gd name="adj" fmla="val 38537"/>
            </a:avLst>
          </a:prstGeom>
          <a:solidFill>
            <a:schemeClr val="accent2">
              <a:lumMod val="60000"/>
              <a:lumOff val="40000"/>
            </a:schemeClr>
          </a:solidFill>
          <a:ln/>
        </p:spPr>
        <p:txBody>
          <a:bodyPr/>
          <a:lstStyle/>
          <a:p>
            <a:endParaRPr lang="en-IN"/>
          </a:p>
        </p:txBody>
      </p:sp>
      <p:sp>
        <p:nvSpPr>
          <p:cNvPr id="33" name="Text 31"/>
          <p:cNvSpPr/>
          <p:nvPr/>
        </p:nvSpPr>
        <p:spPr>
          <a:xfrm>
            <a:off x="5613160" y="3518793"/>
            <a:ext cx="5689557" cy="426641"/>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Memberships activated for Oonnati solar pumps and sign-ups for Oorvar training.</a:t>
            </a:r>
            <a:endParaRPr lang="en-US" sz="1200" dirty="0"/>
          </a:p>
        </p:txBody>
      </p:sp>
      <p:sp>
        <p:nvSpPr>
          <p:cNvPr id="34" name="Shape 32"/>
          <p:cNvSpPr/>
          <p:nvPr/>
        </p:nvSpPr>
        <p:spPr>
          <a:xfrm>
            <a:off x="507987" y="4135934"/>
            <a:ext cx="2311342" cy="358080"/>
          </a:xfrm>
          <a:prstGeom prst="roundRect">
            <a:avLst>
              <a:gd name="adj" fmla="val 49999"/>
            </a:avLst>
          </a:prstGeom>
          <a:solidFill>
            <a:srgbClr val="FE829A"/>
          </a:solidFill>
          <a:ln/>
        </p:spPr>
        <p:txBody>
          <a:bodyPr/>
          <a:lstStyle/>
          <a:p>
            <a:endParaRPr lang="en-IN"/>
          </a:p>
        </p:txBody>
      </p:sp>
      <p:sp>
        <p:nvSpPr>
          <p:cNvPr id="35" name="Text 33"/>
          <p:cNvSpPr/>
          <p:nvPr/>
        </p:nvSpPr>
        <p:spPr>
          <a:xfrm>
            <a:off x="685783" y="4199434"/>
            <a:ext cx="2133547"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Delivery &amp; fulfillment</a:t>
            </a:r>
            <a:endParaRPr lang="en-US" sz="1300" dirty="0"/>
          </a:p>
        </p:txBody>
      </p:sp>
      <p:sp>
        <p:nvSpPr>
          <p:cNvPr id="36" name="Shape 34"/>
          <p:cNvSpPr/>
          <p:nvPr/>
        </p:nvSpPr>
        <p:spPr>
          <a:xfrm>
            <a:off x="2971626" y="4135934"/>
            <a:ext cx="2311342" cy="358080"/>
          </a:xfrm>
          <a:prstGeom prst="roundRect">
            <a:avLst>
              <a:gd name="adj" fmla="val 49999"/>
            </a:avLst>
          </a:prstGeom>
          <a:solidFill>
            <a:srgbClr val="FBD9E6"/>
          </a:solidFill>
          <a:ln/>
        </p:spPr>
        <p:txBody>
          <a:bodyPr/>
          <a:lstStyle/>
          <a:p>
            <a:endParaRPr lang="en-IN"/>
          </a:p>
        </p:txBody>
      </p:sp>
      <p:sp>
        <p:nvSpPr>
          <p:cNvPr id="37" name="Text 35"/>
          <p:cNvSpPr/>
          <p:nvPr/>
        </p:nvSpPr>
        <p:spPr>
          <a:xfrm>
            <a:off x="3149422" y="4208264"/>
            <a:ext cx="2133547" cy="213320"/>
          </a:xfrm>
          <a:prstGeom prst="rect">
            <a:avLst/>
          </a:prstGeom>
          <a:noFill/>
          <a:ln/>
        </p:spPr>
        <p:txBody>
          <a:bodyPr wrap="none" lIns="0" tIns="0" rIns="0" bIns="0" rtlCol="0" anchor="t"/>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Experience</a:t>
            </a:r>
            <a:endParaRPr lang="en-US" sz="1200" dirty="0"/>
          </a:p>
        </p:txBody>
      </p:sp>
      <p:sp>
        <p:nvSpPr>
          <p:cNvPr id="38" name="Shape 36"/>
          <p:cNvSpPr/>
          <p:nvPr/>
        </p:nvSpPr>
        <p:spPr>
          <a:xfrm>
            <a:off x="5435365" y="4135934"/>
            <a:ext cx="6045148" cy="358080"/>
          </a:xfrm>
          <a:prstGeom prst="roundRect">
            <a:avLst>
              <a:gd name="adj" fmla="val 49999"/>
            </a:avLst>
          </a:prstGeom>
          <a:solidFill>
            <a:schemeClr val="accent4">
              <a:lumMod val="60000"/>
              <a:lumOff val="40000"/>
            </a:schemeClr>
          </a:solidFill>
          <a:ln/>
        </p:spPr>
        <p:txBody>
          <a:bodyPr/>
          <a:lstStyle/>
          <a:p>
            <a:endParaRPr lang="en-IN"/>
          </a:p>
        </p:txBody>
      </p:sp>
      <p:sp>
        <p:nvSpPr>
          <p:cNvPr id="39" name="Text 37"/>
          <p:cNvSpPr/>
          <p:nvPr/>
        </p:nvSpPr>
        <p:spPr>
          <a:xfrm>
            <a:off x="5613160" y="4208264"/>
            <a:ext cx="5867352" cy="213320"/>
          </a:xfrm>
          <a:prstGeom prst="rect">
            <a:avLst/>
          </a:prstGeom>
          <a:noFill/>
          <a:ln/>
        </p:spPr>
        <p:txBody>
          <a:bodyPr wrap="none" lIns="0" tIns="0" rIns="0" bIns="0" rtlCol="0" anchor="t"/>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Total solar pumps deployed and inline volumetric meter reading accuracy.</a:t>
            </a:r>
            <a:endParaRPr lang="en-US" sz="1200" dirty="0"/>
          </a:p>
        </p:txBody>
      </p:sp>
      <p:sp>
        <p:nvSpPr>
          <p:cNvPr id="40" name="Shape 38"/>
          <p:cNvSpPr/>
          <p:nvPr/>
        </p:nvSpPr>
        <p:spPr>
          <a:xfrm>
            <a:off x="507987" y="4621014"/>
            <a:ext cx="2311342" cy="553641"/>
          </a:xfrm>
          <a:prstGeom prst="roundRect">
            <a:avLst>
              <a:gd name="adj" fmla="val 38537"/>
            </a:avLst>
          </a:prstGeom>
          <a:solidFill>
            <a:srgbClr val="FE829A"/>
          </a:solidFill>
          <a:ln/>
        </p:spPr>
        <p:txBody>
          <a:bodyPr/>
          <a:lstStyle/>
          <a:p>
            <a:endParaRPr lang="en-IN"/>
          </a:p>
        </p:txBody>
      </p:sp>
      <p:sp>
        <p:nvSpPr>
          <p:cNvPr id="41" name="Text 39"/>
          <p:cNvSpPr/>
          <p:nvPr/>
        </p:nvSpPr>
        <p:spPr>
          <a:xfrm>
            <a:off x="685783" y="4782245"/>
            <a:ext cx="2133547"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Retention</a:t>
            </a:r>
            <a:endParaRPr lang="en-US" sz="1300" dirty="0"/>
          </a:p>
        </p:txBody>
      </p:sp>
      <p:sp>
        <p:nvSpPr>
          <p:cNvPr id="42" name="Shape 40"/>
          <p:cNvSpPr/>
          <p:nvPr/>
        </p:nvSpPr>
        <p:spPr>
          <a:xfrm>
            <a:off x="2971626" y="4621014"/>
            <a:ext cx="2311342" cy="553641"/>
          </a:xfrm>
          <a:prstGeom prst="roundRect">
            <a:avLst>
              <a:gd name="adj" fmla="val 38537"/>
            </a:avLst>
          </a:prstGeom>
          <a:solidFill>
            <a:schemeClr val="accent3">
              <a:lumMod val="60000"/>
              <a:lumOff val="40000"/>
            </a:schemeClr>
          </a:solidFill>
          <a:ln/>
        </p:spPr>
        <p:txBody>
          <a:bodyPr/>
          <a:lstStyle/>
          <a:p>
            <a:endParaRPr lang="en-IN"/>
          </a:p>
        </p:txBody>
      </p:sp>
      <p:sp>
        <p:nvSpPr>
          <p:cNvPr id="43" name="Text 41"/>
          <p:cNvSpPr/>
          <p:nvPr/>
        </p:nvSpPr>
        <p:spPr>
          <a:xfrm>
            <a:off x="3149422" y="4791174"/>
            <a:ext cx="2133547" cy="213320"/>
          </a:xfrm>
          <a:prstGeom prst="rect">
            <a:avLst/>
          </a:prstGeom>
          <a:noFill/>
          <a:ln/>
        </p:spPr>
        <p:txBody>
          <a:bodyPr wrap="none" lIns="0" tIns="0" rIns="0" bIns="0" rtlCol="0" anchor="t"/>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Repeat use</a:t>
            </a:r>
            <a:endParaRPr lang="en-US" sz="1200" dirty="0"/>
          </a:p>
        </p:txBody>
      </p:sp>
      <p:sp>
        <p:nvSpPr>
          <p:cNvPr id="44" name="Shape 42"/>
          <p:cNvSpPr/>
          <p:nvPr/>
        </p:nvSpPr>
        <p:spPr>
          <a:xfrm>
            <a:off x="5435365" y="4621014"/>
            <a:ext cx="6045148" cy="553641"/>
          </a:xfrm>
          <a:prstGeom prst="roundRect">
            <a:avLst>
              <a:gd name="adj" fmla="val 38537"/>
            </a:avLst>
          </a:prstGeom>
          <a:solidFill>
            <a:schemeClr val="accent6">
              <a:lumMod val="60000"/>
              <a:lumOff val="40000"/>
            </a:schemeClr>
          </a:solidFill>
          <a:ln/>
        </p:spPr>
        <p:txBody>
          <a:bodyPr/>
          <a:lstStyle/>
          <a:p>
            <a:endParaRPr lang="en-IN"/>
          </a:p>
        </p:txBody>
      </p:sp>
      <p:sp>
        <p:nvSpPr>
          <p:cNvPr id="45" name="Text 43"/>
          <p:cNvSpPr/>
          <p:nvPr/>
        </p:nvSpPr>
        <p:spPr>
          <a:xfrm>
            <a:off x="5613160" y="4684514"/>
            <a:ext cx="5689557" cy="426641"/>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Seasonal subscription renewal rates and customer engagement with automated WhatsApp/SMS loops.</a:t>
            </a:r>
            <a:endParaRPr lang="en-US" sz="1200" dirty="0"/>
          </a:p>
        </p:txBody>
      </p:sp>
      <p:sp>
        <p:nvSpPr>
          <p:cNvPr id="46" name="Shape 44"/>
          <p:cNvSpPr/>
          <p:nvPr/>
        </p:nvSpPr>
        <p:spPr>
          <a:xfrm>
            <a:off x="507987" y="5301655"/>
            <a:ext cx="2311342" cy="553641"/>
          </a:xfrm>
          <a:prstGeom prst="roundRect">
            <a:avLst>
              <a:gd name="adj" fmla="val 38537"/>
            </a:avLst>
          </a:prstGeom>
          <a:solidFill>
            <a:srgbClr val="FE829A"/>
          </a:solidFill>
          <a:ln/>
        </p:spPr>
        <p:txBody>
          <a:bodyPr/>
          <a:lstStyle/>
          <a:p>
            <a:endParaRPr lang="en-IN"/>
          </a:p>
        </p:txBody>
      </p:sp>
      <p:sp>
        <p:nvSpPr>
          <p:cNvPr id="47" name="Text 45"/>
          <p:cNvSpPr/>
          <p:nvPr/>
        </p:nvSpPr>
        <p:spPr>
          <a:xfrm>
            <a:off x="685783" y="5462885"/>
            <a:ext cx="2133547" cy="231080"/>
          </a:xfrm>
          <a:prstGeom prst="rect">
            <a:avLst/>
          </a:prstGeom>
          <a:noFill/>
          <a:ln/>
        </p:spPr>
        <p:txBody>
          <a:bodyPr wrap="none" lIns="0" tIns="0" rIns="0" bIns="0" rtlCol="0" anchor="t"/>
          <a:lstStyle/>
          <a:p>
            <a:pPr marL="0" indent="0" algn="l">
              <a:lnSpc>
                <a:spcPct val="117000"/>
              </a:lnSpc>
              <a:buNone/>
            </a:pPr>
            <a:r>
              <a:rPr lang="en-US" sz="1300" b="1" dirty="0">
                <a:solidFill>
                  <a:srgbClr val="000000"/>
                </a:solidFill>
                <a:latin typeface="Space Grotesk Bold" pitchFamily="34" charset="0"/>
                <a:ea typeface="Space Grotesk Bold" pitchFamily="34" charset="-122"/>
                <a:cs typeface="Space Grotesk Bold" pitchFamily="34" charset="-120"/>
              </a:rPr>
              <a:t>Advocacy</a:t>
            </a:r>
            <a:endParaRPr lang="en-US" sz="1300" dirty="0"/>
          </a:p>
        </p:txBody>
      </p:sp>
      <p:sp>
        <p:nvSpPr>
          <p:cNvPr id="48" name="Shape 46"/>
          <p:cNvSpPr/>
          <p:nvPr/>
        </p:nvSpPr>
        <p:spPr>
          <a:xfrm>
            <a:off x="2971626" y="5301655"/>
            <a:ext cx="2311342" cy="553641"/>
          </a:xfrm>
          <a:prstGeom prst="roundRect">
            <a:avLst>
              <a:gd name="adj" fmla="val 38537"/>
            </a:avLst>
          </a:prstGeom>
          <a:solidFill>
            <a:srgbClr val="FDE3D3"/>
          </a:solidFill>
          <a:ln/>
        </p:spPr>
        <p:txBody>
          <a:bodyPr/>
          <a:lstStyle/>
          <a:p>
            <a:endParaRPr lang="en-IN"/>
          </a:p>
        </p:txBody>
      </p:sp>
      <p:sp>
        <p:nvSpPr>
          <p:cNvPr id="49" name="Text 47"/>
          <p:cNvSpPr/>
          <p:nvPr/>
        </p:nvSpPr>
        <p:spPr>
          <a:xfrm>
            <a:off x="3149422" y="5471815"/>
            <a:ext cx="2133547" cy="213320"/>
          </a:xfrm>
          <a:prstGeom prst="rect">
            <a:avLst/>
          </a:prstGeom>
          <a:noFill/>
          <a:ln/>
        </p:spPr>
        <p:txBody>
          <a:bodyPr wrap="none" lIns="0" tIns="0" rIns="0" bIns="0" rtlCol="0" anchor="t"/>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Reputation</a:t>
            </a:r>
            <a:endParaRPr lang="en-US" sz="1200" dirty="0"/>
          </a:p>
        </p:txBody>
      </p:sp>
      <p:sp>
        <p:nvSpPr>
          <p:cNvPr id="50" name="Shape 48"/>
          <p:cNvSpPr/>
          <p:nvPr/>
        </p:nvSpPr>
        <p:spPr>
          <a:xfrm>
            <a:off x="5435365" y="5301655"/>
            <a:ext cx="6045148" cy="553641"/>
          </a:xfrm>
          <a:prstGeom prst="roundRect">
            <a:avLst>
              <a:gd name="adj" fmla="val 38537"/>
            </a:avLst>
          </a:prstGeom>
          <a:solidFill>
            <a:schemeClr val="accent5">
              <a:lumMod val="60000"/>
              <a:lumOff val="40000"/>
            </a:schemeClr>
          </a:solidFill>
          <a:ln/>
        </p:spPr>
        <p:txBody>
          <a:bodyPr/>
          <a:lstStyle/>
          <a:p>
            <a:endParaRPr lang="en-IN"/>
          </a:p>
        </p:txBody>
      </p:sp>
      <p:sp>
        <p:nvSpPr>
          <p:cNvPr id="51" name="Text 49"/>
          <p:cNvSpPr/>
          <p:nvPr/>
        </p:nvSpPr>
        <p:spPr>
          <a:xfrm>
            <a:off x="5613160" y="5365155"/>
            <a:ext cx="5689557" cy="426641"/>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000000"/>
                </a:solidFill>
                <a:latin typeface="Space Grotesk" pitchFamily="34" charset="0"/>
                <a:ea typeface="Space Grotesk" pitchFamily="34" charset="-122"/>
                <a:cs typeface="Space Grotesk" pitchFamily="34" charset="-120"/>
              </a:rPr>
              <a:t>Village word-of-mouth farmer referrals and the percentage of users permanently ditching diesel.</a:t>
            </a:r>
            <a:endParaRPr lang="en-US" sz="1200" dirty="0"/>
          </a:p>
        </p:txBody>
      </p:sp>
      <p:pic>
        <p:nvPicPr>
          <p:cNvPr id="53" name="Graphic 52" descr="Agriculture with solid fill">
            <a:extLst>
              <a:ext uri="{FF2B5EF4-FFF2-40B4-BE49-F238E27FC236}">
                <a16:creationId xmlns:a16="http://schemas.microsoft.com/office/drawing/2014/main" id="{AA48DAB7-BB29-AD4C-D3E4-DCC01AEFBC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2092" y="4196"/>
            <a:ext cx="1102659" cy="792034"/>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761981" y="262699"/>
            <a:ext cx="10667733"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SEO KPIs to track</a:t>
            </a:r>
            <a:endParaRPr lang="en-US" sz="3400" dirty="0"/>
          </a:p>
        </p:txBody>
      </p:sp>
      <p:sp>
        <p:nvSpPr>
          <p:cNvPr id="4" name="Shape 2"/>
          <p:cNvSpPr/>
          <p:nvPr/>
        </p:nvSpPr>
        <p:spPr>
          <a:xfrm>
            <a:off x="761981" y="885130"/>
            <a:ext cx="2552636" cy="2413000"/>
          </a:xfrm>
          <a:prstGeom prst="roundRect">
            <a:avLst>
              <a:gd name="adj" fmla="val 15158"/>
            </a:avLst>
          </a:prstGeom>
          <a:solidFill>
            <a:srgbClr val="F9B440"/>
          </a:solidFill>
          <a:ln/>
        </p:spPr>
        <p:txBody>
          <a:bodyPr/>
          <a:lstStyle/>
          <a:p>
            <a:endParaRPr lang="en-IN"/>
          </a:p>
        </p:txBody>
      </p:sp>
      <p:sp>
        <p:nvSpPr>
          <p:cNvPr id="5" name="Text 3"/>
          <p:cNvSpPr/>
          <p:nvPr/>
        </p:nvSpPr>
        <p:spPr>
          <a:xfrm>
            <a:off x="914377" y="1409958"/>
            <a:ext cx="2400240"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01</a:t>
            </a:r>
            <a:endParaRPr lang="en-US" sz="1800" dirty="0"/>
          </a:p>
        </p:txBody>
      </p:sp>
      <p:sp>
        <p:nvSpPr>
          <p:cNvPr id="6" name="Text 4"/>
          <p:cNvSpPr/>
          <p:nvPr/>
        </p:nvSpPr>
        <p:spPr>
          <a:xfrm>
            <a:off x="914377" y="1849636"/>
            <a:ext cx="2247844" cy="924520"/>
          </a:xfrm>
          <a:prstGeom prst="rect">
            <a:avLst/>
          </a:prstGeom>
          <a:noFill/>
          <a:ln/>
        </p:spPr>
        <p:txBody>
          <a:bodyPr wrap="square" lIns="0" tIns="0" rIns="0" bIns="0" rtlCol="0" anchor="t">
            <a:normAutofit/>
          </a:bodyPr>
          <a:lstStyle/>
          <a:p>
            <a:pPr marL="0" indent="0" algn="l">
              <a:lnSpc>
                <a:spcPct val="117000"/>
              </a:lnSpc>
              <a:buNone/>
            </a:pPr>
            <a:r>
              <a:rPr lang="en-US" sz="2600" b="1" dirty="0">
                <a:solidFill>
                  <a:srgbClr val="000000"/>
                </a:solidFill>
                <a:latin typeface="Space Grotesk Bold" pitchFamily="34" charset="0"/>
                <a:ea typeface="Space Grotesk Bold" pitchFamily="34" charset="-122"/>
                <a:cs typeface="Space Grotesk Bold" pitchFamily="34" charset="-120"/>
              </a:rPr>
              <a:t>Organic traffic</a:t>
            </a:r>
            <a:endParaRPr lang="en-US" sz="2600" dirty="0"/>
          </a:p>
        </p:txBody>
      </p:sp>
      <p:sp>
        <p:nvSpPr>
          <p:cNvPr id="7" name="Shape 5"/>
          <p:cNvSpPr/>
          <p:nvPr/>
        </p:nvSpPr>
        <p:spPr>
          <a:xfrm>
            <a:off x="3467013" y="885130"/>
            <a:ext cx="2552636" cy="2413000"/>
          </a:xfrm>
          <a:prstGeom prst="roundRect">
            <a:avLst>
              <a:gd name="adj" fmla="val 15158"/>
            </a:avLst>
          </a:prstGeom>
          <a:solidFill>
            <a:srgbClr val="FE829A"/>
          </a:solidFill>
          <a:ln/>
        </p:spPr>
        <p:txBody>
          <a:bodyPr/>
          <a:lstStyle/>
          <a:p>
            <a:endParaRPr lang="en-IN"/>
          </a:p>
        </p:txBody>
      </p:sp>
      <p:sp>
        <p:nvSpPr>
          <p:cNvPr id="8" name="Text 6"/>
          <p:cNvSpPr/>
          <p:nvPr/>
        </p:nvSpPr>
        <p:spPr>
          <a:xfrm>
            <a:off x="3619409" y="1409958"/>
            <a:ext cx="2400240"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02</a:t>
            </a:r>
            <a:endParaRPr lang="en-US" sz="1800" dirty="0"/>
          </a:p>
        </p:txBody>
      </p:sp>
      <p:sp>
        <p:nvSpPr>
          <p:cNvPr id="9" name="Text 7"/>
          <p:cNvSpPr/>
          <p:nvPr/>
        </p:nvSpPr>
        <p:spPr>
          <a:xfrm>
            <a:off x="3619409" y="1849636"/>
            <a:ext cx="2247844" cy="924520"/>
          </a:xfrm>
          <a:prstGeom prst="rect">
            <a:avLst/>
          </a:prstGeom>
          <a:noFill/>
          <a:ln/>
        </p:spPr>
        <p:txBody>
          <a:bodyPr wrap="square" lIns="0" tIns="0" rIns="0" bIns="0" rtlCol="0" anchor="t">
            <a:normAutofit/>
          </a:bodyPr>
          <a:lstStyle/>
          <a:p>
            <a:pPr marL="0" indent="0" algn="l">
              <a:lnSpc>
                <a:spcPct val="117000"/>
              </a:lnSpc>
              <a:buNone/>
            </a:pPr>
            <a:r>
              <a:rPr lang="en-US" sz="2600" b="1" dirty="0">
                <a:solidFill>
                  <a:srgbClr val="000000"/>
                </a:solidFill>
                <a:latin typeface="Space Grotesk Bold" pitchFamily="34" charset="0"/>
                <a:ea typeface="Space Grotesk Bold" pitchFamily="34" charset="-122"/>
                <a:cs typeface="Space Grotesk Bold" pitchFamily="34" charset="-120"/>
              </a:rPr>
              <a:t>Conversion rate</a:t>
            </a:r>
            <a:endParaRPr lang="en-US" sz="2600" dirty="0"/>
          </a:p>
        </p:txBody>
      </p:sp>
      <p:sp>
        <p:nvSpPr>
          <p:cNvPr id="10" name="Shape 8"/>
          <p:cNvSpPr/>
          <p:nvPr/>
        </p:nvSpPr>
        <p:spPr>
          <a:xfrm>
            <a:off x="6172046" y="885130"/>
            <a:ext cx="2552636" cy="2413000"/>
          </a:xfrm>
          <a:prstGeom prst="roundRect">
            <a:avLst>
              <a:gd name="adj" fmla="val 15158"/>
            </a:avLst>
          </a:prstGeom>
          <a:solidFill>
            <a:srgbClr val="F9B440"/>
          </a:solidFill>
          <a:ln/>
        </p:spPr>
        <p:txBody>
          <a:bodyPr/>
          <a:lstStyle/>
          <a:p>
            <a:endParaRPr lang="en-IN"/>
          </a:p>
        </p:txBody>
      </p:sp>
      <p:sp>
        <p:nvSpPr>
          <p:cNvPr id="11" name="Text 9"/>
          <p:cNvSpPr/>
          <p:nvPr/>
        </p:nvSpPr>
        <p:spPr>
          <a:xfrm>
            <a:off x="6324442" y="1641138"/>
            <a:ext cx="2400240"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03</a:t>
            </a:r>
            <a:endParaRPr lang="en-US" sz="1800" dirty="0"/>
          </a:p>
        </p:txBody>
      </p:sp>
      <p:sp>
        <p:nvSpPr>
          <p:cNvPr id="12" name="Text 10"/>
          <p:cNvSpPr/>
          <p:nvPr/>
        </p:nvSpPr>
        <p:spPr>
          <a:xfrm>
            <a:off x="6324442" y="2080816"/>
            <a:ext cx="2400240" cy="462260"/>
          </a:xfrm>
          <a:prstGeom prst="rect">
            <a:avLst/>
          </a:prstGeom>
          <a:noFill/>
          <a:ln/>
        </p:spPr>
        <p:txBody>
          <a:bodyPr wrap="none" lIns="0" tIns="0" rIns="0" bIns="0" rtlCol="0" anchor="t"/>
          <a:lstStyle/>
          <a:p>
            <a:pPr marL="0" indent="0" algn="l">
              <a:lnSpc>
                <a:spcPct val="117000"/>
              </a:lnSpc>
              <a:buNone/>
            </a:pPr>
            <a:r>
              <a:rPr lang="en-US" sz="2600" b="1" dirty="0">
                <a:solidFill>
                  <a:srgbClr val="000000"/>
                </a:solidFill>
                <a:latin typeface="Space Grotesk Bold" pitchFamily="34" charset="0"/>
                <a:ea typeface="Space Grotesk Bold" pitchFamily="34" charset="-122"/>
                <a:cs typeface="Space Grotesk Bold" pitchFamily="34" charset="-120"/>
              </a:rPr>
              <a:t>Crawlability</a:t>
            </a:r>
            <a:endParaRPr lang="en-US" sz="2600" dirty="0"/>
          </a:p>
        </p:txBody>
      </p:sp>
      <p:sp>
        <p:nvSpPr>
          <p:cNvPr id="13" name="Shape 11"/>
          <p:cNvSpPr/>
          <p:nvPr/>
        </p:nvSpPr>
        <p:spPr>
          <a:xfrm>
            <a:off x="8877078" y="885130"/>
            <a:ext cx="2552636" cy="2413000"/>
          </a:xfrm>
          <a:prstGeom prst="roundRect">
            <a:avLst>
              <a:gd name="adj" fmla="val 15158"/>
            </a:avLst>
          </a:prstGeom>
          <a:solidFill>
            <a:srgbClr val="FE829A"/>
          </a:solidFill>
          <a:ln/>
        </p:spPr>
        <p:txBody>
          <a:bodyPr/>
          <a:lstStyle/>
          <a:p>
            <a:endParaRPr lang="en-IN"/>
          </a:p>
        </p:txBody>
      </p:sp>
      <p:sp>
        <p:nvSpPr>
          <p:cNvPr id="14" name="Text 12"/>
          <p:cNvSpPr/>
          <p:nvPr/>
        </p:nvSpPr>
        <p:spPr>
          <a:xfrm>
            <a:off x="9029474" y="1409958"/>
            <a:ext cx="2400240"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04</a:t>
            </a:r>
            <a:endParaRPr lang="en-US" sz="1800" dirty="0"/>
          </a:p>
        </p:txBody>
      </p:sp>
      <p:sp>
        <p:nvSpPr>
          <p:cNvPr id="15" name="Text 13"/>
          <p:cNvSpPr/>
          <p:nvPr/>
        </p:nvSpPr>
        <p:spPr>
          <a:xfrm>
            <a:off x="9029474" y="1849636"/>
            <a:ext cx="2247844" cy="924520"/>
          </a:xfrm>
          <a:prstGeom prst="rect">
            <a:avLst/>
          </a:prstGeom>
          <a:noFill/>
          <a:ln/>
        </p:spPr>
        <p:txBody>
          <a:bodyPr wrap="square" lIns="0" tIns="0" rIns="0" bIns="0" rtlCol="0" anchor="t">
            <a:normAutofit/>
          </a:bodyPr>
          <a:lstStyle/>
          <a:p>
            <a:pPr marL="0" indent="0" algn="l">
              <a:lnSpc>
                <a:spcPct val="117000"/>
              </a:lnSpc>
              <a:buNone/>
            </a:pPr>
            <a:r>
              <a:rPr lang="en-US" sz="2600" b="1" dirty="0">
                <a:solidFill>
                  <a:srgbClr val="000000"/>
                </a:solidFill>
                <a:latin typeface="Space Grotesk Bold" pitchFamily="34" charset="0"/>
                <a:ea typeface="Space Grotesk Bold" pitchFamily="34" charset="-122"/>
                <a:cs typeface="Space Grotesk Bold" pitchFamily="34" charset="-120"/>
              </a:rPr>
              <a:t>Keyword rankings</a:t>
            </a:r>
            <a:endParaRPr lang="en-US" sz="2600" dirty="0"/>
          </a:p>
        </p:txBody>
      </p:sp>
      <p:sp>
        <p:nvSpPr>
          <p:cNvPr id="16" name="Shape 14"/>
          <p:cNvSpPr/>
          <p:nvPr/>
        </p:nvSpPr>
        <p:spPr>
          <a:xfrm>
            <a:off x="761981" y="3475930"/>
            <a:ext cx="2552636" cy="2413000"/>
          </a:xfrm>
          <a:prstGeom prst="roundRect">
            <a:avLst>
              <a:gd name="adj" fmla="val 15158"/>
            </a:avLst>
          </a:prstGeom>
          <a:solidFill>
            <a:srgbClr val="FE829A"/>
          </a:solidFill>
          <a:ln/>
        </p:spPr>
        <p:txBody>
          <a:bodyPr/>
          <a:lstStyle/>
          <a:p>
            <a:endParaRPr lang="en-IN"/>
          </a:p>
        </p:txBody>
      </p:sp>
      <p:sp>
        <p:nvSpPr>
          <p:cNvPr id="17" name="Text 15"/>
          <p:cNvSpPr/>
          <p:nvPr/>
        </p:nvSpPr>
        <p:spPr>
          <a:xfrm>
            <a:off x="914377" y="4000758"/>
            <a:ext cx="2400240"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05</a:t>
            </a:r>
            <a:endParaRPr lang="en-US" sz="1800" dirty="0"/>
          </a:p>
        </p:txBody>
      </p:sp>
      <p:sp>
        <p:nvSpPr>
          <p:cNvPr id="18" name="Text 16"/>
          <p:cNvSpPr/>
          <p:nvPr/>
        </p:nvSpPr>
        <p:spPr>
          <a:xfrm>
            <a:off x="914377" y="4440436"/>
            <a:ext cx="2247844" cy="924520"/>
          </a:xfrm>
          <a:prstGeom prst="rect">
            <a:avLst/>
          </a:prstGeom>
          <a:noFill/>
          <a:ln/>
        </p:spPr>
        <p:txBody>
          <a:bodyPr wrap="square" lIns="0" tIns="0" rIns="0" bIns="0" rtlCol="0" anchor="t">
            <a:normAutofit/>
          </a:bodyPr>
          <a:lstStyle/>
          <a:p>
            <a:pPr marL="0" indent="0" algn="l">
              <a:lnSpc>
                <a:spcPct val="117000"/>
              </a:lnSpc>
              <a:buNone/>
            </a:pPr>
            <a:r>
              <a:rPr lang="en-US" sz="2600" b="1" dirty="0">
                <a:solidFill>
                  <a:srgbClr val="000000"/>
                </a:solidFill>
                <a:latin typeface="Space Grotesk Bold" pitchFamily="34" charset="0"/>
                <a:ea typeface="Space Grotesk Bold" pitchFamily="34" charset="-122"/>
                <a:cs typeface="Space Grotesk Bold" pitchFamily="34" charset="-120"/>
              </a:rPr>
              <a:t>Quality of inbound links</a:t>
            </a:r>
            <a:endParaRPr lang="en-US" sz="2600" dirty="0"/>
          </a:p>
        </p:txBody>
      </p:sp>
      <p:sp>
        <p:nvSpPr>
          <p:cNvPr id="19" name="Shape 17"/>
          <p:cNvSpPr/>
          <p:nvPr/>
        </p:nvSpPr>
        <p:spPr>
          <a:xfrm>
            <a:off x="3467013" y="3475930"/>
            <a:ext cx="2552636" cy="2413000"/>
          </a:xfrm>
          <a:prstGeom prst="roundRect">
            <a:avLst>
              <a:gd name="adj" fmla="val 15158"/>
            </a:avLst>
          </a:prstGeom>
          <a:solidFill>
            <a:srgbClr val="F9B440"/>
          </a:solidFill>
          <a:ln/>
        </p:spPr>
        <p:txBody>
          <a:bodyPr/>
          <a:lstStyle/>
          <a:p>
            <a:endParaRPr lang="en-IN"/>
          </a:p>
        </p:txBody>
      </p:sp>
      <p:sp>
        <p:nvSpPr>
          <p:cNvPr id="20" name="Text 18"/>
          <p:cNvSpPr/>
          <p:nvPr/>
        </p:nvSpPr>
        <p:spPr>
          <a:xfrm>
            <a:off x="3619409" y="4000758"/>
            <a:ext cx="2400240"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06</a:t>
            </a:r>
            <a:endParaRPr lang="en-US" sz="1800" dirty="0"/>
          </a:p>
        </p:txBody>
      </p:sp>
      <p:sp>
        <p:nvSpPr>
          <p:cNvPr id="21" name="Text 19"/>
          <p:cNvSpPr/>
          <p:nvPr/>
        </p:nvSpPr>
        <p:spPr>
          <a:xfrm>
            <a:off x="3619409" y="4440436"/>
            <a:ext cx="2247844" cy="924520"/>
          </a:xfrm>
          <a:prstGeom prst="rect">
            <a:avLst/>
          </a:prstGeom>
          <a:noFill/>
          <a:ln/>
        </p:spPr>
        <p:txBody>
          <a:bodyPr wrap="square" lIns="0" tIns="0" rIns="0" bIns="0" rtlCol="0" anchor="t">
            <a:normAutofit/>
          </a:bodyPr>
          <a:lstStyle/>
          <a:p>
            <a:pPr marL="0" indent="0" algn="l">
              <a:lnSpc>
                <a:spcPct val="117000"/>
              </a:lnSpc>
              <a:buNone/>
            </a:pPr>
            <a:r>
              <a:rPr lang="en-US" sz="2600" b="1" dirty="0">
                <a:solidFill>
                  <a:srgbClr val="000000"/>
                </a:solidFill>
                <a:latin typeface="Space Grotesk Bold" pitchFamily="34" charset="0"/>
                <a:ea typeface="Space Grotesk Bold" pitchFamily="34" charset="-122"/>
                <a:cs typeface="Space Grotesk Bold" pitchFamily="34" charset="-120"/>
              </a:rPr>
              <a:t>Local SEO metrics</a:t>
            </a:r>
            <a:endParaRPr lang="en-US" sz="2600" dirty="0"/>
          </a:p>
        </p:txBody>
      </p:sp>
      <p:sp>
        <p:nvSpPr>
          <p:cNvPr id="22" name="Shape 20"/>
          <p:cNvSpPr/>
          <p:nvPr/>
        </p:nvSpPr>
        <p:spPr>
          <a:xfrm>
            <a:off x="6172046" y="3475930"/>
            <a:ext cx="2552636" cy="2413000"/>
          </a:xfrm>
          <a:prstGeom prst="roundRect">
            <a:avLst>
              <a:gd name="adj" fmla="val 15158"/>
            </a:avLst>
          </a:prstGeom>
          <a:solidFill>
            <a:srgbClr val="FE829A"/>
          </a:solidFill>
          <a:ln/>
        </p:spPr>
        <p:txBody>
          <a:bodyPr/>
          <a:lstStyle/>
          <a:p>
            <a:endParaRPr lang="en-IN"/>
          </a:p>
        </p:txBody>
      </p:sp>
      <p:sp>
        <p:nvSpPr>
          <p:cNvPr id="23" name="Text 21"/>
          <p:cNvSpPr/>
          <p:nvPr/>
        </p:nvSpPr>
        <p:spPr>
          <a:xfrm>
            <a:off x="6324442" y="4000758"/>
            <a:ext cx="2400240"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07</a:t>
            </a:r>
            <a:endParaRPr lang="en-US" sz="1800" dirty="0"/>
          </a:p>
        </p:txBody>
      </p:sp>
      <p:sp>
        <p:nvSpPr>
          <p:cNvPr id="24" name="Text 22"/>
          <p:cNvSpPr/>
          <p:nvPr/>
        </p:nvSpPr>
        <p:spPr>
          <a:xfrm>
            <a:off x="6324442" y="4440436"/>
            <a:ext cx="2247844" cy="924520"/>
          </a:xfrm>
          <a:prstGeom prst="rect">
            <a:avLst/>
          </a:prstGeom>
          <a:noFill/>
          <a:ln/>
        </p:spPr>
        <p:txBody>
          <a:bodyPr wrap="square" lIns="0" tIns="0" rIns="0" bIns="0" rtlCol="0" anchor="t">
            <a:normAutofit/>
          </a:bodyPr>
          <a:lstStyle/>
          <a:p>
            <a:pPr marL="0" indent="0" algn="l">
              <a:lnSpc>
                <a:spcPct val="117000"/>
              </a:lnSpc>
              <a:buNone/>
            </a:pPr>
            <a:r>
              <a:rPr lang="en-US" sz="2600" b="1" dirty="0">
                <a:solidFill>
                  <a:srgbClr val="000000"/>
                </a:solidFill>
                <a:latin typeface="Space Grotesk Bold" pitchFamily="34" charset="0"/>
                <a:ea typeface="Space Grotesk Bold" pitchFamily="34" charset="-122"/>
                <a:cs typeface="Space Grotesk Bold" pitchFamily="34" charset="-120"/>
              </a:rPr>
              <a:t>Click-through rate</a:t>
            </a:r>
            <a:endParaRPr lang="en-US" sz="2600" dirty="0"/>
          </a:p>
        </p:txBody>
      </p:sp>
      <p:sp>
        <p:nvSpPr>
          <p:cNvPr id="25" name="Shape 23"/>
          <p:cNvSpPr/>
          <p:nvPr/>
        </p:nvSpPr>
        <p:spPr>
          <a:xfrm>
            <a:off x="8877078" y="3475930"/>
            <a:ext cx="2552636" cy="2413000"/>
          </a:xfrm>
          <a:prstGeom prst="roundRect">
            <a:avLst>
              <a:gd name="adj" fmla="val 15158"/>
            </a:avLst>
          </a:prstGeom>
          <a:solidFill>
            <a:srgbClr val="F9B440"/>
          </a:solidFill>
          <a:ln/>
        </p:spPr>
        <p:txBody>
          <a:bodyPr/>
          <a:lstStyle/>
          <a:p>
            <a:endParaRPr lang="en-IN"/>
          </a:p>
        </p:txBody>
      </p:sp>
      <p:sp>
        <p:nvSpPr>
          <p:cNvPr id="26" name="Text 24"/>
          <p:cNvSpPr/>
          <p:nvPr/>
        </p:nvSpPr>
        <p:spPr>
          <a:xfrm>
            <a:off x="9029474" y="4000758"/>
            <a:ext cx="2400240"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08</a:t>
            </a:r>
            <a:endParaRPr lang="en-US" sz="1800" dirty="0"/>
          </a:p>
        </p:txBody>
      </p:sp>
      <p:sp>
        <p:nvSpPr>
          <p:cNvPr id="27" name="Text 25"/>
          <p:cNvSpPr/>
          <p:nvPr/>
        </p:nvSpPr>
        <p:spPr>
          <a:xfrm>
            <a:off x="9029474" y="4440436"/>
            <a:ext cx="2247844" cy="924520"/>
          </a:xfrm>
          <a:prstGeom prst="rect">
            <a:avLst/>
          </a:prstGeom>
          <a:noFill/>
          <a:ln/>
        </p:spPr>
        <p:txBody>
          <a:bodyPr wrap="square" lIns="0" tIns="0" rIns="0" bIns="0" rtlCol="0" anchor="t">
            <a:normAutofit/>
          </a:bodyPr>
          <a:lstStyle/>
          <a:p>
            <a:pPr marL="0" indent="0" algn="l">
              <a:lnSpc>
                <a:spcPct val="117000"/>
              </a:lnSpc>
              <a:buNone/>
            </a:pPr>
            <a:r>
              <a:rPr lang="en-US" sz="2600" b="1" dirty="0">
                <a:solidFill>
                  <a:srgbClr val="000000"/>
                </a:solidFill>
                <a:latin typeface="Space Grotesk Bold" pitchFamily="34" charset="0"/>
                <a:ea typeface="Space Grotesk Bold" pitchFamily="34" charset="-122"/>
                <a:cs typeface="Space Grotesk Bold" pitchFamily="34" charset="-120"/>
              </a:rPr>
              <a:t>UX performance</a:t>
            </a:r>
            <a:endParaRPr lang="en-US" sz="26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761981" y="262699"/>
            <a:ext cx="10667733"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SEO KPIs to track (continued)</a:t>
            </a:r>
            <a:endParaRPr lang="en-US" sz="3400" dirty="0"/>
          </a:p>
        </p:txBody>
      </p:sp>
      <p:sp>
        <p:nvSpPr>
          <p:cNvPr id="4" name="Shape 2"/>
          <p:cNvSpPr/>
          <p:nvPr/>
        </p:nvSpPr>
        <p:spPr>
          <a:xfrm>
            <a:off x="761981" y="885130"/>
            <a:ext cx="2552636" cy="2413000"/>
          </a:xfrm>
          <a:prstGeom prst="roundRect">
            <a:avLst>
              <a:gd name="adj" fmla="val 15158"/>
            </a:avLst>
          </a:prstGeom>
          <a:solidFill>
            <a:srgbClr val="F9B440"/>
          </a:solidFill>
          <a:ln/>
        </p:spPr>
        <p:txBody>
          <a:bodyPr/>
          <a:lstStyle/>
          <a:p>
            <a:endParaRPr lang="en-IN"/>
          </a:p>
        </p:txBody>
      </p:sp>
      <p:sp>
        <p:nvSpPr>
          <p:cNvPr id="5" name="Text 3"/>
          <p:cNvSpPr/>
          <p:nvPr/>
        </p:nvSpPr>
        <p:spPr>
          <a:xfrm>
            <a:off x="914377" y="1641138"/>
            <a:ext cx="2400240"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09</a:t>
            </a:r>
            <a:endParaRPr lang="en-US" sz="1800" dirty="0"/>
          </a:p>
        </p:txBody>
      </p:sp>
      <p:sp>
        <p:nvSpPr>
          <p:cNvPr id="6" name="Text 4"/>
          <p:cNvSpPr/>
          <p:nvPr/>
        </p:nvSpPr>
        <p:spPr>
          <a:xfrm>
            <a:off x="914377" y="2080816"/>
            <a:ext cx="2400240" cy="462260"/>
          </a:xfrm>
          <a:prstGeom prst="rect">
            <a:avLst/>
          </a:prstGeom>
          <a:noFill/>
          <a:ln/>
        </p:spPr>
        <p:txBody>
          <a:bodyPr wrap="none" lIns="0" tIns="0" rIns="0" bIns="0" rtlCol="0" anchor="t"/>
          <a:lstStyle/>
          <a:p>
            <a:pPr marL="0" indent="0" algn="l">
              <a:lnSpc>
                <a:spcPct val="117000"/>
              </a:lnSpc>
              <a:buNone/>
            </a:pPr>
            <a:r>
              <a:rPr lang="en-US" sz="2600" b="1" dirty="0">
                <a:solidFill>
                  <a:srgbClr val="000000"/>
                </a:solidFill>
                <a:latin typeface="Space Grotesk Bold" pitchFamily="34" charset="0"/>
                <a:ea typeface="Space Grotesk Bold" pitchFamily="34" charset="-122"/>
                <a:cs typeface="Space Grotesk Bold" pitchFamily="34" charset="-120"/>
              </a:rPr>
              <a:t>Site ranking</a:t>
            </a:r>
            <a:endParaRPr lang="en-US" sz="2600" dirty="0"/>
          </a:p>
        </p:txBody>
      </p:sp>
      <p:sp>
        <p:nvSpPr>
          <p:cNvPr id="7" name="Shape 5"/>
          <p:cNvSpPr/>
          <p:nvPr/>
        </p:nvSpPr>
        <p:spPr>
          <a:xfrm>
            <a:off x="3467013" y="885130"/>
            <a:ext cx="2552636" cy="2413000"/>
          </a:xfrm>
          <a:prstGeom prst="roundRect">
            <a:avLst>
              <a:gd name="adj" fmla="val 15158"/>
            </a:avLst>
          </a:prstGeom>
          <a:solidFill>
            <a:srgbClr val="FE829A"/>
          </a:solidFill>
          <a:ln/>
        </p:spPr>
        <p:txBody>
          <a:bodyPr/>
          <a:lstStyle/>
          <a:p>
            <a:endParaRPr lang="en-IN"/>
          </a:p>
        </p:txBody>
      </p:sp>
      <p:sp>
        <p:nvSpPr>
          <p:cNvPr id="8" name="Text 6"/>
          <p:cNvSpPr/>
          <p:nvPr/>
        </p:nvSpPr>
        <p:spPr>
          <a:xfrm>
            <a:off x="3619409" y="1641138"/>
            <a:ext cx="2400240"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10</a:t>
            </a:r>
            <a:endParaRPr lang="en-US" sz="1800" dirty="0"/>
          </a:p>
        </p:txBody>
      </p:sp>
      <p:sp>
        <p:nvSpPr>
          <p:cNvPr id="9" name="Text 7"/>
          <p:cNvSpPr/>
          <p:nvPr/>
        </p:nvSpPr>
        <p:spPr>
          <a:xfrm>
            <a:off x="3619409" y="2080816"/>
            <a:ext cx="2400240" cy="462260"/>
          </a:xfrm>
          <a:prstGeom prst="rect">
            <a:avLst/>
          </a:prstGeom>
          <a:noFill/>
          <a:ln/>
        </p:spPr>
        <p:txBody>
          <a:bodyPr wrap="none" lIns="0" tIns="0" rIns="0" bIns="0" rtlCol="0" anchor="t"/>
          <a:lstStyle/>
          <a:p>
            <a:pPr marL="0" indent="0" algn="l">
              <a:lnSpc>
                <a:spcPct val="117000"/>
              </a:lnSpc>
              <a:buNone/>
            </a:pPr>
            <a:r>
              <a:rPr lang="en-US" sz="2600" b="1" dirty="0">
                <a:solidFill>
                  <a:srgbClr val="000000"/>
                </a:solidFill>
                <a:latin typeface="Space Grotesk Bold" pitchFamily="34" charset="0"/>
                <a:ea typeface="Space Grotesk Bold" pitchFamily="34" charset="-122"/>
                <a:cs typeface="Space Grotesk Bold" pitchFamily="34" charset="-120"/>
              </a:rPr>
              <a:t>Bounce rate</a:t>
            </a:r>
            <a:endParaRPr lang="en-US" sz="2600" dirty="0"/>
          </a:p>
        </p:txBody>
      </p:sp>
      <p:sp>
        <p:nvSpPr>
          <p:cNvPr id="10" name="Shape 8"/>
          <p:cNvSpPr/>
          <p:nvPr/>
        </p:nvSpPr>
        <p:spPr>
          <a:xfrm>
            <a:off x="6172046" y="885130"/>
            <a:ext cx="2552636" cy="2413000"/>
          </a:xfrm>
          <a:prstGeom prst="roundRect">
            <a:avLst>
              <a:gd name="adj" fmla="val 15158"/>
            </a:avLst>
          </a:prstGeom>
          <a:solidFill>
            <a:srgbClr val="F9B440"/>
          </a:solidFill>
          <a:ln/>
        </p:spPr>
        <p:txBody>
          <a:bodyPr/>
          <a:lstStyle/>
          <a:p>
            <a:endParaRPr lang="en-IN"/>
          </a:p>
        </p:txBody>
      </p:sp>
      <p:sp>
        <p:nvSpPr>
          <p:cNvPr id="11" name="Text 9"/>
          <p:cNvSpPr/>
          <p:nvPr/>
        </p:nvSpPr>
        <p:spPr>
          <a:xfrm>
            <a:off x="6324442" y="1641138"/>
            <a:ext cx="2400240"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11</a:t>
            </a:r>
            <a:endParaRPr lang="en-US" sz="1800" dirty="0"/>
          </a:p>
        </p:txBody>
      </p:sp>
      <p:sp>
        <p:nvSpPr>
          <p:cNvPr id="12" name="Text 10"/>
          <p:cNvSpPr/>
          <p:nvPr/>
        </p:nvSpPr>
        <p:spPr>
          <a:xfrm>
            <a:off x="6324442" y="2080816"/>
            <a:ext cx="2400240" cy="462260"/>
          </a:xfrm>
          <a:prstGeom prst="rect">
            <a:avLst/>
          </a:prstGeom>
          <a:noFill/>
          <a:ln/>
        </p:spPr>
        <p:txBody>
          <a:bodyPr wrap="none" lIns="0" tIns="0" rIns="0" bIns="0" rtlCol="0" anchor="t"/>
          <a:lstStyle/>
          <a:p>
            <a:pPr marL="0" indent="0" algn="l">
              <a:lnSpc>
                <a:spcPct val="117000"/>
              </a:lnSpc>
              <a:buNone/>
            </a:pPr>
            <a:r>
              <a:rPr lang="en-US" sz="2600" b="1" dirty="0">
                <a:solidFill>
                  <a:srgbClr val="000000"/>
                </a:solidFill>
                <a:latin typeface="Space Grotesk Bold" pitchFamily="34" charset="0"/>
                <a:ea typeface="Space Grotesk Bold" pitchFamily="34" charset="-122"/>
                <a:cs typeface="Space Grotesk Bold" pitchFamily="34" charset="-120"/>
              </a:rPr>
              <a:t>Page speed</a:t>
            </a:r>
            <a:endParaRPr lang="en-US" sz="2600" dirty="0"/>
          </a:p>
        </p:txBody>
      </p:sp>
      <p:sp>
        <p:nvSpPr>
          <p:cNvPr id="13" name="Shape 11"/>
          <p:cNvSpPr/>
          <p:nvPr/>
        </p:nvSpPr>
        <p:spPr>
          <a:xfrm>
            <a:off x="8877078" y="885130"/>
            <a:ext cx="2552636" cy="2413000"/>
          </a:xfrm>
          <a:prstGeom prst="roundRect">
            <a:avLst>
              <a:gd name="adj" fmla="val 15158"/>
            </a:avLst>
          </a:prstGeom>
          <a:solidFill>
            <a:srgbClr val="FE829A"/>
          </a:solidFill>
          <a:ln/>
        </p:spPr>
        <p:txBody>
          <a:bodyPr/>
          <a:lstStyle/>
          <a:p>
            <a:endParaRPr lang="en-IN"/>
          </a:p>
        </p:txBody>
      </p:sp>
      <p:sp>
        <p:nvSpPr>
          <p:cNvPr id="14" name="Text 12"/>
          <p:cNvSpPr/>
          <p:nvPr/>
        </p:nvSpPr>
        <p:spPr>
          <a:xfrm>
            <a:off x="9029474" y="1409958"/>
            <a:ext cx="2400240"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12</a:t>
            </a:r>
            <a:endParaRPr lang="en-US" sz="1800" dirty="0"/>
          </a:p>
        </p:txBody>
      </p:sp>
      <p:sp>
        <p:nvSpPr>
          <p:cNvPr id="15" name="Text 13"/>
          <p:cNvSpPr/>
          <p:nvPr/>
        </p:nvSpPr>
        <p:spPr>
          <a:xfrm>
            <a:off x="9029474" y="1849636"/>
            <a:ext cx="2247844" cy="924520"/>
          </a:xfrm>
          <a:prstGeom prst="rect">
            <a:avLst/>
          </a:prstGeom>
          <a:noFill/>
          <a:ln/>
        </p:spPr>
        <p:txBody>
          <a:bodyPr wrap="square" lIns="0" tIns="0" rIns="0" bIns="0" rtlCol="0" anchor="t">
            <a:normAutofit/>
          </a:bodyPr>
          <a:lstStyle/>
          <a:p>
            <a:pPr marL="0" indent="0" algn="l">
              <a:lnSpc>
                <a:spcPct val="117000"/>
              </a:lnSpc>
              <a:buNone/>
            </a:pPr>
            <a:r>
              <a:rPr lang="en-US" sz="2600" b="1" dirty="0">
                <a:solidFill>
                  <a:srgbClr val="000000"/>
                </a:solidFill>
                <a:latin typeface="Space Grotesk Bold" pitchFamily="34" charset="0"/>
                <a:ea typeface="Space Grotesk Bold" pitchFamily="34" charset="-122"/>
                <a:cs typeface="Space Grotesk Bold" pitchFamily="34" charset="-120"/>
              </a:rPr>
              <a:t>Domain authority</a:t>
            </a:r>
            <a:endParaRPr lang="en-US" sz="2600" dirty="0"/>
          </a:p>
        </p:txBody>
      </p:sp>
      <p:sp>
        <p:nvSpPr>
          <p:cNvPr id="16" name="Shape 14"/>
          <p:cNvSpPr/>
          <p:nvPr/>
        </p:nvSpPr>
        <p:spPr>
          <a:xfrm>
            <a:off x="2087808" y="3475930"/>
            <a:ext cx="2514636" cy="2413000"/>
          </a:xfrm>
          <a:prstGeom prst="roundRect">
            <a:avLst>
              <a:gd name="adj" fmla="val 15158"/>
            </a:avLst>
          </a:prstGeom>
          <a:solidFill>
            <a:srgbClr val="FE829A"/>
          </a:solidFill>
          <a:ln/>
        </p:spPr>
        <p:txBody>
          <a:bodyPr/>
          <a:lstStyle/>
          <a:p>
            <a:endParaRPr lang="en-IN"/>
          </a:p>
        </p:txBody>
      </p:sp>
      <p:sp>
        <p:nvSpPr>
          <p:cNvPr id="17" name="Text 15"/>
          <p:cNvSpPr/>
          <p:nvPr/>
        </p:nvSpPr>
        <p:spPr>
          <a:xfrm>
            <a:off x="2240204" y="3538597"/>
            <a:ext cx="2362240"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13</a:t>
            </a:r>
            <a:endParaRPr lang="en-US" sz="1800" dirty="0"/>
          </a:p>
        </p:txBody>
      </p:sp>
      <p:sp>
        <p:nvSpPr>
          <p:cNvPr id="18" name="Text 16"/>
          <p:cNvSpPr/>
          <p:nvPr/>
        </p:nvSpPr>
        <p:spPr>
          <a:xfrm>
            <a:off x="2240204" y="3978275"/>
            <a:ext cx="2209844" cy="1849041"/>
          </a:xfrm>
          <a:prstGeom prst="rect">
            <a:avLst/>
          </a:prstGeom>
          <a:noFill/>
          <a:ln/>
        </p:spPr>
        <p:txBody>
          <a:bodyPr wrap="square" lIns="0" tIns="0" rIns="0" bIns="0" rtlCol="0" anchor="t">
            <a:normAutofit/>
          </a:bodyPr>
          <a:lstStyle/>
          <a:p>
            <a:pPr marL="0" indent="0" algn="l">
              <a:lnSpc>
                <a:spcPct val="117000"/>
              </a:lnSpc>
              <a:buNone/>
            </a:pPr>
            <a:r>
              <a:rPr lang="en-US" sz="2600" b="1" dirty="0">
                <a:solidFill>
                  <a:srgbClr val="000000"/>
                </a:solidFill>
                <a:latin typeface="Space Grotesk Bold" pitchFamily="34" charset="0"/>
                <a:ea typeface="Space Grotesk Bold" pitchFamily="34" charset="-122"/>
                <a:cs typeface="Space Grotesk Bold" pitchFamily="34" charset="-120"/>
              </a:rPr>
              <a:t>Session duration and pages per session</a:t>
            </a:r>
            <a:endParaRPr lang="en-US" sz="2600" dirty="0"/>
          </a:p>
        </p:txBody>
      </p:sp>
      <p:sp>
        <p:nvSpPr>
          <p:cNvPr id="19" name="Shape 17"/>
          <p:cNvSpPr/>
          <p:nvPr/>
        </p:nvSpPr>
        <p:spPr>
          <a:xfrm>
            <a:off x="4754741" y="3475930"/>
            <a:ext cx="2514636" cy="2413000"/>
          </a:xfrm>
          <a:prstGeom prst="roundRect">
            <a:avLst>
              <a:gd name="adj" fmla="val 15158"/>
            </a:avLst>
          </a:prstGeom>
          <a:solidFill>
            <a:srgbClr val="F9B440"/>
          </a:solidFill>
          <a:ln/>
        </p:spPr>
        <p:txBody>
          <a:bodyPr/>
          <a:lstStyle/>
          <a:p>
            <a:endParaRPr lang="en-IN"/>
          </a:p>
        </p:txBody>
      </p:sp>
      <p:sp>
        <p:nvSpPr>
          <p:cNvPr id="20" name="Text 18"/>
          <p:cNvSpPr/>
          <p:nvPr/>
        </p:nvSpPr>
        <p:spPr>
          <a:xfrm>
            <a:off x="4907137" y="4000758"/>
            <a:ext cx="2362240"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14</a:t>
            </a:r>
            <a:endParaRPr lang="en-US" sz="1800" dirty="0"/>
          </a:p>
        </p:txBody>
      </p:sp>
      <p:sp>
        <p:nvSpPr>
          <p:cNvPr id="21" name="Text 19"/>
          <p:cNvSpPr/>
          <p:nvPr/>
        </p:nvSpPr>
        <p:spPr>
          <a:xfrm>
            <a:off x="4907137" y="4440436"/>
            <a:ext cx="2209844" cy="924520"/>
          </a:xfrm>
          <a:prstGeom prst="rect">
            <a:avLst/>
          </a:prstGeom>
          <a:noFill/>
          <a:ln/>
        </p:spPr>
        <p:txBody>
          <a:bodyPr wrap="square" lIns="0" tIns="0" rIns="0" bIns="0" rtlCol="0" anchor="t">
            <a:normAutofit/>
          </a:bodyPr>
          <a:lstStyle/>
          <a:p>
            <a:pPr marL="0" indent="0" algn="l">
              <a:lnSpc>
                <a:spcPct val="117000"/>
              </a:lnSpc>
              <a:buNone/>
            </a:pPr>
            <a:r>
              <a:rPr lang="en-US" sz="2600" b="1" dirty="0">
                <a:solidFill>
                  <a:srgbClr val="000000"/>
                </a:solidFill>
                <a:latin typeface="Space Grotesk Bold" pitchFamily="34" charset="0"/>
                <a:ea typeface="Space Grotesk Bold" pitchFamily="34" charset="-122"/>
                <a:cs typeface="Space Grotesk Bold" pitchFamily="34" charset="-120"/>
              </a:rPr>
              <a:t>Indexed pages</a:t>
            </a:r>
            <a:endParaRPr lang="en-US" sz="2600" dirty="0"/>
          </a:p>
        </p:txBody>
      </p:sp>
      <p:sp>
        <p:nvSpPr>
          <p:cNvPr id="22" name="Shape 20"/>
          <p:cNvSpPr/>
          <p:nvPr/>
        </p:nvSpPr>
        <p:spPr>
          <a:xfrm>
            <a:off x="7421674" y="3475930"/>
            <a:ext cx="2514636" cy="2413000"/>
          </a:xfrm>
          <a:prstGeom prst="roundRect">
            <a:avLst>
              <a:gd name="adj" fmla="val 15158"/>
            </a:avLst>
          </a:prstGeom>
          <a:solidFill>
            <a:srgbClr val="FE829A"/>
          </a:solidFill>
          <a:ln/>
        </p:spPr>
        <p:txBody>
          <a:bodyPr/>
          <a:lstStyle/>
          <a:p>
            <a:endParaRPr lang="en-IN"/>
          </a:p>
        </p:txBody>
      </p:sp>
      <p:sp>
        <p:nvSpPr>
          <p:cNvPr id="23" name="Text 21"/>
          <p:cNvSpPr/>
          <p:nvPr/>
        </p:nvSpPr>
        <p:spPr>
          <a:xfrm>
            <a:off x="7574071" y="4231938"/>
            <a:ext cx="2362240"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15</a:t>
            </a:r>
            <a:endParaRPr lang="en-US" sz="1800" dirty="0"/>
          </a:p>
        </p:txBody>
      </p:sp>
      <p:sp>
        <p:nvSpPr>
          <p:cNvPr id="24" name="Text 22"/>
          <p:cNvSpPr/>
          <p:nvPr/>
        </p:nvSpPr>
        <p:spPr>
          <a:xfrm>
            <a:off x="7574071" y="4671616"/>
            <a:ext cx="2362240" cy="462260"/>
          </a:xfrm>
          <a:prstGeom prst="rect">
            <a:avLst/>
          </a:prstGeom>
          <a:noFill/>
          <a:ln/>
        </p:spPr>
        <p:txBody>
          <a:bodyPr wrap="none" lIns="0" tIns="0" rIns="0" bIns="0" rtlCol="0" anchor="t"/>
          <a:lstStyle/>
          <a:p>
            <a:pPr marL="0" indent="0" algn="l">
              <a:lnSpc>
                <a:spcPct val="117000"/>
              </a:lnSpc>
              <a:buNone/>
            </a:pPr>
            <a:r>
              <a:rPr lang="en-US" sz="2600" b="1" dirty="0">
                <a:solidFill>
                  <a:srgbClr val="000000"/>
                </a:solidFill>
                <a:latin typeface="Space Grotesk Bold" pitchFamily="34" charset="0"/>
                <a:ea typeface="Space Grotesk Bold" pitchFamily="34" charset="-122"/>
                <a:cs typeface="Space Grotesk Bold" pitchFamily="34" charset="-120"/>
              </a:rPr>
              <a:t>Contain</a:t>
            </a:r>
            <a:endParaRPr lang="en-US" sz="2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761981" y="262699"/>
            <a:ext cx="10667733"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Organisation team structure</a:t>
            </a:r>
            <a:endParaRPr lang="en-US" sz="3400" dirty="0"/>
          </a:p>
        </p:txBody>
      </p:sp>
      <p:sp>
        <p:nvSpPr>
          <p:cNvPr id="4" name="Shape 2"/>
          <p:cNvSpPr/>
          <p:nvPr/>
        </p:nvSpPr>
        <p:spPr>
          <a:xfrm>
            <a:off x="761981" y="885130"/>
            <a:ext cx="2489138" cy="1208980"/>
          </a:xfrm>
          <a:prstGeom prst="roundRect">
            <a:avLst>
              <a:gd name="adj" fmla="val 49999"/>
            </a:avLst>
          </a:prstGeom>
          <a:solidFill>
            <a:srgbClr val="F9B440"/>
          </a:solidFill>
          <a:ln/>
        </p:spPr>
        <p:txBody>
          <a:bodyPr/>
          <a:lstStyle/>
          <a:p>
            <a:endParaRPr lang="en-IN"/>
          </a:p>
        </p:txBody>
      </p:sp>
      <p:sp>
        <p:nvSpPr>
          <p:cNvPr id="5" name="Text 3"/>
          <p:cNvSpPr/>
          <p:nvPr/>
        </p:nvSpPr>
        <p:spPr>
          <a:xfrm>
            <a:off x="990575" y="1063248"/>
            <a:ext cx="2031949" cy="853380"/>
          </a:xfrm>
          <a:prstGeom prst="rect">
            <a:avLst/>
          </a:prstGeom>
          <a:noFill/>
          <a:ln/>
        </p:spPr>
        <p:txBody>
          <a:bodyPr wrap="square" lIns="0" tIns="0" rIns="0" bIns="0" rtlCol="0" anchor="t">
            <a:normAutofit/>
          </a:bodyPr>
          <a:lstStyle/>
          <a:p>
            <a:pPr marL="0" indent="0" algn="ctr">
              <a:lnSpc>
                <a:spcPct val="117000"/>
              </a:lnSpc>
              <a:buNone/>
            </a:pPr>
            <a:r>
              <a:rPr lang="en-US" sz="1600" b="1" i="1" dirty="0">
                <a:solidFill>
                  <a:srgbClr val="000000"/>
                </a:solidFill>
                <a:latin typeface="Space Grotesk Bold" pitchFamily="34" charset="0"/>
                <a:ea typeface="Space Grotesk Bold" pitchFamily="34" charset="-122"/>
                <a:cs typeface="Space Grotesk Bold" pitchFamily="34" charset="-120"/>
              </a:rPr>
              <a:t>Approx. 8 - 10 people working on the project</a:t>
            </a:r>
            <a:endParaRPr lang="en-US" sz="1600" dirty="0"/>
          </a:p>
        </p:txBody>
      </p:sp>
      <p:sp>
        <p:nvSpPr>
          <p:cNvPr id="6" name="Shape 4"/>
          <p:cNvSpPr/>
          <p:nvPr/>
        </p:nvSpPr>
        <p:spPr>
          <a:xfrm>
            <a:off x="761981" y="2729111"/>
            <a:ext cx="2489138" cy="2540000"/>
          </a:xfrm>
          <a:prstGeom prst="roundRect">
            <a:avLst>
              <a:gd name="adj" fmla="val 14694"/>
            </a:avLst>
          </a:prstGeom>
          <a:solidFill>
            <a:srgbClr val="FE829A"/>
          </a:solidFill>
          <a:ln/>
        </p:spPr>
        <p:txBody>
          <a:bodyPr/>
          <a:lstStyle/>
          <a:p>
            <a:endParaRPr lang="en-IN"/>
          </a:p>
        </p:txBody>
      </p:sp>
      <p:sp>
        <p:nvSpPr>
          <p:cNvPr id="7" name="Text 5"/>
          <p:cNvSpPr/>
          <p:nvPr/>
        </p:nvSpPr>
        <p:spPr>
          <a:xfrm>
            <a:off x="863578" y="3156545"/>
            <a:ext cx="2285943" cy="853281"/>
          </a:xfrm>
          <a:prstGeom prst="rect">
            <a:avLst/>
          </a:prstGeom>
          <a:noFill/>
          <a:ln/>
        </p:spPr>
        <p:txBody>
          <a:bodyPr wrap="square" lIns="0" tIns="0" rIns="0" bIns="0" rtlCol="0" anchor="t">
            <a:normAutofit/>
          </a:bodyPr>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Project manager</a:t>
            </a:r>
            <a:endParaRPr lang="en-US" sz="2400" dirty="0"/>
          </a:p>
        </p:txBody>
      </p:sp>
      <p:sp>
        <p:nvSpPr>
          <p:cNvPr id="8" name="Text 6"/>
          <p:cNvSpPr/>
          <p:nvPr/>
        </p:nvSpPr>
        <p:spPr>
          <a:xfrm>
            <a:off x="761981" y="4130477"/>
            <a:ext cx="2489138" cy="711200"/>
          </a:xfrm>
          <a:prstGeom prst="rect">
            <a:avLst/>
          </a:prstGeom>
          <a:noFill/>
          <a:ln/>
        </p:spPr>
        <p:txBody>
          <a:bodyPr wrap="none" lIns="0" tIns="0" rIns="0" bIns="0" rtlCol="0" anchor="t"/>
          <a:lstStyle/>
          <a:p>
            <a:pPr marL="0" indent="0" algn="ctr">
              <a:lnSpc>
                <a:spcPct val="117000"/>
              </a:lnSpc>
              <a:buNone/>
            </a:pPr>
            <a:r>
              <a:rPr lang="en-US" sz="4000" b="1" dirty="0">
                <a:solidFill>
                  <a:srgbClr val="000000"/>
                </a:solidFill>
                <a:latin typeface="Space Grotesk Bold" pitchFamily="34" charset="0"/>
                <a:ea typeface="Space Grotesk Bold" pitchFamily="34" charset="-122"/>
                <a:cs typeface="Space Grotesk Bold" pitchFamily="34" charset="-120"/>
              </a:rPr>
              <a:t>1+</a:t>
            </a:r>
            <a:endParaRPr lang="en-US" sz="4000" dirty="0"/>
          </a:p>
        </p:txBody>
      </p:sp>
      <p:sp>
        <p:nvSpPr>
          <p:cNvPr id="9" name="Text 7"/>
          <p:cNvSpPr/>
          <p:nvPr/>
        </p:nvSpPr>
        <p:spPr>
          <a:xfrm>
            <a:off x="3251119" y="2226270"/>
            <a:ext cx="711182" cy="497780"/>
          </a:xfrm>
          <a:prstGeom prst="rect">
            <a:avLst/>
          </a:prstGeom>
          <a:noFill/>
          <a:ln/>
        </p:spPr>
        <p:txBody>
          <a:bodyPr wrap="none" lIns="0" tIns="0" rIns="0" bIns="0" rtlCol="0" anchor="t"/>
          <a:lstStyle/>
          <a:p>
            <a:pPr marL="0" indent="0" algn="ctr">
              <a:lnSpc>
                <a:spcPct val="117000"/>
              </a:lnSpc>
              <a:buNone/>
            </a:pPr>
            <a:r>
              <a:rPr lang="en-US" sz="2800" dirty="0">
                <a:solidFill>
                  <a:srgbClr val="000000"/>
                </a:solidFill>
                <a:latin typeface="Noto Color Emoji" pitchFamily="34" charset="0"/>
                <a:ea typeface="Noto Color Emoji" pitchFamily="34" charset="-122"/>
                <a:cs typeface="Noto Color Emoji" pitchFamily="34" charset="-120"/>
              </a:rPr>
              <a:t>↗</a:t>
            </a:r>
            <a:endParaRPr lang="en-US" sz="2800" dirty="0"/>
          </a:p>
        </p:txBody>
      </p:sp>
      <p:sp>
        <p:nvSpPr>
          <p:cNvPr id="10" name="Text 8"/>
          <p:cNvSpPr/>
          <p:nvPr/>
        </p:nvSpPr>
        <p:spPr>
          <a:xfrm>
            <a:off x="3251119" y="4065191"/>
            <a:ext cx="711182" cy="497780"/>
          </a:xfrm>
          <a:prstGeom prst="rect">
            <a:avLst/>
          </a:prstGeom>
          <a:noFill/>
          <a:ln/>
        </p:spPr>
        <p:txBody>
          <a:bodyPr wrap="none" lIns="0" tIns="0" rIns="0" bIns="0" rtlCol="0" anchor="t"/>
          <a:lstStyle/>
          <a:p>
            <a:pPr marL="0" indent="0" algn="ctr">
              <a:lnSpc>
                <a:spcPct val="117000"/>
              </a:lnSpc>
              <a:buNone/>
            </a:pPr>
            <a:r>
              <a:rPr lang="en-US" sz="2800" dirty="0">
                <a:solidFill>
                  <a:srgbClr val="000000"/>
                </a:solidFill>
                <a:latin typeface="Noto Color Emoji" pitchFamily="34" charset="0"/>
                <a:ea typeface="Noto Color Emoji" pitchFamily="34" charset="-122"/>
                <a:cs typeface="Noto Color Emoji" pitchFamily="34" charset="-120"/>
              </a:rPr>
              <a:t>↘</a:t>
            </a:r>
            <a:endParaRPr lang="en-US" sz="2800" dirty="0"/>
          </a:p>
        </p:txBody>
      </p:sp>
      <p:sp>
        <p:nvSpPr>
          <p:cNvPr id="11" name="Shape 9"/>
          <p:cNvSpPr/>
          <p:nvPr/>
        </p:nvSpPr>
        <p:spPr>
          <a:xfrm>
            <a:off x="3962301" y="885130"/>
            <a:ext cx="1991270" cy="2159000"/>
          </a:xfrm>
          <a:prstGeom prst="roundRect">
            <a:avLst>
              <a:gd name="adj" fmla="val 18368"/>
            </a:avLst>
          </a:prstGeom>
          <a:solidFill>
            <a:srgbClr val="F9B440"/>
          </a:solidFill>
          <a:ln/>
        </p:spPr>
        <p:txBody>
          <a:bodyPr/>
          <a:lstStyle/>
          <a:p>
            <a:endParaRPr lang="en-IN"/>
          </a:p>
        </p:txBody>
      </p:sp>
      <p:sp>
        <p:nvSpPr>
          <p:cNvPr id="12" name="Text 10"/>
          <p:cNvSpPr/>
          <p:nvPr/>
        </p:nvSpPr>
        <p:spPr>
          <a:xfrm>
            <a:off x="3962301" y="1388765"/>
            <a:ext cx="1991270"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SEO</a:t>
            </a:r>
            <a:endParaRPr lang="en-US" sz="2400" dirty="0"/>
          </a:p>
        </p:txBody>
      </p:sp>
      <p:sp>
        <p:nvSpPr>
          <p:cNvPr id="13" name="Text 11"/>
          <p:cNvSpPr/>
          <p:nvPr/>
        </p:nvSpPr>
        <p:spPr>
          <a:xfrm>
            <a:off x="3962301" y="1937325"/>
            <a:ext cx="1991270" cy="604441"/>
          </a:xfrm>
          <a:prstGeom prst="rect">
            <a:avLst/>
          </a:prstGeom>
          <a:noFill/>
          <a:ln/>
        </p:spPr>
        <p:txBody>
          <a:bodyPr wrap="none" lIns="0" tIns="0" rIns="0" bIns="0" rtlCol="0" anchor="t"/>
          <a:lstStyle/>
          <a:p>
            <a:pPr marL="0" indent="0" algn="ctr">
              <a:lnSpc>
                <a:spcPct val="117000"/>
              </a:lnSpc>
              <a:buNone/>
            </a:pPr>
            <a:r>
              <a:rPr lang="en-US" sz="3400" b="1" dirty="0">
                <a:solidFill>
                  <a:srgbClr val="000000"/>
                </a:solidFill>
                <a:latin typeface="Space Grotesk Bold" pitchFamily="34" charset="0"/>
                <a:ea typeface="Space Grotesk Bold" pitchFamily="34" charset="-122"/>
                <a:cs typeface="Space Grotesk Bold" pitchFamily="34" charset="-120"/>
              </a:rPr>
              <a:t>2+</a:t>
            </a:r>
            <a:endParaRPr lang="en-US" sz="3400" dirty="0"/>
          </a:p>
        </p:txBody>
      </p:sp>
      <p:sp>
        <p:nvSpPr>
          <p:cNvPr id="14" name="Text 12"/>
          <p:cNvSpPr/>
          <p:nvPr/>
        </p:nvSpPr>
        <p:spPr>
          <a:xfrm>
            <a:off x="5953571" y="1715691"/>
            <a:ext cx="497867" cy="497780"/>
          </a:xfrm>
          <a:prstGeom prst="rect">
            <a:avLst/>
          </a:prstGeom>
          <a:noFill/>
          <a:ln/>
        </p:spPr>
        <p:txBody>
          <a:bodyPr wrap="none" lIns="0" tIns="0" rIns="0" bIns="0" rtlCol="0" anchor="t"/>
          <a:lstStyle/>
          <a:p>
            <a:pPr marL="0" indent="0" algn="ctr">
              <a:lnSpc>
                <a:spcPct val="117000"/>
              </a:lnSpc>
              <a:buNone/>
            </a:pPr>
            <a:r>
              <a:rPr lang="en-US" sz="2800" dirty="0">
                <a:solidFill>
                  <a:srgbClr val="FB5022"/>
                </a:solidFill>
                <a:latin typeface="Space Grotesk" pitchFamily="34" charset="0"/>
                <a:ea typeface="Space Grotesk" pitchFamily="34" charset="-122"/>
                <a:cs typeface="Space Grotesk" pitchFamily="34" charset="-120"/>
              </a:rPr>
              <a:t>→</a:t>
            </a:r>
            <a:endParaRPr lang="en-US" sz="2800" dirty="0"/>
          </a:p>
        </p:txBody>
      </p:sp>
      <p:sp>
        <p:nvSpPr>
          <p:cNvPr id="15" name="Shape 13"/>
          <p:cNvSpPr/>
          <p:nvPr/>
        </p:nvSpPr>
        <p:spPr>
          <a:xfrm>
            <a:off x="6451439" y="885130"/>
            <a:ext cx="1991270" cy="2159000"/>
          </a:xfrm>
          <a:prstGeom prst="roundRect">
            <a:avLst>
              <a:gd name="adj" fmla="val 18368"/>
            </a:avLst>
          </a:prstGeom>
          <a:solidFill>
            <a:srgbClr val="FC9FA5"/>
          </a:solidFill>
          <a:ln/>
        </p:spPr>
        <p:txBody>
          <a:bodyPr/>
          <a:lstStyle/>
          <a:p>
            <a:endParaRPr lang="en-IN"/>
          </a:p>
        </p:txBody>
      </p:sp>
      <p:sp>
        <p:nvSpPr>
          <p:cNvPr id="16" name="Text 14"/>
          <p:cNvSpPr/>
          <p:nvPr/>
        </p:nvSpPr>
        <p:spPr>
          <a:xfrm>
            <a:off x="6553036" y="1175445"/>
            <a:ext cx="1788076" cy="853281"/>
          </a:xfrm>
          <a:prstGeom prst="rect">
            <a:avLst/>
          </a:prstGeom>
          <a:noFill/>
          <a:ln/>
        </p:spPr>
        <p:txBody>
          <a:bodyPr wrap="square" lIns="0" tIns="0" rIns="0" bIns="0" rtlCol="0" anchor="t">
            <a:normAutofit/>
          </a:bodyPr>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Social media</a:t>
            </a:r>
            <a:endParaRPr lang="en-US" sz="2400" dirty="0"/>
          </a:p>
        </p:txBody>
      </p:sp>
      <p:sp>
        <p:nvSpPr>
          <p:cNvPr id="17" name="Text 15"/>
          <p:cNvSpPr/>
          <p:nvPr/>
        </p:nvSpPr>
        <p:spPr>
          <a:xfrm>
            <a:off x="6451439" y="2150646"/>
            <a:ext cx="1991270" cy="604441"/>
          </a:xfrm>
          <a:prstGeom prst="rect">
            <a:avLst/>
          </a:prstGeom>
          <a:noFill/>
          <a:ln/>
        </p:spPr>
        <p:txBody>
          <a:bodyPr wrap="none" lIns="0" tIns="0" rIns="0" bIns="0" rtlCol="0" anchor="t"/>
          <a:lstStyle/>
          <a:p>
            <a:pPr marL="0" indent="0" algn="ctr">
              <a:lnSpc>
                <a:spcPct val="117000"/>
              </a:lnSpc>
              <a:buNone/>
            </a:pPr>
            <a:r>
              <a:rPr lang="en-US" sz="3400" b="1" dirty="0">
                <a:solidFill>
                  <a:srgbClr val="000000"/>
                </a:solidFill>
                <a:latin typeface="Space Grotesk Bold" pitchFamily="34" charset="0"/>
                <a:ea typeface="Space Grotesk Bold" pitchFamily="34" charset="-122"/>
                <a:cs typeface="Space Grotesk Bold" pitchFamily="34" charset="-120"/>
              </a:rPr>
              <a:t>2+</a:t>
            </a:r>
            <a:endParaRPr lang="en-US" sz="3400" dirty="0"/>
          </a:p>
        </p:txBody>
      </p:sp>
      <p:sp>
        <p:nvSpPr>
          <p:cNvPr id="18" name="Text 16"/>
          <p:cNvSpPr/>
          <p:nvPr/>
        </p:nvSpPr>
        <p:spPr>
          <a:xfrm>
            <a:off x="8442709" y="1715691"/>
            <a:ext cx="497867" cy="497780"/>
          </a:xfrm>
          <a:prstGeom prst="rect">
            <a:avLst/>
          </a:prstGeom>
          <a:noFill/>
          <a:ln/>
        </p:spPr>
        <p:txBody>
          <a:bodyPr wrap="none" lIns="0" tIns="0" rIns="0" bIns="0" rtlCol="0" anchor="t"/>
          <a:lstStyle/>
          <a:p>
            <a:pPr marL="0" indent="0" algn="ctr">
              <a:lnSpc>
                <a:spcPct val="117000"/>
              </a:lnSpc>
              <a:buNone/>
            </a:pPr>
            <a:r>
              <a:rPr lang="en-US" sz="2800" dirty="0">
                <a:solidFill>
                  <a:srgbClr val="FB5022"/>
                </a:solidFill>
                <a:latin typeface="Space Grotesk" pitchFamily="34" charset="0"/>
                <a:ea typeface="Space Grotesk" pitchFamily="34" charset="-122"/>
                <a:cs typeface="Space Grotesk" pitchFamily="34" charset="-120"/>
              </a:rPr>
              <a:t>→</a:t>
            </a:r>
            <a:endParaRPr lang="en-US" sz="2800" dirty="0"/>
          </a:p>
        </p:txBody>
      </p:sp>
      <p:sp>
        <p:nvSpPr>
          <p:cNvPr id="19" name="Shape 17"/>
          <p:cNvSpPr/>
          <p:nvPr/>
        </p:nvSpPr>
        <p:spPr>
          <a:xfrm>
            <a:off x="8940576" y="885130"/>
            <a:ext cx="2489138" cy="2159000"/>
          </a:xfrm>
          <a:prstGeom prst="roundRect">
            <a:avLst>
              <a:gd name="adj" fmla="val 16941"/>
            </a:avLst>
          </a:prstGeom>
          <a:solidFill>
            <a:srgbClr val="FFC9A8"/>
          </a:solidFill>
          <a:ln/>
        </p:spPr>
        <p:txBody>
          <a:bodyPr/>
          <a:lstStyle/>
          <a:p>
            <a:endParaRPr lang="en-IN"/>
          </a:p>
        </p:txBody>
      </p:sp>
      <p:sp>
        <p:nvSpPr>
          <p:cNvPr id="20" name="Text 18"/>
          <p:cNvSpPr/>
          <p:nvPr/>
        </p:nvSpPr>
        <p:spPr>
          <a:xfrm>
            <a:off x="8940576" y="1388765"/>
            <a:ext cx="2489138"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PPC</a:t>
            </a:r>
            <a:endParaRPr lang="en-US" sz="2400" dirty="0"/>
          </a:p>
        </p:txBody>
      </p:sp>
      <p:sp>
        <p:nvSpPr>
          <p:cNvPr id="21" name="Text 19"/>
          <p:cNvSpPr/>
          <p:nvPr/>
        </p:nvSpPr>
        <p:spPr>
          <a:xfrm>
            <a:off x="8940576" y="1937325"/>
            <a:ext cx="2489138" cy="604441"/>
          </a:xfrm>
          <a:prstGeom prst="rect">
            <a:avLst/>
          </a:prstGeom>
          <a:noFill/>
          <a:ln/>
        </p:spPr>
        <p:txBody>
          <a:bodyPr wrap="none" lIns="0" tIns="0" rIns="0" bIns="0" rtlCol="0" anchor="t"/>
          <a:lstStyle/>
          <a:p>
            <a:pPr marL="0" indent="0" algn="ctr">
              <a:lnSpc>
                <a:spcPct val="117000"/>
              </a:lnSpc>
              <a:buNone/>
            </a:pPr>
            <a:r>
              <a:rPr lang="en-US" sz="3400" b="1" dirty="0">
                <a:solidFill>
                  <a:srgbClr val="000000"/>
                </a:solidFill>
                <a:latin typeface="Space Grotesk Bold" pitchFamily="34" charset="0"/>
                <a:ea typeface="Space Grotesk Bold" pitchFamily="34" charset="-122"/>
                <a:cs typeface="Space Grotesk Bold" pitchFamily="34" charset="-120"/>
              </a:rPr>
              <a:t>2+</a:t>
            </a:r>
            <a:endParaRPr lang="en-US" sz="3400" dirty="0"/>
          </a:p>
        </p:txBody>
      </p:sp>
      <p:sp>
        <p:nvSpPr>
          <p:cNvPr id="22" name="Text 20"/>
          <p:cNvSpPr/>
          <p:nvPr/>
        </p:nvSpPr>
        <p:spPr>
          <a:xfrm>
            <a:off x="8940576" y="3145730"/>
            <a:ext cx="2489138" cy="497780"/>
          </a:xfrm>
          <a:prstGeom prst="rect">
            <a:avLst/>
          </a:prstGeom>
          <a:noFill/>
          <a:ln/>
        </p:spPr>
        <p:txBody>
          <a:bodyPr wrap="none" lIns="0" tIns="0" rIns="0" bIns="0" rtlCol="0" anchor="t"/>
          <a:lstStyle/>
          <a:p>
            <a:pPr marL="0" indent="0" algn="ctr">
              <a:lnSpc>
                <a:spcPct val="117000"/>
              </a:lnSpc>
              <a:buNone/>
            </a:pPr>
            <a:r>
              <a:rPr lang="en-US" sz="2800" dirty="0">
                <a:solidFill>
                  <a:srgbClr val="FB5022"/>
                </a:solidFill>
                <a:latin typeface="Space Grotesk" pitchFamily="34" charset="0"/>
                <a:ea typeface="Space Grotesk" pitchFamily="34" charset="-122"/>
                <a:cs typeface="Space Grotesk" pitchFamily="34" charset="-120"/>
              </a:rPr>
              <a:t>↓</a:t>
            </a:r>
            <a:endParaRPr lang="en-US" sz="2800" dirty="0"/>
          </a:p>
        </p:txBody>
      </p:sp>
      <p:sp>
        <p:nvSpPr>
          <p:cNvPr id="23" name="Shape 21"/>
          <p:cNvSpPr/>
          <p:nvPr/>
        </p:nvSpPr>
        <p:spPr>
          <a:xfrm>
            <a:off x="3962301" y="3745111"/>
            <a:ext cx="1991270" cy="2159000"/>
          </a:xfrm>
          <a:prstGeom prst="roundRect">
            <a:avLst>
              <a:gd name="adj" fmla="val 18368"/>
            </a:avLst>
          </a:prstGeom>
          <a:solidFill>
            <a:srgbClr val="FE829A"/>
          </a:solidFill>
          <a:ln/>
        </p:spPr>
        <p:txBody>
          <a:bodyPr/>
          <a:lstStyle/>
          <a:p>
            <a:endParaRPr lang="en-IN"/>
          </a:p>
        </p:txBody>
      </p:sp>
      <p:sp>
        <p:nvSpPr>
          <p:cNvPr id="24" name="Text 22"/>
          <p:cNvSpPr/>
          <p:nvPr/>
        </p:nvSpPr>
        <p:spPr>
          <a:xfrm>
            <a:off x="3962301" y="4248745"/>
            <a:ext cx="1991270"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Content</a:t>
            </a:r>
            <a:endParaRPr lang="en-US" sz="2400" dirty="0"/>
          </a:p>
        </p:txBody>
      </p:sp>
      <p:sp>
        <p:nvSpPr>
          <p:cNvPr id="25" name="Text 23"/>
          <p:cNvSpPr/>
          <p:nvPr/>
        </p:nvSpPr>
        <p:spPr>
          <a:xfrm>
            <a:off x="3962301" y="4797306"/>
            <a:ext cx="1991270" cy="604441"/>
          </a:xfrm>
          <a:prstGeom prst="rect">
            <a:avLst/>
          </a:prstGeom>
          <a:noFill/>
          <a:ln/>
        </p:spPr>
        <p:txBody>
          <a:bodyPr wrap="none" lIns="0" tIns="0" rIns="0" bIns="0" rtlCol="0" anchor="t"/>
          <a:lstStyle/>
          <a:p>
            <a:pPr marL="0" indent="0" algn="ctr">
              <a:lnSpc>
                <a:spcPct val="117000"/>
              </a:lnSpc>
              <a:buNone/>
            </a:pPr>
            <a:r>
              <a:rPr lang="en-US" sz="3400" b="1" dirty="0">
                <a:solidFill>
                  <a:srgbClr val="000000"/>
                </a:solidFill>
                <a:latin typeface="Space Grotesk Bold" pitchFamily="34" charset="0"/>
                <a:ea typeface="Space Grotesk Bold" pitchFamily="34" charset="-122"/>
                <a:cs typeface="Space Grotesk Bold" pitchFamily="34" charset="-120"/>
              </a:rPr>
              <a:t>2+</a:t>
            </a:r>
            <a:endParaRPr lang="en-US" sz="3400" dirty="0"/>
          </a:p>
        </p:txBody>
      </p:sp>
      <p:sp>
        <p:nvSpPr>
          <p:cNvPr id="26" name="Text 24"/>
          <p:cNvSpPr/>
          <p:nvPr/>
        </p:nvSpPr>
        <p:spPr>
          <a:xfrm>
            <a:off x="5953571" y="4575671"/>
            <a:ext cx="497867" cy="497780"/>
          </a:xfrm>
          <a:prstGeom prst="rect">
            <a:avLst/>
          </a:prstGeom>
          <a:noFill/>
          <a:ln/>
        </p:spPr>
        <p:txBody>
          <a:bodyPr wrap="none" lIns="0" tIns="0" rIns="0" bIns="0" rtlCol="0" anchor="t"/>
          <a:lstStyle/>
          <a:p>
            <a:pPr marL="0" indent="0" algn="ctr">
              <a:lnSpc>
                <a:spcPct val="117000"/>
              </a:lnSpc>
              <a:buNone/>
            </a:pPr>
            <a:r>
              <a:rPr lang="en-US" sz="2800" dirty="0">
                <a:solidFill>
                  <a:srgbClr val="FB5022"/>
                </a:solidFill>
                <a:latin typeface="Space Grotesk" pitchFamily="34" charset="0"/>
                <a:ea typeface="Space Grotesk" pitchFamily="34" charset="-122"/>
                <a:cs typeface="Space Grotesk" pitchFamily="34" charset="-120"/>
              </a:rPr>
              <a:t>→</a:t>
            </a:r>
            <a:endParaRPr lang="en-US" sz="2800" dirty="0"/>
          </a:p>
        </p:txBody>
      </p:sp>
      <p:sp>
        <p:nvSpPr>
          <p:cNvPr id="27" name="Shape 25"/>
          <p:cNvSpPr/>
          <p:nvPr/>
        </p:nvSpPr>
        <p:spPr>
          <a:xfrm>
            <a:off x="6451439" y="3745111"/>
            <a:ext cx="1991270" cy="2159000"/>
          </a:xfrm>
          <a:prstGeom prst="roundRect">
            <a:avLst>
              <a:gd name="adj" fmla="val 18368"/>
            </a:avLst>
          </a:prstGeom>
          <a:solidFill>
            <a:srgbClr val="F9B440"/>
          </a:solidFill>
          <a:ln/>
        </p:spPr>
        <p:txBody>
          <a:bodyPr/>
          <a:lstStyle/>
          <a:p>
            <a:endParaRPr lang="en-IN"/>
          </a:p>
        </p:txBody>
      </p:sp>
      <p:sp>
        <p:nvSpPr>
          <p:cNvPr id="28" name="Text 26"/>
          <p:cNvSpPr/>
          <p:nvPr/>
        </p:nvSpPr>
        <p:spPr>
          <a:xfrm>
            <a:off x="6451439" y="4248745"/>
            <a:ext cx="1991270"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Creative</a:t>
            </a:r>
            <a:endParaRPr lang="en-US" sz="2400" dirty="0"/>
          </a:p>
        </p:txBody>
      </p:sp>
      <p:sp>
        <p:nvSpPr>
          <p:cNvPr id="29" name="Text 27"/>
          <p:cNvSpPr/>
          <p:nvPr/>
        </p:nvSpPr>
        <p:spPr>
          <a:xfrm>
            <a:off x="6451439" y="4797306"/>
            <a:ext cx="1991270" cy="604441"/>
          </a:xfrm>
          <a:prstGeom prst="rect">
            <a:avLst/>
          </a:prstGeom>
          <a:noFill/>
          <a:ln/>
        </p:spPr>
        <p:txBody>
          <a:bodyPr wrap="none" lIns="0" tIns="0" rIns="0" bIns="0" rtlCol="0" anchor="t"/>
          <a:lstStyle/>
          <a:p>
            <a:pPr marL="0" indent="0" algn="ctr">
              <a:lnSpc>
                <a:spcPct val="117000"/>
              </a:lnSpc>
              <a:buNone/>
            </a:pPr>
            <a:r>
              <a:rPr lang="en-US" sz="3400" b="1" dirty="0">
                <a:solidFill>
                  <a:srgbClr val="000000"/>
                </a:solidFill>
                <a:latin typeface="Space Grotesk Bold" pitchFamily="34" charset="0"/>
                <a:ea typeface="Space Grotesk Bold" pitchFamily="34" charset="-122"/>
                <a:cs typeface="Space Grotesk Bold" pitchFamily="34" charset="-120"/>
              </a:rPr>
              <a:t>2+</a:t>
            </a:r>
            <a:endParaRPr lang="en-US" sz="3400" dirty="0"/>
          </a:p>
        </p:txBody>
      </p:sp>
      <p:sp>
        <p:nvSpPr>
          <p:cNvPr id="30" name="Text 28"/>
          <p:cNvSpPr/>
          <p:nvPr/>
        </p:nvSpPr>
        <p:spPr>
          <a:xfrm>
            <a:off x="8442709" y="4575671"/>
            <a:ext cx="497867" cy="497780"/>
          </a:xfrm>
          <a:prstGeom prst="rect">
            <a:avLst/>
          </a:prstGeom>
          <a:noFill/>
          <a:ln/>
        </p:spPr>
        <p:txBody>
          <a:bodyPr wrap="none" lIns="0" tIns="0" rIns="0" bIns="0" rtlCol="0" anchor="t"/>
          <a:lstStyle/>
          <a:p>
            <a:pPr marL="0" indent="0" algn="ctr">
              <a:lnSpc>
                <a:spcPct val="117000"/>
              </a:lnSpc>
              <a:buNone/>
            </a:pPr>
            <a:r>
              <a:rPr lang="en-US" sz="2800" dirty="0">
                <a:solidFill>
                  <a:srgbClr val="FB5022"/>
                </a:solidFill>
                <a:latin typeface="Space Grotesk" pitchFamily="34" charset="0"/>
                <a:ea typeface="Space Grotesk" pitchFamily="34" charset="-122"/>
                <a:cs typeface="Space Grotesk" pitchFamily="34" charset="-120"/>
              </a:rPr>
              <a:t>←</a:t>
            </a:r>
            <a:endParaRPr lang="en-US" sz="2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761981" y="211899"/>
            <a:ext cx="10667733"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Organisation team structure: leadership</a:t>
            </a:r>
            <a:endParaRPr lang="en-US" sz="3400" dirty="0"/>
          </a:p>
        </p:txBody>
      </p:sp>
      <p:sp>
        <p:nvSpPr>
          <p:cNvPr id="4" name="Shape 2"/>
          <p:cNvSpPr/>
          <p:nvPr/>
        </p:nvSpPr>
        <p:spPr>
          <a:xfrm>
            <a:off x="761981" y="2383730"/>
            <a:ext cx="2844729" cy="2159000"/>
          </a:xfrm>
          <a:prstGeom prst="roundRect">
            <a:avLst>
              <a:gd name="adj" fmla="val 49999"/>
            </a:avLst>
          </a:prstGeom>
          <a:solidFill>
            <a:srgbClr val="FE829A"/>
          </a:solidFill>
          <a:ln/>
        </p:spPr>
        <p:txBody>
          <a:bodyPr/>
          <a:lstStyle/>
          <a:p>
            <a:endParaRPr lang="en-IN"/>
          </a:p>
        </p:txBody>
      </p:sp>
      <p:sp>
        <p:nvSpPr>
          <p:cNvPr id="5" name="Text 3"/>
          <p:cNvSpPr/>
          <p:nvPr/>
        </p:nvSpPr>
        <p:spPr>
          <a:xfrm>
            <a:off x="965176" y="2876550"/>
            <a:ext cx="2438339" cy="1173361"/>
          </a:xfrm>
          <a:prstGeom prst="rect">
            <a:avLst/>
          </a:prstGeom>
          <a:noFill/>
          <a:ln/>
        </p:spPr>
        <p:txBody>
          <a:bodyPr wrap="square" lIns="0" tIns="0" rIns="0" bIns="0" rtlCol="0" anchor="t">
            <a:normAutofit/>
          </a:bodyPr>
          <a:lstStyle/>
          <a:p>
            <a:pPr marL="0" indent="0" algn="ctr">
              <a:lnSpc>
                <a:spcPct val="117000"/>
              </a:lnSpc>
              <a:buNone/>
            </a:pPr>
            <a:r>
              <a:rPr lang="en-US" sz="2200" b="1" dirty="0">
                <a:solidFill>
                  <a:srgbClr val="000000"/>
                </a:solidFill>
                <a:latin typeface="Space Grotesk Bold" pitchFamily="34" charset="0"/>
                <a:ea typeface="Space Grotesk Bold" pitchFamily="34" charset="-122"/>
                <a:cs typeface="Space Grotesk Bold" pitchFamily="34" charset="-120"/>
              </a:rPr>
              <a:t>Digital marketing heads (all departments)</a:t>
            </a:r>
            <a:endParaRPr lang="en-US" sz="2200" dirty="0"/>
          </a:p>
        </p:txBody>
      </p:sp>
      <p:sp>
        <p:nvSpPr>
          <p:cNvPr id="6" name="Text 4"/>
          <p:cNvSpPr/>
          <p:nvPr/>
        </p:nvSpPr>
        <p:spPr>
          <a:xfrm>
            <a:off x="3606710" y="3196530"/>
            <a:ext cx="355591" cy="533400"/>
          </a:xfrm>
          <a:prstGeom prst="rect">
            <a:avLst/>
          </a:prstGeom>
          <a:noFill/>
          <a:ln/>
        </p:spPr>
        <p:txBody>
          <a:bodyPr wrap="none" lIns="0" tIns="0" rIns="0" bIns="0" rtlCol="0" anchor="t"/>
          <a:lstStyle/>
          <a:p>
            <a:pPr marL="0" indent="0" algn="ctr">
              <a:lnSpc>
                <a:spcPct val="117000"/>
              </a:lnSpc>
              <a:buNone/>
            </a:pPr>
            <a:r>
              <a:rPr lang="en-US" sz="3000" dirty="0">
                <a:solidFill>
                  <a:srgbClr val="B8330C"/>
                </a:solidFill>
                <a:latin typeface="Space Grotesk" pitchFamily="34" charset="0"/>
                <a:ea typeface="Space Grotesk" pitchFamily="34" charset="-122"/>
                <a:cs typeface="Space Grotesk" pitchFamily="34" charset="-120"/>
              </a:rPr>
              <a:t>→</a:t>
            </a:r>
            <a:endParaRPr lang="en-US" sz="3000" dirty="0"/>
          </a:p>
        </p:txBody>
      </p:sp>
      <p:sp>
        <p:nvSpPr>
          <p:cNvPr id="7" name="Shape 5"/>
          <p:cNvSpPr/>
          <p:nvPr/>
        </p:nvSpPr>
        <p:spPr>
          <a:xfrm>
            <a:off x="3962301" y="783530"/>
            <a:ext cx="2844729" cy="762000"/>
          </a:xfrm>
          <a:prstGeom prst="roundRect">
            <a:avLst>
              <a:gd name="adj" fmla="val 47999"/>
            </a:avLst>
          </a:prstGeom>
          <a:solidFill>
            <a:srgbClr val="F9B440"/>
          </a:solidFill>
          <a:ln/>
        </p:spPr>
        <p:txBody>
          <a:bodyPr/>
          <a:lstStyle/>
          <a:p>
            <a:endParaRPr lang="en-IN"/>
          </a:p>
        </p:txBody>
      </p:sp>
      <p:sp>
        <p:nvSpPr>
          <p:cNvPr id="8" name="Text 6"/>
          <p:cNvSpPr/>
          <p:nvPr/>
        </p:nvSpPr>
        <p:spPr>
          <a:xfrm>
            <a:off x="3962301" y="986730"/>
            <a:ext cx="2844729" cy="355600"/>
          </a:xfrm>
          <a:prstGeom prst="rect">
            <a:avLst/>
          </a:prstGeom>
          <a:noFill/>
          <a:ln/>
        </p:spPr>
        <p:txBody>
          <a:bodyPr wrap="none" lIns="0" tIns="0" rIns="0" bIns="0" rtlCol="0" anchor="t"/>
          <a:lstStyle/>
          <a:p>
            <a:pPr marL="0" indent="0" algn="ctr">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Strategist</a:t>
            </a:r>
            <a:endParaRPr lang="en-US" sz="2000" dirty="0"/>
          </a:p>
        </p:txBody>
      </p:sp>
      <p:sp>
        <p:nvSpPr>
          <p:cNvPr id="9" name="Text 7"/>
          <p:cNvSpPr/>
          <p:nvPr/>
        </p:nvSpPr>
        <p:spPr>
          <a:xfrm>
            <a:off x="3962301" y="1672530"/>
            <a:ext cx="2844729" cy="533400"/>
          </a:xfrm>
          <a:prstGeom prst="rect">
            <a:avLst/>
          </a:prstGeom>
          <a:noFill/>
          <a:ln/>
        </p:spPr>
        <p:txBody>
          <a:bodyPr wrap="none" lIns="0" tIns="0" rIns="0" bIns="0" rtlCol="0" anchor="t"/>
          <a:lstStyle/>
          <a:p>
            <a:pPr marL="0" indent="0" algn="ctr">
              <a:lnSpc>
                <a:spcPct val="117000"/>
              </a:lnSpc>
              <a:buNone/>
            </a:pPr>
            <a:r>
              <a:rPr lang="en-US" sz="3000" dirty="0">
                <a:solidFill>
                  <a:srgbClr val="B8330C"/>
                </a:solidFill>
                <a:latin typeface="Space Grotesk" pitchFamily="34" charset="0"/>
                <a:ea typeface="Space Grotesk" pitchFamily="34" charset="-122"/>
                <a:cs typeface="Space Grotesk" pitchFamily="34" charset="-120"/>
              </a:rPr>
              <a:t>↓</a:t>
            </a:r>
            <a:endParaRPr lang="en-US" sz="3000" dirty="0"/>
          </a:p>
        </p:txBody>
      </p:sp>
      <p:sp>
        <p:nvSpPr>
          <p:cNvPr id="10" name="Shape 8"/>
          <p:cNvSpPr/>
          <p:nvPr/>
        </p:nvSpPr>
        <p:spPr>
          <a:xfrm>
            <a:off x="3962301" y="2332930"/>
            <a:ext cx="2844729" cy="762000"/>
          </a:xfrm>
          <a:prstGeom prst="roundRect">
            <a:avLst>
              <a:gd name="adj" fmla="val 47999"/>
            </a:avLst>
          </a:prstGeom>
          <a:solidFill>
            <a:srgbClr val="FC9FA5"/>
          </a:solidFill>
          <a:ln/>
        </p:spPr>
        <p:txBody>
          <a:bodyPr/>
          <a:lstStyle/>
          <a:p>
            <a:endParaRPr lang="en-IN"/>
          </a:p>
        </p:txBody>
      </p:sp>
      <p:sp>
        <p:nvSpPr>
          <p:cNvPr id="11" name="Text 9"/>
          <p:cNvSpPr/>
          <p:nvPr/>
        </p:nvSpPr>
        <p:spPr>
          <a:xfrm>
            <a:off x="3962301" y="2536130"/>
            <a:ext cx="2844729" cy="355600"/>
          </a:xfrm>
          <a:prstGeom prst="rect">
            <a:avLst/>
          </a:prstGeom>
          <a:noFill/>
          <a:ln/>
        </p:spPr>
        <p:txBody>
          <a:bodyPr wrap="none" lIns="0" tIns="0" rIns="0" bIns="0" rtlCol="0" anchor="t"/>
          <a:lstStyle/>
          <a:p>
            <a:pPr marL="0" indent="0" algn="ctr">
              <a:lnSpc>
                <a:spcPct val="117000"/>
              </a:lnSpc>
              <a:buNone/>
            </a:pPr>
            <a:r>
              <a:rPr lang="en-US" sz="2000" b="1" dirty="0">
                <a:solidFill>
                  <a:srgbClr val="000000"/>
                </a:solidFill>
                <a:latin typeface="Space Grotesk Bold" pitchFamily="34" charset="0"/>
                <a:ea typeface="Space Grotesk Bold" pitchFamily="34" charset="-122"/>
                <a:cs typeface="Space Grotesk Bold" pitchFamily="34" charset="-120"/>
              </a:rPr>
              <a:t>Project managers</a:t>
            </a:r>
            <a:endParaRPr lang="en-US" sz="2000" dirty="0"/>
          </a:p>
        </p:txBody>
      </p:sp>
      <p:sp>
        <p:nvSpPr>
          <p:cNvPr id="12" name="Shape 10"/>
          <p:cNvSpPr/>
          <p:nvPr/>
        </p:nvSpPr>
        <p:spPr>
          <a:xfrm>
            <a:off x="3962301" y="5431730"/>
            <a:ext cx="2844729" cy="711200"/>
          </a:xfrm>
          <a:prstGeom prst="roundRect">
            <a:avLst>
              <a:gd name="adj" fmla="val 38570"/>
            </a:avLst>
          </a:prstGeom>
          <a:solidFill>
            <a:srgbClr val="FFC9A8"/>
          </a:solidFill>
          <a:ln/>
        </p:spPr>
        <p:txBody>
          <a:bodyPr/>
          <a:lstStyle/>
          <a:p>
            <a:endParaRPr lang="en-IN"/>
          </a:p>
        </p:txBody>
      </p:sp>
      <p:sp>
        <p:nvSpPr>
          <p:cNvPr id="13" name="Text 11"/>
          <p:cNvSpPr/>
          <p:nvPr/>
        </p:nvSpPr>
        <p:spPr>
          <a:xfrm>
            <a:off x="3962301" y="5628243"/>
            <a:ext cx="2844729" cy="319980"/>
          </a:xfrm>
          <a:prstGeom prst="rect">
            <a:avLst/>
          </a:prstGeom>
          <a:noFill/>
          <a:ln/>
        </p:spPr>
        <p:txBody>
          <a:bodyPr wrap="none" lIns="0" tIns="0" rIns="0" bIns="0" rtlCol="0" anchor="t"/>
          <a:lstStyle/>
          <a:p>
            <a:pPr marL="0" indent="0" algn="ctr">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2 level of POC</a:t>
            </a:r>
            <a:endParaRPr lang="en-US" sz="1800" dirty="0"/>
          </a:p>
        </p:txBody>
      </p:sp>
      <p:sp>
        <p:nvSpPr>
          <p:cNvPr id="14" name="Text 12"/>
          <p:cNvSpPr/>
          <p:nvPr/>
        </p:nvSpPr>
        <p:spPr>
          <a:xfrm>
            <a:off x="6807030" y="3196530"/>
            <a:ext cx="355591" cy="533400"/>
          </a:xfrm>
          <a:prstGeom prst="rect">
            <a:avLst/>
          </a:prstGeom>
          <a:noFill/>
          <a:ln/>
        </p:spPr>
        <p:txBody>
          <a:bodyPr wrap="none" lIns="0" tIns="0" rIns="0" bIns="0" rtlCol="0" anchor="t"/>
          <a:lstStyle/>
          <a:p>
            <a:pPr marL="0" indent="0" algn="ctr">
              <a:lnSpc>
                <a:spcPct val="117000"/>
              </a:lnSpc>
              <a:buNone/>
            </a:pPr>
            <a:r>
              <a:rPr lang="en-US" sz="3000" dirty="0">
                <a:solidFill>
                  <a:srgbClr val="B8330C"/>
                </a:solidFill>
                <a:latin typeface="Space Grotesk" pitchFamily="34" charset="0"/>
                <a:ea typeface="Space Grotesk" pitchFamily="34" charset="-122"/>
                <a:cs typeface="Space Grotesk" pitchFamily="34" charset="-120"/>
              </a:rPr>
              <a:t>→</a:t>
            </a:r>
            <a:endParaRPr lang="en-US" sz="3000" dirty="0"/>
          </a:p>
        </p:txBody>
      </p:sp>
      <p:sp>
        <p:nvSpPr>
          <p:cNvPr id="15" name="Text 13"/>
          <p:cNvSpPr/>
          <p:nvPr/>
        </p:nvSpPr>
        <p:spPr>
          <a:xfrm>
            <a:off x="7162621" y="796230"/>
            <a:ext cx="711182" cy="533400"/>
          </a:xfrm>
          <a:prstGeom prst="rect">
            <a:avLst/>
          </a:prstGeom>
          <a:noFill/>
          <a:ln/>
        </p:spPr>
        <p:txBody>
          <a:bodyPr wrap="none" lIns="0" tIns="0" rIns="0" bIns="0" rtlCol="0" anchor="t"/>
          <a:lstStyle/>
          <a:p>
            <a:pPr marL="0" indent="0" algn="ctr">
              <a:lnSpc>
                <a:spcPct val="117000"/>
              </a:lnSpc>
              <a:buNone/>
            </a:pPr>
            <a:r>
              <a:rPr lang="en-US" sz="3000" dirty="0">
                <a:solidFill>
                  <a:srgbClr val="B8330C"/>
                </a:solidFill>
                <a:latin typeface="Space Grotesk" pitchFamily="34" charset="0"/>
                <a:ea typeface="Space Grotesk" pitchFamily="34" charset="-122"/>
                <a:cs typeface="Space Grotesk" pitchFamily="34" charset="-120"/>
              </a:rPr>
              <a:t>→</a:t>
            </a:r>
            <a:endParaRPr lang="en-US" sz="3000" dirty="0"/>
          </a:p>
        </p:txBody>
      </p:sp>
      <p:sp>
        <p:nvSpPr>
          <p:cNvPr id="16" name="Shape 14"/>
          <p:cNvSpPr/>
          <p:nvPr/>
        </p:nvSpPr>
        <p:spPr>
          <a:xfrm>
            <a:off x="7873803" y="783530"/>
            <a:ext cx="3555911" cy="558800"/>
          </a:xfrm>
          <a:prstGeom prst="roundRect">
            <a:avLst>
              <a:gd name="adj" fmla="val 49999"/>
            </a:avLst>
          </a:prstGeom>
          <a:solidFill>
            <a:srgbClr val="F9B440"/>
          </a:solidFill>
          <a:ln/>
        </p:spPr>
        <p:txBody>
          <a:bodyPr/>
          <a:lstStyle/>
          <a:p>
            <a:endParaRPr lang="en-IN"/>
          </a:p>
        </p:txBody>
      </p:sp>
      <p:sp>
        <p:nvSpPr>
          <p:cNvPr id="17" name="Text 15"/>
          <p:cNvSpPr/>
          <p:nvPr/>
        </p:nvSpPr>
        <p:spPr>
          <a:xfrm>
            <a:off x="7873803" y="903843"/>
            <a:ext cx="3555911" cy="319980"/>
          </a:xfrm>
          <a:prstGeom prst="rect">
            <a:avLst/>
          </a:prstGeom>
          <a:noFill/>
          <a:ln/>
        </p:spPr>
        <p:txBody>
          <a:bodyPr wrap="none" lIns="0" tIns="0" rIns="0" bIns="0" rtlCol="0" anchor="t"/>
          <a:lstStyle/>
          <a:p>
            <a:pPr marL="0" indent="0" algn="ctr">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SEO</a:t>
            </a:r>
            <a:endParaRPr lang="en-US" sz="1800" dirty="0"/>
          </a:p>
        </p:txBody>
      </p:sp>
      <p:sp>
        <p:nvSpPr>
          <p:cNvPr id="18" name="Text 16"/>
          <p:cNvSpPr/>
          <p:nvPr/>
        </p:nvSpPr>
        <p:spPr>
          <a:xfrm>
            <a:off x="7162621" y="1482030"/>
            <a:ext cx="711182" cy="533400"/>
          </a:xfrm>
          <a:prstGeom prst="rect">
            <a:avLst/>
          </a:prstGeom>
          <a:noFill/>
          <a:ln/>
        </p:spPr>
        <p:txBody>
          <a:bodyPr wrap="none" lIns="0" tIns="0" rIns="0" bIns="0" rtlCol="0" anchor="t"/>
          <a:lstStyle/>
          <a:p>
            <a:pPr marL="0" indent="0" algn="ctr">
              <a:lnSpc>
                <a:spcPct val="117000"/>
              </a:lnSpc>
              <a:buNone/>
            </a:pPr>
            <a:r>
              <a:rPr lang="en-US" sz="3000" dirty="0">
                <a:solidFill>
                  <a:srgbClr val="B8330C"/>
                </a:solidFill>
                <a:latin typeface="Space Grotesk" pitchFamily="34" charset="0"/>
                <a:ea typeface="Space Grotesk" pitchFamily="34" charset="-122"/>
                <a:cs typeface="Space Grotesk" pitchFamily="34" charset="-120"/>
              </a:rPr>
              <a:t>→</a:t>
            </a:r>
            <a:endParaRPr lang="en-US" sz="3000" dirty="0"/>
          </a:p>
        </p:txBody>
      </p:sp>
      <p:sp>
        <p:nvSpPr>
          <p:cNvPr id="19" name="Shape 17"/>
          <p:cNvSpPr/>
          <p:nvPr/>
        </p:nvSpPr>
        <p:spPr>
          <a:xfrm>
            <a:off x="7873803" y="1469330"/>
            <a:ext cx="3555911" cy="558800"/>
          </a:xfrm>
          <a:prstGeom prst="roundRect">
            <a:avLst>
              <a:gd name="adj" fmla="val 49999"/>
            </a:avLst>
          </a:prstGeom>
          <a:solidFill>
            <a:srgbClr val="FE829A"/>
          </a:solidFill>
          <a:ln/>
        </p:spPr>
        <p:txBody>
          <a:bodyPr/>
          <a:lstStyle/>
          <a:p>
            <a:endParaRPr lang="en-IN"/>
          </a:p>
        </p:txBody>
      </p:sp>
      <p:sp>
        <p:nvSpPr>
          <p:cNvPr id="20" name="Text 18"/>
          <p:cNvSpPr/>
          <p:nvPr/>
        </p:nvSpPr>
        <p:spPr>
          <a:xfrm>
            <a:off x="7873803" y="1589643"/>
            <a:ext cx="3555911" cy="319980"/>
          </a:xfrm>
          <a:prstGeom prst="rect">
            <a:avLst/>
          </a:prstGeom>
          <a:noFill/>
          <a:ln/>
        </p:spPr>
        <p:txBody>
          <a:bodyPr wrap="none" lIns="0" tIns="0" rIns="0" bIns="0" rtlCol="0" anchor="t"/>
          <a:lstStyle/>
          <a:p>
            <a:pPr marL="0" indent="0" algn="ctr">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Social media</a:t>
            </a:r>
            <a:endParaRPr lang="en-US" sz="1800" dirty="0"/>
          </a:p>
        </p:txBody>
      </p:sp>
      <p:sp>
        <p:nvSpPr>
          <p:cNvPr id="21" name="Text 19"/>
          <p:cNvSpPr/>
          <p:nvPr/>
        </p:nvSpPr>
        <p:spPr>
          <a:xfrm>
            <a:off x="7162621" y="2167830"/>
            <a:ext cx="711182" cy="533400"/>
          </a:xfrm>
          <a:prstGeom prst="rect">
            <a:avLst/>
          </a:prstGeom>
          <a:noFill/>
          <a:ln/>
        </p:spPr>
        <p:txBody>
          <a:bodyPr wrap="none" lIns="0" tIns="0" rIns="0" bIns="0" rtlCol="0" anchor="t"/>
          <a:lstStyle/>
          <a:p>
            <a:pPr marL="0" indent="0" algn="ctr">
              <a:lnSpc>
                <a:spcPct val="117000"/>
              </a:lnSpc>
              <a:buNone/>
            </a:pPr>
            <a:r>
              <a:rPr lang="en-US" sz="3000" dirty="0">
                <a:solidFill>
                  <a:srgbClr val="B8330C"/>
                </a:solidFill>
                <a:latin typeface="Space Grotesk" pitchFamily="34" charset="0"/>
                <a:ea typeface="Space Grotesk" pitchFamily="34" charset="-122"/>
                <a:cs typeface="Space Grotesk" pitchFamily="34" charset="-120"/>
              </a:rPr>
              <a:t>→</a:t>
            </a:r>
            <a:endParaRPr lang="en-US" sz="3000" dirty="0"/>
          </a:p>
        </p:txBody>
      </p:sp>
      <p:sp>
        <p:nvSpPr>
          <p:cNvPr id="22" name="Shape 20"/>
          <p:cNvSpPr/>
          <p:nvPr/>
        </p:nvSpPr>
        <p:spPr>
          <a:xfrm>
            <a:off x="7873803" y="2155130"/>
            <a:ext cx="3555911" cy="558800"/>
          </a:xfrm>
          <a:prstGeom prst="roundRect">
            <a:avLst>
              <a:gd name="adj" fmla="val 49999"/>
            </a:avLst>
          </a:prstGeom>
          <a:solidFill>
            <a:srgbClr val="FC9FA5"/>
          </a:solidFill>
          <a:ln/>
        </p:spPr>
        <p:txBody>
          <a:bodyPr/>
          <a:lstStyle/>
          <a:p>
            <a:endParaRPr lang="en-IN"/>
          </a:p>
        </p:txBody>
      </p:sp>
      <p:sp>
        <p:nvSpPr>
          <p:cNvPr id="23" name="Text 21"/>
          <p:cNvSpPr/>
          <p:nvPr/>
        </p:nvSpPr>
        <p:spPr>
          <a:xfrm>
            <a:off x="7873803" y="2275443"/>
            <a:ext cx="3555911" cy="319980"/>
          </a:xfrm>
          <a:prstGeom prst="rect">
            <a:avLst/>
          </a:prstGeom>
          <a:noFill/>
          <a:ln/>
        </p:spPr>
        <p:txBody>
          <a:bodyPr wrap="none" lIns="0" tIns="0" rIns="0" bIns="0" rtlCol="0" anchor="t"/>
          <a:lstStyle/>
          <a:p>
            <a:pPr marL="0" indent="0" algn="ctr">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PPC</a:t>
            </a:r>
            <a:endParaRPr lang="en-US" sz="1800" dirty="0"/>
          </a:p>
        </p:txBody>
      </p:sp>
      <p:sp>
        <p:nvSpPr>
          <p:cNvPr id="24" name="Text 22"/>
          <p:cNvSpPr/>
          <p:nvPr/>
        </p:nvSpPr>
        <p:spPr>
          <a:xfrm>
            <a:off x="7162621" y="2853630"/>
            <a:ext cx="711182" cy="533400"/>
          </a:xfrm>
          <a:prstGeom prst="rect">
            <a:avLst/>
          </a:prstGeom>
          <a:noFill/>
          <a:ln/>
        </p:spPr>
        <p:txBody>
          <a:bodyPr wrap="none" lIns="0" tIns="0" rIns="0" bIns="0" rtlCol="0" anchor="t"/>
          <a:lstStyle/>
          <a:p>
            <a:pPr marL="0" indent="0" algn="ctr">
              <a:lnSpc>
                <a:spcPct val="117000"/>
              </a:lnSpc>
              <a:buNone/>
            </a:pPr>
            <a:r>
              <a:rPr lang="en-US" sz="3000" dirty="0">
                <a:solidFill>
                  <a:srgbClr val="B8330C"/>
                </a:solidFill>
                <a:latin typeface="Space Grotesk" pitchFamily="34" charset="0"/>
                <a:ea typeface="Space Grotesk" pitchFamily="34" charset="-122"/>
                <a:cs typeface="Space Grotesk" pitchFamily="34" charset="-120"/>
              </a:rPr>
              <a:t>→</a:t>
            </a:r>
            <a:endParaRPr lang="en-US" sz="3000" dirty="0"/>
          </a:p>
        </p:txBody>
      </p:sp>
      <p:sp>
        <p:nvSpPr>
          <p:cNvPr id="25" name="Shape 23"/>
          <p:cNvSpPr/>
          <p:nvPr/>
        </p:nvSpPr>
        <p:spPr>
          <a:xfrm>
            <a:off x="7873803" y="2840930"/>
            <a:ext cx="3555911" cy="558800"/>
          </a:xfrm>
          <a:prstGeom prst="roundRect">
            <a:avLst>
              <a:gd name="adj" fmla="val 49999"/>
            </a:avLst>
          </a:prstGeom>
          <a:solidFill>
            <a:srgbClr val="FBE3D3"/>
          </a:solidFill>
          <a:ln/>
        </p:spPr>
        <p:txBody>
          <a:bodyPr/>
          <a:lstStyle/>
          <a:p>
            <a:endParaRPr lang="en-IN"/>
          </a:p>
        </p:txBody>
      </p:sp>
      <p:sp>
        <p:nvSpPr>
          <p:cNvPr id="26" name="Text 24"/>
          <p:cNvSpPr/>
          <p:nvPr/>
        </p:nvSpPr>
        <p:spPr>
          <a:xfrm>
            <a:off x="7873803" y="2961243"/>
            <a:ext cx="3555911" cy="319980"/>
          </a:xfrm>
          <a:prstGeom prst="rect">
            <a:avLst/>
          </a:prstGeom>
          <a:noFill/>
          <a:ln/>
        </p:spPr>
        <p:txBody>
          <a:bodyPr wrap="none" lIns="0" tIns="0" rIns="0" bIns="0" rtlCol="0" anchor="t"/>
          <a:lstStyle/>
          <a:p>
            <a:pPr marL="0" indent="0" algn="ctr">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Motion graphic</a:t>
            </a:r>
            <a:endParaRPr lang="en-US" sz="1800" dirty="0"/>
          </a:p>
        </p:txBody>
      </p:sp>
      <p:sp>
        <p:nvSpPr>
          <p:cNvPr id="27" name="Text 25"/>
          <p:cNvSpPr/>
          <p:nvPr/>
        </p:nvSpPr>
        <p:spPr>
          <a:xfrm>
            <a:off x="7162621" y="3539430"/>
            <a:ext cx="711182" cy="533400"/>
          </a:xfrm>
          <a:prstGeom prst="rect">
            <a:avLst/>
          </a:prstGeom>
          <a:noFill/>
          <a:ln/>
        </p:spPr>
        <p:txBody>
          <a:bodyPr wrap="none" lIns="0" tIns="0" rIns="0" bIns="0" rtlCol="0" anchor="t"/>
          <a:lstStyle/>
          <a:p>
            <a:pPr marL="0" indent="0" algn="ctr">
              <a:lnSpc>
                <a:spcPct val="117000"/>
              </a:lnSpc>
              <a:buNone/>
            </a:pPr>
            <a:r>
              <a:rPr lang="en-US" sz="3000" dirty="0">
                <a:solidFill>
                  <a:srgbClr val="B8330C"/>
                </a:solidFill>
                <a:latin typeface="Space Grotesk" pitchFamily="34" charset="0"/>
                <a:ea typeface="Space Grotesk" pitchFamily="34" charset="-122"/>
                <a:cs typeface="Space Grotesk" pitchFamily="34" charset="-120"/>
              </a:rPr>
              <a:t>→</a:t>
            </a:r>
            <a:endParaRPr lang="en-US" sz="3000" dirty="0"/>
          </a:p>
        </p:txBody>
      </p:sp>
      <p:sp>
        <p:nvSpPr>
          <p:cNvPr id="28" name="Shape 26"/>
          <p:cNvSpPr/>
          <p:nvPr/>
        </p:nvSpPr>
        <p:spPr>
          <a:xfrm>
            <a:off x="7873803" y="3526730"/>
            <a:ext cx="3555911" cy="558800"/>
          </a:xfrm>
          <a:prstGeom prst="roundRect">
            <a:avLst>
              <a:gd name="adj" fmla="val 49999"/>
            </a:avLst>
          </a:prstGeom>
          <a:solidFill>
            <a:srgbClr val="F9B440"/>
          </a:solidFill>
          <a:ln/>
        </p:spPr>
        <p:txBody>
          <a:bodyPr/>
          <a:lstStyle/>
          <a:p>
            <a:endParaRPr lang="en-IN"/>
          </a:p>
        </p:txBody>
      </p:sp>
      <p:sp>
        <p:nvSpPr>
          <p:cNvPr id="29" name="Text 27"/>
          <p:cNvSpPr/>
          <p:nvPr/>
        </p:nvSpPr>
        <p:spPr>
          <a:xfrm>
            <a:off x="7873803" y="3647043"/>
            <a:ext cx="3555911" cy="319980"/>
          </a:xfrm>
          <a:prstGeom prst="rect">
            <a:avLst/>
          </a:prstGeom>
          <a:noFill/>
          <a:ln/>
        </p:spPr>
        <p:txBody>
          <a:bodyPr wrap="none" lIns="0" tIns="0" rIns="0" bIns="0" rtlCol="0" anchor="t"/>
          <a:lstStyle/>
          <a:p>
            <a:pPr marL="0" indent="0" algn="ctr">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Animation</a:t>
            </a:r>
            <a:endParaRPr lang="en-US" sz="1800" dirty="0"/>
          </a:p>
        </p:txBody>
      </p:sp>
      <p:sp>
        <p:nvSpPr>
          <p:cNvPr id="30" name="Text 28"/>
          <p:cNvSpPr/>
          <p:nvPr/>
        </p:nvSpPr>
        <p:spPr>
          <a:xfrm>
            <a:off x="7162621" y="4225230"/>
            <a:ext cx="711182" cy="533400"/>
          </a:xfrm>
          <a:prstGeom prst="rect">
            <a:avLst/>
          </a:prstGeom>
          <a:noFill/>
          <a:ln/>
        </p:spPr>
        <p:txBody>
          <a:bodyPr wrap="none" lIns="0" tIns="0" rIns="0" bIns="0" rtlCol="0" anchor="t"/>
          <a:lstStyle/>
          <a:p>
            <a:pPr marL="0" indent="0" algn="ctr">
              <a:lnSpc>
                <a:spcPct val="117000"/>
              </a:lnSpc>
              <a:buNone/>
            </a:pPr>
            <a:r>
              <a:rPr lang="en-US" sz="3000" dirty="0">
                <a:solidFill>
                  <a:srgbClr val="B8330C"/>
                </a:solidFill>
                <a:latin typeface="Space Grotesk" pitchFamily="34" charset="0"/>
                <a:ea typeface="Space Grotesk" pitchFamily="34" charset="-122"/>
                <a:cs typeface="Space Grotesk" pitchFamily="34" charset="-120"/>
              </a:rPr>
              <a:t>→</a:t>
            </a:r>
            <a:endParaRPr lang="en-US" sz="3000" dirty="0"/>
          </a:p>
        </p:txBody>
      </p:sp>
      <p:sp>
        <p:nvSpPr>
          <p:cNvPr id="31" name="Shape 29"/>
          <p:cNvSpPr/>
          <p:nvPr/>
        </p:nvSpPr>
        <p:spPr>
          <a:xfrm>
            <a:off x="7873803" y="4212530"/>
            <a:ext cx="3555911" cy="558800"/>
          </a:xfrm>
          <a:prstGeom prst="roundRect">
            <a:avLst>
              <a:gd name="adj" fmla="val 49999"/>
            </a:avLst>
          </a:prstGeom>
          <a:solidFill>
            <a:srgbClr val="FE829A"/>
          </a:solidFill>
          <a:ln/>
        </p:spPr>
        <p:txBody>
          <a:bodyPr/>
          <a:lstStyle/>
          <a:p>
            <a:endParaRPr lang="en-IN"/>
          </a:p>
        </p:txBody>
      </p:sp>
      <p:sp>
        <p:nvSpPr>
          <p:cNvPr id="32" name="Text 30"/>
          <p:cNvSpPr/>
          <p:nvPr/>
        </p:nvSpPr>
        <p:spPr>
          <a:xfrm>
            <a:off x="7873803" y="4332843"/>
            <a:ext cx="3555911" cy="319980"/>
          </a:xfrm>
          <a:prstGeom prst="rect">
            <a:avLst/>
          </a:prstGeom>
          <a:noFill/>
          <a:ln/>
        </p:spPr>
        <p:txBody>
          <a:bodyPr wrap="none" lIns="0" tIns="0" rIns="0" bIns="0" rtlCol="0" anchor="t"/>
          <a:lstStyle/>
          <a:p>
            <a:pPr marL="0" indent="0" algn="ctr">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Content</a:t>
            </a:r>
            <a:endParaRPr lang="en-US" sz="1800" dirty="0"/>
          </a:p>
        </p:txBody>
      </p:sp>
      <p:sp>
        <p:nvSpPr>
          <p:cNvPr id="33" name="Text 31"/>
          <p:cNvSpPr/>
          <p:nvPr/>
        </p:nvSpPr>
        <p:spPr>
          <a:xfrm>
            <a:off x="7162621" y="4911030"/>
            <a:ext cx="711182" cy="533400"/>
          </a:xfrm>
          <a:prstGeom prst="rect">
            <a:avLst/>
          </a:prstGeom>
          <a:noFill/>
          <a:ln/>
        </p:spPr>
        <p:txBody>
          <a:bodyPr wrap="none" lIns="0" tIns="0" rIns="0" bIns="0" rtlCol="0" anchor="t"/>
          <a:lstStyle/>
          <a:p>
            <a:pPr marL="0" indent="0" algn="ctr">
              <a:lnSpc>
                <a:spcPct val="117000"/>
              </a:lnSpc>
              <a:buNone/>
            </a:pPr>
            <a:r>
              <a:rPr lang="en-US" sz="3000" dirty="0">
                <a:solidFill>
                  <a:srgbClr val="B8330C"/>
                </a:solidFill>
                <a:latin typeface="Space Grotesk" pitchFamily="34" charset="0"/>
                <a:ea typeface="Space Grotesk" pitchFamily="34" charset="-122"/>
                <a:cs typeface="Space Grotesk" pitchFamily="34" charset="-120"/>
              </a:rPr>
              <a:t>→</a:t>
            </a:r>
            <a:endParaRPr lang="en-US" sz="3000" dirty="0"/>
          </a:p>
        </p:txBody>
      </p:sp>
      <p:sp>
        <p:nvSpPr>
          <p:cNvPr id="34" name="Shape 32"/>
          <p:cNvSpPr/>
          <p:nvPr/>
        </p:nvSpPr>
        <p:spPr>
          <a:xfrm>
            <a:off x="7873803" y="4898330"/>
            <a:ext cx="3555911" cy="558800"/>
          </a:xfrm>
          <a:prstGeom prst="roundRect">
            <a:avLst>
              <a:gd name="adj" fmla="val 49999"/>
            </a:avLst>
          </a:prstGeom>
          <a:solidFill>
            <a:srgbClr val="FC9FA5"/>
          </a:solidFill>
          <a:ln/>
        </p:spPr>
        <p:txBody>
          <a:bodyPr/>
          <a:lstStyle/>
          <a:p>
            <a:endParaRPr lang="en-IN"/>
          </a:p>
        </p:txBody>
      </p:sp>
      <p:sp>
        <p:nvSpPr>
          <p:cNvPr id="35" name="Text 33"/>
          <p:cNvSpPr/>
          <p:nvPr/>
        </p:nvSpPr>
        <p:spPr>
          <a:xfrm>
            <a:off x="7873803" y="5018643"/>
            <a:ext cx="3555911" cy="319980"/>
          </a:xfrm>
          <a:prstGeom prst="rect">
            <a:avLst/>
          </a:prstGeom>
          <a:noFill/>
          <a:ln/>
        </p:spPr>
        <p:txBody>
          <a:bodyPr wrap="none" lIns="0" tIns="0" rIns="0" bIns="0" rtlCol="0" anchor="t"/>
          <a:lstStyle/>
          <a:p>
            <a:pPr marL="0" indent="0" algn="ctr">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Copyright</a:t>
            </a:r>
            <a:endParaRPr lang="en-US" sz="1800" dirty="0"/>
          </a:p>
        </p:txBody>
      </p:sp>
      <p:sp>
        <p:nvSpPr>
          <p:cNvPr id="36" name="Text 34"/>
          <p:cNvSpPr/>
          <p:nvPr/>
        </p:nvSpPr>
        <p:spPr>
          <a:xfrm>
            <a:off x="7162621" y="5596830"/>
            <a:ext cx="711182" cy="533400"/>
          </a:xfrm>
          <a:prstGeom prst="rect">
            <a:avLst/>
          </a:prstGeom>
          <a:noFill/>
          <a:ln/>
        </p:spPr>
        <p:txBody>
          <a:bodyPr wrap="none" lIns="0" tIns="0" rIns="0" bIns="0" rtlCol="0" anchor="t"/>
          <a:lstStyle/>
          <a:p>
            <a:pPr marL="0" indent="0" algn="ctr">
              <a:lnSpc>
                <a:spcPct val="117000"/>
              </a:lnSpc>
              <a:buNone/>
            </a:pPr>
            <a:r>
              <a:rPr lang="en-US" sz="3000" dirty="0">
                <a:solidFill>
                  <a:srgbClr val="B8330C"/>
                </a:solidFill>
                <a:latin typeface="Space Grotesk" pitchFamily="34" charset="0"/>
                <a:ea typeface="Space Grotesk" pitchFamily="34" charset="-122"/>
                <a:cs typeface="Space Grotesk" pitchFamily="34" charset="-120"/>
              </a:rPr>
              <a:t>→</a:t>
            </a:r>
            <a:endParaRPr lang="en-US" sz="3000" dirty="0"/>
          </a:p>
        </p:txBody>
      </p:sp>
      <p:sp>
        <p:nvSpPr>
          <p:cNvPr id="37" name="Shape 35"/>
          <p:cNvSpPr/>
          <p:nvPr/>
        </p:nvSpPr>
        <p:spPr>
          <a:xfrm>
            <a:off x="7873803" y="5584130"/>
            <a:ext cx="3555911" cy="558800"/>
          </a:xfrm>
          <a:prstGeom prst="roundRect">
            <a:avLst>
              <a:gd name="adj" fmla="val 49999"/>
            </a:avLst>
          </a:prstGeom>
          <a:solidFill>
            <a:srgbClr val="FBE3D3"/>
          </a:solidFill>
          <a:ln/>
        </p:spPr>
        <p:txBody>
          <a:bodyPr/>
          <a:lstStyle/>
          <a:p>
            <a:endParaRPr lang="en-IN"/>
          </a:p>
        </p:txBody>
      </p:sp>
      <p:sp>
        <p:nvSpPr>
          <p:cNvPr id="38" name="Text 36"/>
          <p:cNvSpPr/>
          <p:nvPr/>
        </p:nvSpPr>
        <p:spPr>
          <a:xfrm>
            <a:off x="7873803" y="5704443"/>
            <a:ext cx="3555911" cy="319980"/>
          </a:xfrm>
          <a:prstGeom prst="rect">
            <a:avLst/>
          </a:prstGeom>
          <a:noFill/>
          <a:ln/>
        </p:spPr>
        <p:txBody>
          <a:bodyPr wrap="none" lIns="0" tIns="0" rIns="0" bIns="0" rtlCol="0" anchor="t"/>
          <a:lstStyle/>
          <a:p>
            <a:pPr marL="0" indent="0" algn="ctr">
              <a:lnSpc>
                <a:spcPct val="117000"/>
              </a:lnSpc>
              <a:buNone/>
            </a:pPr>
            <a:r>
              <a:rPr lang="en-US" sz="1800" b="1" dirty="0">
                <a:solidFill>
                  <a:srgbClr val="000000"/>
                </a:solidFill>
                <a:latin typeface="Space Grotesk Bold" pitchFamily="34" charset="0"/>
                <a:ea typeface="Space Grotesk Bold" pitchFamily="34" charset="-122"/>
                <a:cs typeface="Space Grotesk Bold" pitchFamily="34" charset="-120"/>
              </a:rPr>
              <a:t>Tech</a:t>
            </a:r>
            <a:endParaRPr lang="en-US" sz="1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761981" y="211899"/>
            <a:ext cx="10667733" cy="453330"/>
          </a:xfrm>
          <a:prstGeom prst="rect">
            <a:avLst/>
          </a:prstGeom>
          <a:noFill/>
          <a:ln/>
        </p:spPr>
        <p:txBody>
          <a:bodyPr wrap="none" lIns="0" tIns="0" rIns="0" bIns="0" rtlCol="0" anchor="t"/>
          <a:lstStyle/>
          <a:p>
            <a:pPr marL="0" indent="0" algn="l">
              <a:lnSpc>
                <a:spcPct val="88000"/>
              </a:lnSpc>
              <a:buNone/>
            </a:pPr>
            <a:r>
              <a:rPr lang="en-US" sz="3400" b="1" dirty="0">
                <a:solidFill>
                  <a:srgbClr val="FB5022"/>
                </a:solidFill>
                <a:latin typeface="Fredoka Bold" pitchFamily="34" charset="0"/>
                <a:ea typeface="Fredoka Bold" pitchFamily="34" charset="-122"/>
                <a:cs typeface="Fredoka Bold" pitchFamily="34" charset="-120"/>
              </a:rPr>
              <a:t>Project governance and accountability</a:t>
            </a:r>
            <a:endParaRPr lang="en-US" sz="3400" dirty="0"/>
          </a:p>
        </p:txBody>
      </p:sp>
      <p:sp>
        <p:nvSpPr>
          <p:cNvPr id="4" name="Text 2"/>
          <p:cNvSpPr/>
          <p:nvPr/>
        </p:nvSpPr>
        <p:spPr>
          <a:xfrm>
            <a:off x="761981" y="783848"/>
            <a:ext cx="2489138"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 </a:t>
            </a:r>
            <a:endParaRPr lang="en-US" sz="1600" dirty="0"/>
          </a:p>
        </p:txBody>
      </p:sp>
      <p:sp>
        <p:nvSpPr>
          <p:cNvPr id="5" name="Shape 3"/>
          <p:cNvSpPr/>
          <p:nvPr/>
        </p:nvSpPr>
        <p:spPr>
          <a:xfrm>
            <a:off x="3251119" y="783530"/>
            <a:ext cx="5689458" cy="1397000"/>
          </a:xfrm>
          <a:prstGeom prst="roundRect">
            <a:avLst>
              <a:gd name="adj" fmla="val 26181"/>
            </a:avLst>
          </a:prstGeom>
          <a:solidFill>
            <a:srgbClr val="FE829A"/>
          </a:solidFill>
          <a:ln/>
        </p:spPr>
        <p:txBody>
          <a:bodyPr/>
          <a:lstStyle/>
          <a:p>
            <a:endParaRPr lang="en-IN"/>
          </a:p>
        </p:txBody>
      </p:sp>
      <p:sp>
        <p:nvSpPr>
          <p:cNvPr id="6" name="Text 4"/>
          <p:cNvSpPr/>
          <p:nvPr/>
        </p:nvSpPr>
        <p:spPr>
          <a:xfrm>
            <a:off x="3251119" y="1268710"/>
            <a:ext cx="5689458"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Defining scope &amp; responsibilities</a:t>
            </a:r>
            <a:endParaRPr lang="en-US" sz="2400" dirty="0"/>
          </a:p>
        </p:txBody>
      </p:sp>
      <p:sp>
        <p:nvSpPr>
          <p:cNvPr id="7" name="Text 5"/>
          <p:cNvSpPr/>
          <p:nvPr/>
        </p:nvSpPr>
        <p:spPr>
          <a:xfrm>
            <a:off x="8940576" y="783848"/>
            <a:ext cx="2489138"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 </a:t>
            </a:r>
            <a:endParaRPr lang="en-US" sz="1600" dirty="0"/>
          </a:p>
        </p:txBody>
      </p:sp>
      <p:sp>
        <p:nvSpPr>
          <p:cNvPr id="8" name="Text 6"/>
          <p:cNvSpPr/>
          <p:nvPr/>
        </p:nvSpPr>
        <p:spPr>
          <a:xfrm>
            <a:off x="457189" y="2307530"/>
            <a:ext cx="11277318" cy="533400"/>
          </a:xfrm>
          <a:prstGeom prst="rect">
            <a:avLst/>
          </a:prstGeom>
          <a:noFill/>
          <a:ln/>
        </p:spPr>
        <p:txBody>
          <a:bodyPr wrap="none" lIns="0" tIns="0" rIns="0" bIns="0" rtlCol="0" anchor="t"/>
          <a:lstStyle/>
          <a:p>
            <a:pPr marL="0" indent="0" algn="ctr">
              <a:lnSpc>
                <a:spcPct val="117000"/>
              </a:lnSpc>
              <a:buNone/>
            </a:pPr>
            <a:r>
              <a:rPr lang="en-US" sz="3000" dirty="0">
                <a:solidFill>
                  <a:srgbClr val="FB5022"/>
                </a:solidFill>
                <a:latin typeface="Space Grotesk" pitchFamily="34" charset="0"/>
                <a:ea typeface="Space Grotesk" pitchFamily="34" charset="-122"/>
                <a:cs typeface="Space Grotesk" pitchFamily="34" charset="-120"/>
              </a:rPr>
              <a:t>↓</a:t>
            </a:r>
            <a:endParaRPr lang="en-US" sz="3000" dirty="0"/>
          </a:p>
        </p:txBody>
      </p:sp>
      <p:sp>
        <p:nvSpPr>
          <p:cNvPr id="9" name="Shape 7"/>
          <p:cNvSpPr/>
          <p:nvPr/>
        </p:nvSpPr>
        <p:spPr>
          <a:xfrm>
            <a:off x="761981" y="2967930"/>
            <a:ext cx="3352716" cy="2921000"/>
          </a:xfrm>
          <a:prstGeom prst="roundRect">
            <a:avLst>
              <a:gd name="adj" fmla="val 12521"/>
            </a:avLst>
          </a:prstGeom>
          <a:solidFill>
            <a:srgbClr val="F9B440"/>
          </a:solidFill>
          <a:ln/>
        </p:spPr>
        <p:txBody>
          <a:bodyPr/>
          <a:lstStyle/>
          <a:p>
            <a:endParaRPr lang="en-IN"/>
          </a:p>
        </p:txBody>
      </p:sp>
      <p:sp>
        <p:nvSpPr>
          <p:cNvPr id="10" name="Text 8"/>
          <p:cNvSpPr/>
          <p:nvPr/>
        </p:nvSpPr>
        <p:spPr>
          <a:xfrm>
            <a:off x="761981" y="4232870"/>
            <a:ext cx="3352716" cy="391120"/>
          </a:xfrm>
          <a:prstGeom prst="rect">
            <a:avLst/>
          </a:prstGeom>
          <a:noFill/>
          <a:ln/>
        </p:spPr>
        <p:txBody>
          <a:bodyPr wrap="none" lIns="0" tIns="0" rIns="0" bIns="0" rtlCol="0" anchor="t"/>
          <a:lstStyle/>
          <a:p>
            <a:pPr marL="0" indent="0" algn="ctr">
              <a:lnSpc>
                <a:spcPct val="117000"/>
              </a:lnSpc>
              <a:buNone/>
            </a:pPr>
            <a:r>
              <a:rPr lang="en-US" sz="2200" b="1" dirty="0">
                <a:solidFill>
                  <a:srgbClr val="000000"/>
                </a:solidFill>
                <a:latin typeface="Space Grotesk Bold" pitchFamily="34" charset="0"/>
                <a:ea typeface="Space Grotesk Bold" pitchFamily="34" charset="-122"/>
                <a:cs typeface="Space Grotesk Bold" pitchFamily="34" charset="-120"/>
              </a:rPr>
              <a:t>Setting goals &amp; metrics</a:t>
            </a:r>
            <a:endParaRPr lang="en-US" sz="2200" dirty="0"/>
          </a:p>
        </p:txBody>
      </p:sp>
      <p:sp>
        <p:nvSpPr>
          <p:cNvPr id="11" name="Shape 9"/>
          <p:cNvSpPr/>
          <p:nvPr/>
        </p:nvSpPr>
        <p:spPr>
          <a:xfrm>
            <a:off x="4419489" y="2967930"/>
            <a:ext cx="3352716" cy="2921000"/>
          </a:xfrm>
          <a:prstGeom prst="roundRect">
            <a:avLst>
              <a:gd name="adj" fmla="val 12521"/>
            </a:avLst>
          </a:prstGeom>
          <a:solidFill>
            <a:srgbClr val="FC9FA5"/>
          </a:solidFill>
          <a:ln/>
        </p:spPr>
        <p:txBody>
          <a:bodyPr/>
          <a:lstStyle/>
          <a:p>
            <a:endParaRPr lang="en-IN"/>
          </a:p>
        </p:txBody>
      </p:sp>
      <p:sp>
        <p:nvSpPr>
          <p:cNvPr id="12" name="Text 10"/>
          <p:cNvSpPr/>
          <p:nvPr/>
        </p:nvSpPr>
        <p:spPr>
          <a:xfrm>
            <a:off x="4521087" y="3841750"/>
            <a:ext cx="3149521" cy="1173361"/>
          </a:xfrm>
          <a:prstGeom prst="rect">
            <a:avLst/>
          </a:prstGeom>
          <a:noFill/>
          <a:ln/>
        </p:spPr>
        <p:txBody>
          <a:bodyPr wrap="square" lIns="0" tIns="0" rIns="0" bIns="0" rtlCol="0" anchor="t">
            <a:normAutofit/>
          </a:bodyPr>
          <a:lstStyle/>
          <a:p>
            <a:pPr marL="0" indent="0" algn="ctr">
              <a:lnSpc>
                <a:spcPct val="117000"/>
              </a:lnSpc>
              <a:buNone/>
            </a:pPr>
            <a:r>
              <a:rPr lang="en-US" sz="2200" b="1" dirty="0">
                <a:solidFill>
                  <a:srgbClr val="000000"/>
                </a:solidFill>
                <a:latin typeface="Space Grotesk Bold" pitchFamily="34" charset="0"/>
                <a:ea typeface="Space Grotesk Bold" pitchFamily="34" charset="-122"/>
                <a:cs typeface="Space Grotesk Bold" pitchFamily="34" charset="-120"/>
              </a:rPr>
              <a:t>Performance tracking &amp; reviews (weekly/monthly)</a:t>
            </a:r>
            <a:endParaRPr lang="en-US" sz="2200" dirty="0"/>
          </a:p>
        </p:txBody>
      </p:sp>
      <p:sp>
        <p:nvSpPr>
          <p:cNvPr id="13" name="Shape 11"/>
          <p:cNvSpPr/>
          <p:nvPr/>
        </p:nvSpPr>
        <p:spPr>
          <a:xfrm>
            <a:off x="8076998" y="2967930"/>
            <a:ext cx="3352716" cy="2921000"/>
          </a:xfrm>
          <a:prstGeom prst="roundRect">
            <a:avLst>
              <a:gd name="adj" fmla="val 12521"/>
            </a:avLst>
          </a:prstGeom>
          <a:solidFill>
            <a:schemeClr val="accent3">
              <a:lumMod val="60000"/>
              <a:lumOff val="40000"/>
            </a:schemeClr>
          </a:solidFill>
          <a:ln/>
        </p:spPr>
        <p:txBody>
          <a:bodyPr/>
          <a:lstStyle/>
          <a:p>
            <a:endParaRPr lang="en-IN"/>
          </a:p>
        </p:txBody>
      </p:sp>
      <p:sp>
        <p:nvSpPr>
          <p:cNvPr id="14" name="Text 12"/>
          <p:cNvSpPr/>
          <p:nvPr/>
        </p:nvSpPr>
        <p:spPr>
          <a:xfrm>
            <a:off x="8076998" y="4232870"/>
            <a:ext cx="3352716" cy="391120"/>
          </a:xfrm>
          <a:prstGeom prst="rect">
            <a:avLst/>
          </a:prstGeom>
          <a:noFill/>
          <a:ln/>
        </p:spPr>
        <p:txBody>
          <a:bodyPr wrap="none" lIns="0" tIns="0" rIns="0" bIns="0" rtlCol="0" anchor="t"/>
          <a:lstStyle/>
          <a:p>
            <a:pPr marL="0" indent="0" algn="ctr">
              <a:lnSpc>
                <a:spcPct val="117000"/>
              </a:lnSpc>
              <a:buNone/>
            </a:pPr>
            <a:r>
              <a:rPr lang="en-US" sz="2200" b="1" dirty="0">
                <a:solidFill>
                  <a:srgbClr val="000000"/>
                </a:solidFill>
                <a:latin typeface="Space Grotesk Bold" pitchFamily="34" charset="0"/>
                <a:ea typeface="Space Grotesk Bold" pitchFamily="34" charset="-122"/>
                <a:cs typeface="Space Grotesk Bold" pitchFamily="34" charset="-120"/>
              </a:rPr>
              <a:t>Transparent execution</a:t>
            </a:r>
            <a:endParaRPr lang="en-US" sz="2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4">
              <a:lumMod val="40000"/>
              <a:lumOff val="60000"/>
            </a:schemeClr>
          </a:solidFill>
          <a:ln/>
        </p:spPr>
        <p:txBody>
          <a:bodyPr/>
          <a:lstStyle/>
          <a:p>
            <a:endParaRPr lang="en-IN"/>
          </a:p>
        </p:txBody>
      </p:sp>
      <p:sp>
        <p:nvSpPr>
          <p:cNvPr id="3" name="Text 1"/>
          <p:cNvSpPr/>
          <p:nvPr/>
        </p:nvSpPr>
        <p:spPr>
          <a:xfrm>
            <a:off x="761981" y="206375"/>
            <a:ext cx="10667733" cy="400050"/>
          </a:xfrm>
          <a:prstGeom prst="rect">
            <a:avLst/>
          </a:prstGeom>
          <a:noFill/>
          <a:ln/>
        </p:spPr>
        <p:txBody>
          <a:bodyPr wrap="none" lIns="0" tIns="0" rIns="0" bIns="0" rtlCol="0" anchor="t"/>
          <a:lstStyle/>
          <a:p>
            <a:pPr marL="0" indent="0" algn="l">
              <a:lnSpc>
                <a:spcPct val="88000"/>
              </a:lnSpc>
              <a:buNone/>
            </a:pPr>
            <a:r>
              <a:rPr lang="en-US" sz="3000" b="1" dirty="0">
                <a:solidFill>
                  <a:srgbClr val="FB5022"/>
                </a:solidFill>
                <a:latin typeface="Fredoka Bold" pitchFamily="34" charset="0"/>
                <a:ea typeface="Fredoka Bold" pitchFamily="34" charset="-122"/>
                <a:cs typeface="Fredoka Bold" pitchFamily="34" charset="-120"/>
              </a:rPr>
              <a:t>Project governance and accountability (continued)</a:t>
            </a:r>
            <a:endParaRPr lang="en-US" sz="3000" dirty="0"/>
          </a:p>
        </p:txBody>
      </p:sp>
      <p:sp>
        <p:nvSpPr>
          <p:cNvPr id="4" name="Text 2"/>
          <p:cNvSpPr/>
          <p:nvPr/>
        </p:nvSpPr>
        <p:spPr>
          <a:xfrm>
            <a:off x="761981" y="730567"/>
            <a:ext cx="2489138"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 </a:t>
            </a:r>
            <a:endParaRPr lang="en-US" sz="1600" dirty="0"/>
          </a:p>
        </p:txBody>
      </p:sp>
      <p:sp>
        <p:nvSpPr>
          <p:cNvPr id="5" name="Shape 3"/>
          <p:cNvSpPr/>
          <p:nvPr/>
        </p:nvSpPr>
        <p:spPr>
          <a:xfrm>
            <a:off x="3251119" y="730250"/>
            <a:ext cx="5689458" cy="1397000"/>
          </a:xfrm>
          <a:prstGeom prst="roundRect">
            <a:avLst>
              <a:gd name="adj" fmla="val 26181"/>
            </a:avLst>
          </a:prstGeom>
          <a:solidFill>
            <a:srgbClr val="FE829A"/>
          </a:solidFill>
          <a:ln/>
        </p:spPr>
        <p:txBody>
          <a:bodyPr/>
          <a:lstStyle/>
          <a:p>
            <a:endParaRPr lang="en-IN"/>
          </a:p>
        </p:txBody>
      </p:sp>
      <p:sp>
        <p:nvSpPr>
          <p:cNvPr id="6" name="Text 4"/>
          <p:cNvSpPr/>
          <p:nvPr/>
        </p:nvSpPr>
        <p:spPr>
          <a:xfrm>
            <a:off x="3251119" y="1215430"/>
            <a:ext cx="5689458" cy="426641"/>
          </a:xfrm>
          <a:prstGeom prst="rect">
            <a:avLst/>
          </a:prstGeom>
          <a:noFill/>
          <a:ln/>
        </p:spPr>
        <p:txBody>
          <a:bodyPr wrap="none" lIns="0" tIns="0" rIns="0" bIns="0" rtlCol="0" anchor="t"/>
          <a:lstStyle/>
          <a:p>
            <a:pPr marL="0" indent="0" algn="ctr">
              <a:lnSpc>
                <a:spcPct val="117000"/>
              </a:lnSpc>
              <a:buNone/>
            </a:pPr>
            <a:r>
              <a:rPr lang="en-US" sz="2400" b="1" dirty="0">
                <a:solidFill>
                  <a:srgbClr val="000000"/>
                </a:solidFill>
                <a:latin typeface="Space Grotesk Bold" pitchFamily="34" charset="0"/>
                <a:ea typeface="Space Grotesk Bold" pitchFamily="34" charset="-122"/>
                <a:cs typeface="Space Grotesk Bold" pitchFamily="34" charset="-120"/>
              </a:rPr>
              <a:t>Schedule adherence &amp; milestones</a:t>
            </a:r>
            <a:endParaRPr lang="en-US" sz="2400" dirty="0"/>
          </a:p>
        </p:txBody>
      </p:sp>
      <p:sp>
        <p:nvSpPr>
          <p:cNvPr id="7" name="Text 5"/>
          <p:cNvSpPr/>
          <p:nvPr/>
        </p:nvSpPr>
        <p:spPr>
          <a:xfrm>
            <a:off x="8940576" y="730567"/>
            <a:ext cx="2489138"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Space Grotesk" pitchFamily="34" charset="0"/>
                <a:ea typeface="Space Grotesk" pitchFamily="34" charset="-122"/>
                <a:cs typeface="Space Grotesk" pitchFamily="34" charset="-120"/>
              </a:rPr>
              <a:t> </a:t>
            </a:r>
            <a:endParaRPr lang="en-US" sz="1600" dirty="0"/>
          </a:p>
        </p:txBody>
      </p:sp>
      <p:sp>
        <p:nvSpPr>
          <p:cNvPr id="8" name="Text 6"/>
          <p:cNvSpPr/>
          <p:nvPr/>
        </p:nvSpPr>
        <p:spPr>
          <a:xfrm>
            <a:off x="457189" y="2254250"/>
            <a:ext cx="11277318" cy="533400"/>
          </a:xfrm>
          <a:prstGeom prst="rect">
            <a:avLst/>
          </a:prstGeom>
          <a:noFill/>
          <a:ln/>
        </p:spPr>
        <p:txBody>
          <a:bodyPr wrap="none" lIns="0" tIns="0" rIns="0" bIns="0" rtlCol="0" anchor="t"/>
          <a:lstStyle/>
          <a:p>
            <a:pPr marL="0" indent="0" algn="ctr">
              <a:lnSpc>
                <a:spcPct val="117000"/>
              </a:lnSpc>
              <a:buNone/>
            </a:pPr>
            <a:r>
              <a:rPr lang="en-US" sz="3000" dirty="0">
                <a:solidFill>
                  <a:srgbClr val="FB5022"/>
                </a:solidFill>
                <a:latin typeface="Space Grotesk" pitchFamily="34" charset="0"/>
                <a:ea typeface="Space Grotesk" pitchFamily="34" charset="-122"/>
                <a:cs typeface="Space Grotesk" pitchFamily="34" charset="-120"/>
              </a:rPr>
              <a:t>↓</a:t>
            </a:r>
            <a:endParaRPr lang="en-US" sz="3000" dirty="0"/>
          </a:p>
        </p:txBody>
      </p:sp>
      <p:sp>
        <p:nvSpPr>
          <p:cNvPr id="9" name="Shape 7"/>
          <p:cNvSpPr/>
          <p:nvPr/>
        </p:nvSpPr>
        <p:spPr>
          <a:xfrm>
            <a:off x="761981" y="2914650"/>
            <a:ext cx="3352716" cy="2921000"/>
          </a:xfrm>
          <a:prstGeom prst="roundRect">
            <a:avLst>
              <a:gd name="adj" fmla="val 12521"/>
            </a:avLst>
          </a:prstGeom>
          <a:solidFill>
            <a:srgbClr val="F9B440"/>
          </a:solidFill>
          <a:ln/>
        </p:spPr>
        <p:txBody>
          <a:bodyPr/>
          <a:lstStyle/>
          <a:p>
            <a:endParaRPr lang="en-IN"/>
          </a:p>
        </p:txBody>
      </p:sp>
      <p:sp>
        <p:nvSpPr>
          <p:cNvPr id="10" name="Text 8"/>
          <p:cNvSpPr/>
          <p:nvPr/>
        </p:nvSpPr>
        <p:spPr>
          <a:xfrm>
            <a:off x="863578" y="3984030"/>
            <a:ext cx="3149521" cy="782241"/>
          </a:xfrm>
          <a:prstGeom prst="rect">
            <a:avLst/>
          </a:prstGeom>
          <a:noFill/>
          <a:ln/>
        </p:spPr>
        <p:txBody>
          <a:bodyPr wrap="square" lIns="0" tIns="0" rIns="0" bIns="0" rtlCol="0" anchor="t">
            <a:normAutofit/>
          </a:bodyPr>
          <a:lstStyle/>
          <a:p>
            <a:pPr marL="0" indent="0" algn="ctr">
              <a:lnSpc>
                <a:spcPct val="117000"/>
              </a:lnSpc>
              <a:buNone/>
            </a:pPr>
            <a:r>
              <a:rPr lang="en-US" sz="2200" b="1" dirty="0">
                <a:solidFill>
                  <a:srgbClr val="000000"/>
                </a:solidFill>
                <a:latin typeface="Space Grotesk Bold" pitchFamily="34" charset="0"/>
                <a:ea typeface="Space Grotesk Bold" pitchFamily="34" charset="-122"/>
                <a:cs typeface="Space Grotesk Bold" pitchFamily="34" charset="-120"/>
              </a:rPr>
              <a:t>Resource &amp; budget optimization</a:t>
            </a:r>
            <a:endParaRPr lang="en-US" sz="2200" dirty="0"/>
          </a:p>
        </p:txBody>
      </p:sp>
      <p:sp>
        <p:nvSpPr>
          <p:cNvPr id="11" name="Shape 9"/>
          <p:cNvSpPr/>
          <p:nvPr/>
        </p:nvSpPr>
        <p:spPr>
          <a:xfrm>
            <a:off x="4419489" y="2914650"/>
            <a:ext cx="3352716" cy="2921000"/>
          </a:xfrm>
          <a:prstGeom prst="roundRect">
            <a:avLst>
              <a:gd name="adj" fmla="val 12521"/>
            </a:avLst>
          </a:prstGeom>
          <a:solidFill>
            <a:srgbClr val="FC9FA5"/>
          </a:solidFill>
          <a:ln/>
        </p:spPr>
        <p:txBody>
          <a:bodyPr/>
          <a:lstStyle/>
          <a:p>
            <a:endParaRPr lang="en-IN"/>
          </a:p>
        </p:txBody>
      </p:sp>
      <p:sp>
        <p:nvSpPr>
          <p:cNvPr id="12" name="Text 10"/>
          <p:cNvSpPr/>
          <p:nvPr/>
        </p:nvSpPr>
        <p:spPr>
          <a:xfrm>
            <a:off x="4521087" y="3984030"/>
            <a:ext cx="3149521" cy="782241"/>
          </a:xfrm>
          <a:prstGeom prst="rect">
            <a:avLst/>
          </a:prstGeom>
          <a:noFill/>
          <a:ln/>
        </p:spPr>
        <p:txBody>
          <a:bodyPr wrap="square" lIns="0" tIns="0" rIns="0" bIns="0" rtlCol="0" anchor="t">
            <a:normAutofit/>
          </a:bodyPr>
          <a:lstStyle/>
          <a:p>
            <a:pPr marL="0" indent="0" algn="ctr">
              <a:lnSpc>
                <a:spcPct val="117000"/>
              </a:lnSpc>
              <a:buNone/>
            </a:pPr>
            <a:r>
              <a:rPr lang="en-US" sz="2200" b="1" dirty="0">
                <a:solidFill>
                  <a:srgbClr val="000000"/>
                </a:solidFill>
                <a:latin typeface="Space Grotesk Bold" pitchFamily="34" charset="0"/>
                <a:ea typeface="Space Grotesk Bold" pitchFamily="34" charset="-122"/>
                <a:cs typeface="Space Grotesk Bold" pitchFamily="34" charset="-120"/>
              </a:rPr>
              <a:t>Stakeholder feedback &amp; iteration</a:t>
            </a:r>
            <a:endParaRPr lang="en-US" sz="2200" dirty="0"/>
          </a:p>
        </p:txBody>
      </p:sp>
      <p:sp>
        <p:nvSpPr>
          <p:cNvPr id="13" name="Shape 11"/>
          <p:cNvSpPr/>
          <p:nvPr/>
        </p:nvSpPr>
        <p:spPr>
          <a:xfrm>
            <a:off x="8076998" y="2914650"/>
            <a:ext cx="3352716" cy="2921000"/>
          </a:xfrm>
          <a:prstGeom prst="roundRect">
            <a:avLst>
              <a:gd name="adj" fmla="val 12521"/>
            </a:avLst>
          </a:prstGeom>
          <a:solidFill>
            <a:schemeClr val="accent3">
              <a:lumMod val="40000"/>
              <a:lumOff val="60000"/>
            </a:schemeClr>
          </a:solidFill>
          <a:ln/>
        </p:spPr>
        <p:txBody>
          <a:bodyPr/>
          <a:lstStyle/>
          <a:p>
            <a:endParaRPr lang="en-IN"/>
          </a:p>
        </p:txBody>
      </p:sp>
      <p:sp>
        <p:nvSpPr>
          <p:cNvPr id="14" name="Text 12"/>
          <p:cNvSpPr/>
          <p:nvPr/>
        </p:nvSpPr>
        <p:spPr>
          <a:xfrm>
            <a:off x="8178595" y="3984030"/>
            <a:ext cx="3149521" cy="782241"/>
          </a:xfrm>
          <a:prstGeom prst="rect">
            <a:avLst/>
          </a:prstGeom>
          <a:noFill/>
          <a:ln/>
        </p:spPr>
        <p:txBody>
          <a:bodyPr wrap="square" lIns="0" tIns="0" rIns="0" bIns="0" rtlCol="0" anchor="t">
            <a:normAutofit fontScale="92500"/>
          </a:bodyPr>
          <a:lstStyle/>
          <a:p>
            <a:pPr marL="0" indent="0" algn="ctr">
              <a:lnSpc>
                <a:spcPct val="117000"/>
              </a:lnSpc>
              <a:buNone/>
            </a:pPr>
            <a:r>
              <a:rPr lang="en-US" sz="2200" b="1" dirty="0">
                <a:solidFill>
                  <a:srgbClr val="000000"/>
                </a:solidFill>
                <a:latin typeface="Space Grotesk Bold" pitchFamily="34" charset="0"/>
                <a:ea typeface="Space Grotesk Bold" pitchFamily="34" charset="-122"/>
                <a:cs typeface="Space Grotesk Bold" pitchFamily="34" charset="-120"/>
              </a:rPr>
              <a:t>Ethical digital practices &amp; compliance</a:t>
            </a:r>
            <a:endParaRPr lang="en-US" sz="2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Shape 0"/>
          <p:cNvSpPr/>
          <p:nvPr/>
        </p:nvSpPr>
        <p:spPr>
          <a:xfrm>
            <a:off x="0" y="0"/>
            <a:ext cx="12191695" cy="6858000"/>
          </a:xfrm>
          <a:prstGeom prst="roundRect">
            <a:avLst>
              <a:gd name="adj" fmla="val 444"/>
            </a:avLst>
          </a:prstGeom>
          <a:solidFill>
            <a:schemeClr val="accent4">
              <a:lumMod val="40000"/>
              <a:lumOff val="60000"/>
            </a:schemeClr>
          </a:solidFill>
          <a:ln/>
        </p:spPr>
        <p:txBody>
          <a:bodyPr/>
          <a:lstStyle/>
          <a:p>
            <a:endParaRPr lang="en-IN"/>
          </a:p>
        </p:txBody>
      </p:sp>
      <p:sp>
        <p:nvSpPr>
          <p:cNvPr id="3" name="Text 1"/>
          <p:cNvSpPr/>
          <p:nvPr/>
        </p:nvSpPr>
        <p:spPr>
          <a:xfrm>
            <a:off x="1193770" y="1321117"/>
            <a:ext cx="3555911" cy="284460"/>
          </a:xfrm>
          <a:prstGeom prst="rect">
            <a:avLst/>
          </a:prstGeom>
          <a:noFill/>
          <a:ln/>
        </p:spPr>
        <p:txBody>
          <a:bodyPr wrap="none" lIns="0" tIns="0" rIns="0" bIns="0" rtlCol="0" anchor="t"/>
          <a:lstStyle/>
          <a:p>
            <a:pPr marL="0" indent="0" algn="l">
              <a:lnSpc>
                <a:spcPct val="117000"/>
              </a:lnSpc>
              <a:buNone/>
            </a:pPr>
            <a:r>
              <a:rPr lang="en-US" sz="1600" b="1" dirty="0">
                <a:solidFill>
                  <a:srgbClr val="000000"/>
                </a:solidFill>
                <a:latin typeface="Space Grotesk Bold" pitchFamily="34" charset="0"/>
                <a:ea typeface="Space Grotesk Bold" pitchFamily="34" charset="-122"/>
                <a:cs typeface="Space Grotesk Bold" pitchFamily="34" charset="-120"/>
              </a:rPr>
              <a:t>Thank you</a:t>
            </a:r>
            <a:endParaRPr lang="en-US" sz="1600" dirty="0"/>
          </a:p>
        </p:txBody>
      </p:sp>
      <p:sp>
        <p:nvSpPr>
          <p:cNvPr id="4" name="Shape 2"/>
          <p:cNvSpPr/>
          <p:nvPr/>
        </p:nvSpPr>
        <p:spPr>
          <a:xfrm>
            <a:off x="1142971" y="1905000"/>
            <a:ext cx="9905752" cy="3048000"/>
          </a:xfrm>
          <a:prstGeom prst="roundRect">
            <a:avLst>
              <a:gd name="adj" fmla="val 19999"/>
            </a:avLst>
          </a:prstGeom>
          <a:solidFill>
            <a:srgbClr val="FE829A"/>
          </a:solidFill>
          <a:ln/>
        </p:spPr>
        <p:txBody>
          <a:bodyPr/>
          <a:lstStyle/>
          <a:p>
            <a:endParaRPr lang="en-IN"/>
          </a:p>
        </p:txBody>
      </p:sp>
      <p:sp>
        <p:nvSpPr>
          <p:cNvPr id="5" name="Shape 3"/>
          <p:cNvSpPr/>
          <p:nvPr/>
        </p:nvSpPr>
        <p:spPr>
          <a:xfrm>
            <a:off x="8127797" y="1422400"/>
            <a:ext cx="2412940" cy="711200"/>
          </a:xfrm>
          <a:prstGeom prst="roundRect">
            <a:avLst>
              <a:gd name="adj" fmla="val 49999"/>
            </a:avLst>
          </a:prstGeom>
          <a:solidFill>
            <a:srgbClr val="F9B440"/>
          </a:solidFill>
          <a:ln/>
        </p:spPr>
        <p:txBody>
          <a:bodyPr/>
          <a:lstStyle/>
          <a:p>
            <a:endParaRPr lang="en-IN"/>
          </a:p>
        </p:txBody>
      </p:sp>
      <p:sp>
        <p:nvSpPr>
          <p:cNvPr id="6" name="Shape 4"/>
          <p:cNvSpPr/>
          <p:nvPr/>
        </p:nvSpPr>
        <p:spPr>
          <a:xfrm>
            <a:off x="9778755" y="4191000"/>
            <a:ext cx="888978" cy="889000"/>
          </a:xfrm>
          <a:prstGeom prst="ellipse">
            <a:avLst/>
          </a:prstGeom>
          <a:solidFill>
            <a:srgbClr val="FC9FA5"/>
          </a:solidFill>
          <a:ln/>
        </p:spPr>
        <p:txBody>
          <a:bodyPr/>
          <a:lstStyle/>
          <a:p>
            <a:endParaRPr lang="en-IN"/>
          </a:p>
        </p:txBody>
      </p:sp>
      <p:sp>
        <p:nvSpPr>
          <p:cNvPr id="7" name="Text 5"/>
          <p:cNvSpPr/>
          <p:nvPr/>
        </p:nvSpPr>
        <p:spPr>
          <a:xfrm>
            <a:off x="1701757" y="3064968"/>
            <a:ext cx="7772206" cy="853380"/>
          </a:xfrm>
          <a:prstGeom prst="rect">
            <a:avLst/>
          </a:prstGeom>
          <a:noFill/>
          <a:ln/>
        </p:spPr>
        <p:txBody>
          <a:bodyPr wrap="none" lIns="0" tIns="0" rIns="0" bIns="0" rtlCol="0" anchor="t"/>
          <a:lstStyle/>
          <a:p>
            <a:pPr marL="0" indent="0" algn="l">
              <a:lnSpc>
                <a:spcPct val="88000"/>
              </a:lnSpc>
              <a:buNone/>
            </a:pPr>
            <a:r>
              <a:rPr lang="en-US" sz="6400" b="1" dirty="0">
                <a:solidFill>
                  <a:srgbClr val="2B1D1A"/>
                </a:solidFill>
                <a:latin typeface="Fredoka Bold" pitchFamily="34" charset="0"/>
                <a:ea typeface="Fredoka Bold" pitchFamily="34" charset="-122"/>
                <a:cs typeface="Fredoka Bold" pitchFamily="34" charset="-120"/>
              </a:rPr>
              <a:t>Thanking you all</a:t>
            </a:r>
            <a:endParaRPr lang="en-US" sz="6400" dirty="0"/>
          </a:p>
        </p:txBody>
      </p:sp>
      <p:sp>
        <p:nvSpPr>
          <p:cNvPr id="8" name="Shape 6"/>
          <p:cNvSpPr/>
          <p:nvPr/>
        </p:nvSpPr>
        <p:spPr>
          <a:xfrm>
            <a:off x="1650959" y="5461000"/>
            <a:ext cx="279393" cy="279400"/>
          </a:xfrm>
          <a:prstGeom prst="ellipse">
            <a:avLst/>
          </a:prstGeom>
          <a:solidFill>
            <a:srgbClr val="FE829A"/>
          </a:solidFill>
          <a:ln/>
        </p:spPr>
        <p:txBody>
          <a:bodyPr/>
          <a:lstStyle/>
          <a:p>
            <a:endParaRPr lang="en-IN"/>
          </a:p>
        </p:txBody>
      </p:sp>
      <p:sp>
        <p:nvSpPr>
          <p:cNvPr id="9" name="Shape 7"/>
          <p:cNvSpPr/>
          <p:nvPr/>
        </p:nvSpPr>
        <p:spPr>
          <a:xfrm>
            <a:off x="2082748" y="5461000"/>
            <a:ext cx="279393" cy="279400"/>
          </a:xfrm>
          <a:prstGeom prst="ellipse">
            <a:avLst/>
          </a:prstGeom>
          <a:solidFill>
            <a:srgbClr val="F9B440"/>
          </a:solidFill>
          <a:ln/>
        </p:spPr>
        <p:txBody>
          <a:bodyPr/>
          <a:lstStyle/>
          <a:p>
            <a:endParaRPr lang="en-IN"/>
          </a:p>
        </p:txBody>
      </p:sp>
      <p:sp>
        <p:nvSpPr>
          <p:cNvPr id="10" name="Shape 8"/>
          <p:cNvSpPr/>
          <p:nvPr/>
        </p:nvSpPr>
        <p:spPr>
          <a:xfrm>
            <a:off x="2514537" y="5461000"/>
            <a:ext cx="279393" cy="279400"/>
          </a:xfrm>
          <a:prstGeom prst="ellipse">
            <a:avLst/>
          </a:prstGeom>
          <a:solidFill>
            <a:srgbClr val="FC9FA5"/>
          </a:solidFill>
          <a:ln/>
        </p:spPr>
        <p:txBody>
          <a:bodyPr/>
          <a:lstStyle/>
          <a:p>
            <a:endParaRPr lang="en-IN"/>
          </a:p>
        </p:txBody>
      </p:sp>
      <p:sp>
        <p:nvSpPr>
          <p:cNvPr id="11" name="Text 9"/>
          <p:cNvSpPr/>
          <p:nvPr/>
        </p:nvSpPr>
        <p:spPr>
          <a:xfrm>
            <a:off x="3301917" y="5105400"/>
            <a:ext cx="5587860" cy="355600"/>
          </a:xfrm>
          <a:prstGeom prst="rect">
            <a:avLst/>
          </a:prstGeom>
          <a:noFill/>
          <a:ln/>
        </p:spPr>
        <p:txBody>
          <a:bodyPr wrap="none" lIns="0" tIns="0" rIns="0" bIns="0" rtlCol="0" anchor="t"/>
          <a:lstStyle/>
          <a:p>
            <a:pPr marL="0" indent="0" algn="ctr">
              <a:lnSpc>
                <a:spcPct val="117000"/>
              </a:lnSpc>
              <a:buNone/>
            </a:pPr>
            <a:r>
              <a:rPr lang="en-US" sz="2000" b="1" dirty="0">
                <a:solidFill>
                  <a:srgbClr val="FB5022"/>
                </a:solidFill>
                <a:latin typeface="Space Grotesk Bold" pitchFamily="34" charset="0"/>
                <a:ea typeface="Space Grotesk Bold" pitchFamily="34" charset="-122"/>
                <a:cs typeface="Space Grotesk Bold" pitchFamily="34" charset="-120"/>
              </a:rPr>
              <a:t>Oorja Solutions</a:t>
            </a:r>
            <a:endParaRPr lang="en-US" sz="2000" dirty="0"/>
          </a:p>
        </p:txBody>
      </p:sp>
      <p:sp>
        <p:nvSpPr>
          <p:cNvPr id="12" name="Text 10"/>
          <p:cNvSpPr/>
          <p:nvPr/>
        </p:nvSpPr>
        <p:spPr>
          <a:xfrm>
            <a:off x="3301917" y="5562917"/>
            <a:ext cx="5587860" cy="284460"/>
          </a:xfrm>
          <a:prstGeom prst="rect">
            <a:avLst/>
          </a:prstGeom>
          <a:noFill/>
          <a:ln/>
        </p:spPr>
        <p:txBody>
          <a:bodyPr wrap="none" lIns="0" tIns="0" rIns="0" bIns="0" rtlCol="0" anchor="t"/>
          <a:lstStyle/>
          <a:p>
            <a:pPr marL="0" indent="0" algn="ctr">
              <a:lnSpc>
                <a:spcPct val="117000"/>
              </a:lnSpc>
              <a:buNone/>
            </a:pPr>
            <a:r>
              <a:rPr lang="en-US" sz="1600" dirty="0">
                <a:solidFill>
                  <a:srgbClr val="000000"/>
                </a:solidFill>
                <a:latin typeface="Space Grotesk" pitchFamily="34" charset="0"/>
                <a:ea typeface="Space Grotesk" pitchFamily="34" charset="-122"/>
                <a:cs typeface="Space Grotesk" pitchFamily="34" charset="-120"/>
              </a:rPr>
              <a:t>oorjasolutions.org</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972202"/>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256</TotalTime>
  <Words>7075</Words>
  <Application>Microsoft Office PowerPoint</Application>
  <PresentationFormat>Widescreen</PresentationFormat>
  <Paragraphs>1135</Paragraphs>
  <Slides>79</Slides>
  <Notes>78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79</vt:i4>
      </vt:variant>
    </vt:vector>
  </HeadingPairs>
  <TitlesOfParts>
    <vt:vector size="87" baseType="lpstr">
      <vt:lpstr>Space Grotesk Bold</vt:lpstr>
      <vt:lpstr>Noto Color Emoji</vt:lpstr>
      <vt:lpstr>Space Grotesk</vt:lpstr>
      <vt:lpstr>Arial</vt:lpstr>
      <vt:lpstr>Space Grotesk Medium</vt:lpstr>
      <vt:lpstr>Space Grotesk SemiBold</vt:lpstr>
      <vt:lpstr>Fredoka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Aniket Acharjee</cp:lastModifiedBy>
  <cp:revision>2</cp:revision>
  <dcterms:created xsi:type="dcterms:W3CDTF">2026-10-13T19:54:31Z</dcterms:created>
  <dcterms:modified xsi:type="dcterms:W3CDTF">2026-10-14T09:21:56Z</dcterms:modified>
</cp:coreProperties>
</file>